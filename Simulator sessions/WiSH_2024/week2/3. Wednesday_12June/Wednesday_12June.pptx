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7" r:id="rId11"/>
    <p:sldId id="288" r:id="rId12"/>
    <p:sldId id="289" r:id="rId13"/>
    <p:sldId id="290" r:id="rId14"/>
    <p:sldId id="291" r:id="rId15"/>
    <p:sldId id="286" r:id="rId16"/>
    <p:sldId id="292" r:id="rId17"/>
    <p:sldId id="296" r:id="rId18"/>
    <p:sldId id="297" r:id="rId19"/>
    <p:sldId id="298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C684F3-8F7E-4BCF-ACC7-116705EFE529}">
          <p14:sldIdLst>
            <p14:sldId id="256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7"/>
            <p14:sldId id="288"/>
            <p14:sldId id="289"/>
            <p14:sldId id="290"/>
            <p14:sldId id="291"/>
            <p14:sldId id="286"/>
            <p14:sldId id="292"/>
            <p14:sldId id="296"/>
            <p14:sldId id="297"/>
            <p14:sldId id="298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5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07:50.0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1895,'46'23,"-4"7,-1 1,-2 2,-1 2,-2 1,-2 2,-1 2,21 32,437 663,-289-460,-200-272,0 0,0 1,-1-1,1 0,1 0,-1 1,0-1,1-1,0 1,-1 0,1-1,0 1,1-1,-1 0,0 0,0 0,1 0,0-1,-1 0,1 1,0-1,-1 0,1-1,0 1,0-1,0 1,-1-1,1-1,0 1,0 0,0-1,0 0,-1 0,1 0,2-1,2-7,0-1,-1 0,0-1,-1 0,0 0,0 0,-1-1,-1 1,0-1,0 0,-1-1,1-8,22-115,-6-2,-6 0,-4-112,-6-213,-1 404,2 17</inkml:trace>
  <inkml:trace contextRef="#ctx0" brushRef="#br0" timeOffset="442.041">1770 3065,'15'10,"14"8,7 10,3 11,8 23,-3 10,-4-2,-9-4,-10-7,-4-9,6-19,3-23,12-33,-1-22,8-17,-3 2</inkml:trace>
  <inkml:trace contextRef="#ctx0" brushRef="#br0" timeOffset="1111.106">1913 2495,'-5'0,"-1"5,0 11,6 22,12 15,10 3,5-9,4-6,-5-16,-6-16,-11-16,-7-5</inkml:trace>
  <inkml:trace contextRef="#ctx0" brushRef="#br0" timeOffset="30668.693">7478 13653,'15'0,"9"5,6 1,12 5,28 1,22-2,9-3,7-2,10-2,4-2,-5-1,-11 0,-10-1,-12 1,-5-1,-16 1</inkml:trace>
  <inkml:trace contextRef="#ctx0" brushRef="#br0" timeOffset="31273.976">7849 14081,'-5'5,"-2"7,11 0,19 4,24-1,20-3,27-4,36-3,6-2,9-2,-10-1,0 0,-12-1,-23 0,-23 1,-25-1</inkml:trace>
  <inkml:trace contextRef="#ctx0" brushRef="#br0" timeOffset="27550.071">3882 13196,'5'5,"6"2,12-1,20-1,18-1,18-2,25-1,23 0,11-1,9-1,5 1,-14 0,-20 0,-26 0,-24-1,-13 6,-17 1</inkml:trace>
  <inkml:trace contextRef="#ctx0" brushRef="#br0" timeOffset="28119.762">4738 13196,'0'15,"0"19,0 33,0 24,0 17,0 19,0 16,0 0,0-2,0-9,0-18,0-23,-5-22,-1-19,0-17</inkml:trace>
  <inkml:trace contextRef="#ctx0" brushRef="#br0" timeOffset="28890.262">5566 13225,'0'5,"0"21,0 25,0 24,0 28,0 21,-5 3,-6-4,-2-10,-3 2,1-11,3-17,4-14,3-19</inkml:trace>
  <inkml:trace contextRef="#ctx0" brushRef="#br0" timeOffset="29443.408">5480 13140,'5'-5,"6"-2,7 1,9 1,15 1,5 2,14 1,17 0,3 1,9-4,-7-2,-8 0,4 2,-8 0,-6 2,-9 1,-14 1</inkml:trace>
  <inkml:trace contextRef="#ctx0" brushRef="#br0" timeOffset="30158.867">5737 13454,'-4'5,"-8"6,-5 6,14 1,27-4,29-3,24-4,15-3,15-2,-5-2,-11-1,-16 1,-15-1,-14 0,-9 1,-12-1</inkml:trace>
  <inkml:trace contextRef="#ctx0" brushRef="#br1" timeOffset="-73295.197">8334 6005,'-5'5,"4"1,16 5,20 6,14 4,18 3,7-2,25 10,11-1,10 0,-1-6,9-3,-7-3,-15-7,-21-4,-25-5</inkml:trace>
  <inkml:trace contextRef="#ctx0" brushRef="#br1" timeOffset="-72578.121">8820 6262,'0'1895,"0"-1871</inkml:trace>
  <inkml:trace contextRef="#ctx0" brushRef="#br1" timeOffset="-72084.848">8163 8145,'5'0,"6"0,11 0,17 0,21 0,9 0,18 0,4 5,-9 2,-9-1,-11-1,-13-1,-3-2,-6-1,0 0,-6-1</inkml:trace>
  <inkml:trace contextRef="#ctx0" brushRef="#br1" timeOffset="-71505.946">8163 8145,'5'5,"16"21,14 30,7 16,5 14,4 13,-6-6,3-9,4-39,-7-36,-7-29,-4-31,-4-26,-2-10,0 0,4-4,-3 14</inkml:trace>
  <inkml:trace contextRef="#ctx0" brushRef="#br1" timeOffset="-76078.191">2883 2981,'6'6,"1"1,-1-1,1-1,0 1,0-1,1 0,0-1,0 0,0 0,0 0,0-1,1-1,0 1,-1-1,1-1,0 0,4 0,3 3,3 0,91 19,0-4,104 3,728-20,-890 2,-16 2</inkml:trace>
  <inkml:trace contextRef="#ctx0" brushRef="#br1" timeOffset="-74405.672">4482 3151,'23'-28,"-2"-16,-1 0,-3-1,-2-1,3-21,3-4,139-441,-72 257,-87 251,0 1,0 0,0 1,1-1,-1 0,1 0,0 1,0-1,0 0,0 1,0 0,0 0,1-1,-1 1,1 1,-1-1,1 0,0 1,0-1,0 1,0 0,0 0,0 0,0 0,0 1,0-1,0 1,1 0,-1-1,0 2,0-1,0 0,1 1,-1-1,0 1,0 0,0 0,0 0,0 0,0 1,-1-1,1 1,0 0,-1 0,1 0,-1 0,1 0,-1 0,0 1,0 0,23 26,-1 2,-2 1,0 0,-3 2,-1 0,-1 1,-2 1,7 26,-13-38,99 290,-76-244,-15-75,43-113,-39 66,263-605,-278 643,-4 8,0 0,0-1,1 1,0 0,0 0,0 0,1 1,0-1,0 1,1 0,-1 0,1 1,0-1,0 1,3-2,-4 6,-1 1,0 0,1-1,-1 1,0 1,0-1,0 0,0 1,0-1,0 1,0 0,0 0,0 0,-1 0,1 1,-1-1,0 1,0 0,0-1,0 1,0 0,0 0,-1 0,0 0,1 0,-1 1,0-1,-1 0,1 3,153 377,16 74,-165-445,-4-8,0 0,1 0,-1 0,1 0,0 0,0 0,0 0,1-1,-1 1,1-1,0 0,0 1,0-1,0-1,1 1,-1 0,1-1,-1-2,0 0,0-1,0 1,0-1,0 1,-1-1,1 0,0 0,0-1,-1 1,1 0,-1-1,1 0,-1 1,1-1,-1 0,0 0,0 0,0-1,0 1,0-2,2 0,162-213,48-35,-213 249,0 0,1 1,0-1,-1 1,1 0,0-1,0 1,0 0,1 0,-1 0,0 0,1 1,-1-1,1 1,-1-1,1 1,0 0,0 0,0 0,-1 1,1-1,0 1,0-1,0 1,0 0,0 0,0 0,0 0,0 1,0-1,0 1,0 0,0 0,-1 0,1 0,0 0,-1 1,1-1,-1 1,1 0,-1 0,0 0,1 0,-1 0,0 0,-1 0,1 1,0-1,1 3,7 18,-1 1,-1 0,0 1,-2 0,-1 0,-1 0,-2 1,0 9,1-10,30 385,-33-403,1 0,0-1,0 1,0-1,1 0,0 1,0-1,1 0,-1 0,1 0,1-1,-1 1,1-1,0 1,0-1,0-1,1 1,0 0,0-1,0 0,1 0,-1-1,1 0,0 1,-1-2,3 1,24 5,0-2,0-2,1-1,0-1,-1-2,1-1,12-3,555-61,-386 37,501-62,-694 88,-17 0,0 1,1 0,-1 0,1 0,0 1,-1-1,1 1,-1 0,1 1,0-1,-1 1,1 0,-1 0,1 0,-1 1,0-1,0 1,1 0,-1 0,0 1,-1-1,1 1,0 0,-1 0,3 2,-2 6,1 0,-2 0,1 0,-2 0,1 1,-1-1,-1 1,0 0,-1 4,1 2,8 597,-11-435,-2 640,4-764</inkml:trace>
  <inkml:trace contextRef="#ctx0" brushRef="#br1" timeOffset="-73937.839">8278 4950,'1'4,"1"0,-1-1,1 1,0 0,0-1,0 1,1-1,-1 0,1 1,0-1,0 0,0-1,0 1,1-1,-1 1,1-1,-1 0,1 0,0-1,0 1,0-1,0 1,0-1,0-1,0 1,0 0,0-1,0 0,1 0,2-1,2 3,363 22,364 54,-657-75,-53-3</inkml:trace>
  <inkml:trace contextRef="#ctx0" brushRef="#br1" timeOffset="-69776.471">5823 554,'-1'1368,"-4"-1241,-7-70,12-56,-1-1,1 0,0 1,-1-1,1 0,0 1,-1-1,1 0,-1 1,1-1,-1 0,1 0,0 0,-1 1,1-1,-1 0,1 0,-1 0,1 0,-1 0,1 0,-1 0,1 0,-1 0,1 0,-1 0,1 0,-1 0,1 0,-1-1,1 1,-1 0,1 0,-1 0,1-1,0 1,-1 0,1-1,-1 1,1 0,0-1,-1 1,1-1,0 1,0 0,-1-1,1 1,0-1,0 1,-1-1,1 1,0-1,0 0,-8-15,2 0,-1-1,2 0,0 0,1-1,1 1,1-1,0-3,0 8,-19-207,9 0,10-5,2 189,-2-60,4 1,4-1,16-74,-21 161,-1 1,1-1,0 1,1 0,0 0,0 0,1 0,0 0,0 0,1 0,0 1,0 0,1 0,0 0,0 0,1 1,0 0,0 0,0 0,1 1,-1 0,1 0,0 1,1 0,-1 0,1 1,0 0,0 0,0 1,3-1,-3 1,0 1,1-1,0 2,-1-1,1 1,-1 0,1 1,-1 0,1 1,-1-1,1 2,-1-1,0 1,0 0,0 1,-1 0,1 0,-1 1,0 0,0 0,0 0,-1 1,0 0,0 0,1 2,17 128,-23-131,2 44,-1 0,-2 0,-3 0,-4 14,6-50,-1-1,-1 0,0 1,-1-1,-1 0,1-1,-2 1,0-1,0 0,-1 0,0-1,-1 0,0 0,-1-1,0 0,0 0,-1-1,0 0,-2 0,-8 2,-1-1,1-2,-1 0,-1-1,1-1,-1-1,0-1,0-1,0 0,0-2,0-1,0-1,-14-2,26 3,1-1,-1 0,1 0,0-1,-1 0,1 0,1-1,-1 0,1-1,-8-4,16 9,1 0,-1 0,0 0,1 0,-1 1,1-1,-1 0,1 0,-1 0,1 0,-1 0,1 0,-1 0,1 0,-1 0,1-1,-1 1,0 0,1 0,-1 0,1 0,-1-1,1 1,-1 0,0 0,1-1,-1 1,0 0,1-1,-1 1,0 0,1-1,-1 1,0-1,1 1,-1 0,0-1,0 1,0-1,0 1,1-1,-1 1,0-1,0 1,0 0,0-1,0 1,0-1,0 1,0-1,0 1,-1-1,1 1,0-1,0 1,0-1,0 1,-1-1,142 48,26 29,-2 7,41 35,-114-65,497 294,-585-345,6 5,-1 0,1-1,1 0,-1-1,1 0,0-1,0 0,0-1,0 0,1 0,-1-2,1 1,0-1,-1-1,1 0,0-1,0 0,-1-1,1 0,5-2,14-14,-7-2</inkml:trace>
  <inkml:trace contextRef="#ctx0" brushRef="#br0" timeOffset="-19342.078">3940 3094,'-18'-24,"-12"-204,-5-22,-42-48,-35-98,35 103,65 262</inkml:trace>
  <inkml:trace contextRef="#ctx0" brushRef="#br0" timeOffset="-18358.177">3482 1468,'-17'0,"9"-2,1 1,-1 0,0 0,1 0,-1 1,0 1,1-1,-1 1,1 0,-1 1,1 0,-1 0,1 1,0 0,0 0,0 0,1 1,-1 0,1 0,0 1,0 0,0 0,1 0,0 1,0 0,0 0,0 0,1 0,0 1,0 12,1 0,0 0,2 0,0 0,1 0,1 0,0 0,2 0,0-1,1 1,1-1,1 0,1 0,0 0,1-1,1 0,0 0,2-1,2 3,-2-2,1 0,1-1,0-1,1 0,1 0,14 10,-24-21,0-1,0 1,0-1,0 0,1 0,0-1,-1 1,1-1,0-1,0 1,0-1,0 0,0 0,0-1,1 0,-1 0,0 0,0-1,0 0,0 0,0 0,0-1,0 0,3-1,7-8,0 0,-1-1,0-1,-1 0,0-1,-1 0,0-1,-2-1,0 0,0 0,2-8,-12 22,16-22,-1-1,-2-1,0 0,-2-1,-1-1,-1 0,-1 0,-2-1,-1 1,-1-2,-1 1,-1-22,-2 34,-2 1,0 0,0 0,-2 0,0 0,-1 0,0 0,-1 1,-1 0,-1 0,0 0,-1 1,-4-6,0 5,-1 0,-1 1,0 0,-1 1,0 0,-1 1,0 1,-1 1,-1 0,1 2,-1 0,-1 0,1 2,-1 0,0 1,-8 0,-31-4,0 3,0 2,0 3,-56 5,94-3,0 1,0 1,0 0,0 2,0 0,1 1,0 1,0 1,1 0,-13 9,-9 11</inkml:trace>
  <inkml:trace contextRef="#ctx0" brushRef="#br0" timeOffset="-17181.82">8506 3123,'-16'-7,"0"0,1-1,0-1,1 0,0-1,0-1,1 0,1-1,0 0,0-1,1 0,1-1,0 0,1-1,0 0,1 0,-5-15,-22-48,2 0,4-3,4 0,-7-46,15 63,-107-496,73 310,39 200,3-1,2 0,2 0,3 0,1 0,4-9,-3 30</inkml:trace>
  <inkml:trace contextRef="#ctx0" brushRef="#br0" timeOffset="-16235.811">7820 1039,'-18'-19,"12"12,0 0,-1 0,1 0,-1 1,-1 0,1 0,-1 1,0 0,0 0,0 1,-1 0,1 0,-10-1,15 6,0 1,0 0,0 0,0 0,1 0,-1 0,1 0,-1 1,1-1,0 1,0 0,0 0,0 0,0 0,1 0,-1 0,1 0,0 0,0 1,0-1,0 0,1 1,-1-1,1 1,0-1,0 1,0-1,1 1,-1-1,1 0,0 1,0 0,-2 6,-1 43,2 0,2 1,2-1,11 48,-11-82,1 1,1-1,0 0,2-1,0 0,1 0,1 0,1-1,0-1,1 0,1-1,0 0,1-1,11 8,-15-13,-4-3,0 0,1-1,-1 0,1 0,0 0,1-1,-1 0,1 0,0-1,0 1,0-2,0 0,9 2,-14-6,0 0,1 0,-1 0,0-1,0 1,0-1,-1 0,1 0,0 0,-1 0,0 0,0 0,0-1,0 1,-1-1,1 1,-1-1,0 0,0 1,0-1,0 0,-1 0,1 0,-1 0,0 0,0 0,-1-1,1 0,8-97,-5-1,-7-42,3 85,1 57,0-1,1-1,-1 1,1-1,-1 1,0-1,-1 1,1-1,-1 1,0 0,0-1,0 1,-1 0,0 0,1 0,-1 0,-1 0,1 0,0 0,-1 1,0-1,0 1,0 0,0 0,-1 0,1 0,-1 0,-2 0,-10-2,0 1,0 1,0 1,0 0,-1 1,1 1,0 0,-1 1,1 1,-6 2,-63 25,48-10</inkml:trace>
  <inkml:trace contextRef="#ctx0" brushRef="#br0" timeOffset="26515.488">5309 3864,'-34'542,"-102"579,-25 1026,145 457,19-1890,-2-333,0-62,-1-64,0 256,-5-470,-1-16</inkml:trace>
  <inkml:trace contextRef="#ctx0" brushRef="#br0" timeOffset="27047.308">4254 11141,'3'56,"2"-1,3 0,2-1,10 30,-8-34,83 327,19 7,-110-373,13 45,2-1,3-1,2 0,2-2,6 4,-29-50,0 0,1 0,0 0,0-1,0 1,1-1,-1 0,1-1,1 1,-1-1,1 0,-1 0,1-1,0 0,0 0,1 0,-1-1,1 0,-1 0,1 0,0-1,-1 0,1 0,0-1,0 0,3 0,219-25,-182 13,-1-3,-1-2,0-1,-2-3,0-2,-1-1,-2-2,18-16,-9 10,109-84,-121 88</inkml:trace>
  <inkml:trace contextRef="#ctx0" brushRef="#br0" timeOffset="37129.583">9362 14538,'52'17,"297"-4,-240-14,4987 1,-4173-18,-821 13,-23 1</inkml:trace>
  <inkml:trace contextRef="#ctx0" brushRef="#br0" timeOffset="37726.88">10617 15023,'0'10,"0"32,0 28,0 27,0 26,0 21,0 25,-5-6,-6-17,-1-33</inkml:trace>
  <inkml:trace contextRef="#ctx0" brushRef="#br0" timeOffset="38134.573">11302 15737,'19'0,"12"0,20 0,15 0,27 0,11 0,-3 4,-8 3,-5-1,-9 4,-7 0,-7-2,-4-2,-8-2,-8-2,-2-1,-8-1</inkml:trace>
  <inkml:trace contextRef="#ctx0" brushRef="#br0" timeOffset="38560.084">11902 15280,'5'5,"1"11,0 22,-1 25,-2 15,-1 20,-1 7,0-10,-1-10,0-16,-1-19</inkml:trace>
  <inkml:trace contextRef="#ctx0" brushRef="#br0" timeOffset="39319.198">13643 15251,'0'-1,"-1"-1,1 0,-1 1,0-1,0 1,1 0,-1-1,0 1,0 0,0-1,-1 1,1 0,0 0,0 0,0 0,-1 0,1 0,-1 0,1 1,-1-1,1 0,-1 1,1-1,-1 1,1 0,-1-1,0 1,1 0,-2 0,-52-10,0 2,0 2,-1 3,-11 2,26 0,-258 1,295-1,1 1,-1-1,1 1,-1 0,1 1,-1-1,1 0,0 1,-1 0,1 0,-1 0,1 0,0 1,0-1,0 1,0 0,0 0,0 0,0 0,1 0,-1 0,1 1,0 0,-1-1,1 1,0 0,1 0,-1 0,0 0,1 0,0 1,-1-1,1 1,2 4,0 1,0-1,1 0,0 1,0-1,1 0,0 0,1 0,-1-1,1 1,1-1,0 0,0 0,4 4,3 7,63 84,-53-75,-1 0,-1 2,-1 0,-2 1,-1 1,-1 1,-1 0,1 12,-13-42,-1 1,0 0,0 0,0 0,0 0,0 0,0 0,-1 0,0 1,1-1,-1 0,-1 0,1 0,0 0,-1 0,1 0,-1 0,0 0,0 0,0 0,0 0,-1 0,1 0,-1-1,0 1,0 0,0-1,0 0,0 1,0-1,-1 0,1 0,-1 0,1-1,-1 1,0-1,0 1,0-1,1 0,-1 0,-2 0,-19 4,0-2,-1-1,1-1,0-1,0-1,-1-1,1-1,-1-1,10 1,0 0,0-1,1 0,-1-2,1 1,0-2,1 0,-1 0,1-1,-3-4,-18-17</inkml:trace>
  <inkml:trace contextRef="#ctx0" brushRef="#br0" timeOffset="40369.178">13899 15280,'0'783,"0"-1574,-2 775,2 0,0 0,0 0,2 0,0 0,1 0,0 1,1-1,1 1,1 0,0 0,1 0,0 1,1 0,1 1,0-1,1 2,0-1,1 1,0 1,12-9,-20 18,0 0,0 0,0 0,0 0,0 1,0-1,0 1,0 0,1 0,-1 0,1 1,-1-1,1 1,-1 0,0 0,1 0,-1 0,1 0,-1 1,1-1,-1 1,0 0,1 0,-1 1,0-1,0 1,0-1,0 1,0 0,0 0,0 0,-1 1,1-1,-1 1,0-1,1 1,-1 0,0 1,6 14,-1 1,-1 1,-1-1,0 1,-2 0,0 0,-2 0,0 0,-1 0,-1 2,2-6,-1-10,1 2,0-1,0 0,-1 0,0 0,0 0,-1 1,0-1,0 0,0 0,-1 0,0 0,-1 0,0-1,0 1,0-1,-1 0,1 0,-1 0,-1 0,1 0,-1-1,-1 1,-5 0,0 0,-1-1,1-1,-1 0,0 0,0-1,0-1,0 0,-1 0,-8-1,-93 25,111-23,0-1,1 0,0 1,-1 0,1-1,0 1,0 0,0 0,1 1,-1-1,1 0,-1 0,1 1,0-1,1 1,-1-1,0 1,1-1,0 1,0-1,0 1,0-1,1 1,-1-1,1 1,0-1,0 1,0-1,0 0,1 0,-1 1,1-1,0 0,0 0,0 0,1-1,-1 1,0-1,1 1,1 0,184 199,-147-159,6 6,1-1,3-2,2-3,36 23,-65-50,1-2,0 0,1-2,0 0,27 6,-25-12</inkml:trace>
  <inkml:trace contextRef="#ctx0" brushRef="#br0" timeOffset="40980.549">15269 15138,'-11'0,"0"0,0 1,0 0,1 1,-1 0,0 1,1 0,-1 1,1 0,0 0,0 1,-8 6,-12 10,2 2,1 1,0 1,2 1,1 1,1 1,2 2,1 0,1 1,1 1,2 0,1 1,2 1,1 0,2 1,1 0,2 1,1 0,2 0,2 0,1 0,2 1,1 6,-2-34,0 1,0 0,1 0,1-1,-1 1,1-1,1 1,0-1,0 0,1 0,0 0,0 0,1-1,0 0,1 0,0 0,0-1,1 0,-1 0,2 0,-1-1,1 0,0 0,7 3,18 3,1-2,1-1,0-2,0-1,0-2,1-1,-1-2,29-2,-39 1,7 2,0-1,-1-2,1-1,0-2,-1-1,1-1,-1-1,-1-2,0-1,0-2,25-14,-29 10</inkml:trace>
  <inkml:trace contextRef="#ctx0" brushRef="#br1" timeOffset="-70920.82">10760 5006,'-5'0,"0"0,-1 0,1 0,0 0,0 1,0 0,0 0,0 0,0 1,0 0,1 0,-1 0,1 0,-1 1,1-1,0 1,-1 0,2 1,-1-1,0 1,1 0,-1 0,1 0,0 0,-1 3,-10 20,0 2,2 0,1 0,2 1,1 1,1-1,2 1,-1 11,-10 71,5 2,5-1,7 66,-3-175,1 0,1-1,-1 1,1 0,0 0,0 0,0 0,1 0,0 0,0-1,0 1,0 0,1 0,0-1,0 1,0-1,0 0,1 0,0 0,-1 0,2 0,-1 0,0-1,1 1,0-1,-1 0,1 0,0 0,1-1,-1 1,0-1,1 0,-1-1,1 1,2 0,11-4,0 0,-1-2,1 0,-1 0,0-2,0 0,0-1,-1-1,0 0,0-1,-1-1,0-1,-1 0,7-7,38-31,-2-2,-2-3,-3-2,24-35,-29 31</inkml:trace>
  <inkml:trace contextRef="#ctx0" brushRef="#br0" timeOffset="-42932.664">14413 1154,'10'0,"22"0,16 0,24 5,23 15,26 6,30 2,14-3,-6-6,3-6,28-6,21-3,22-3,1-2,-20 0,-36 0,-44 0,-45 0</inkml:trace>
  <inkml:trace contextRef="#ctx0" brushRef="#br0" timeOffset="-42351.552">16068 1181,'-4'0,"-3"15,1 19,1 23,1 17,2 20,6 28,2 22,10 16,7 24,-1 11,-3-10,-6-15,-4-33,-4-40</inkml:trace>
  <inkml:trace contextRef="#ctx0" brushRef="#br0" timeOffset="-41422.444">16753 1610,'2'-2,"0"-1,1 1,-1 0,1 0,-1 0,1 0,0 0,0 0,0 1,-1 0,2-1,-1 1,0 0,0 0,0 1,0-1,1 1,-1 0,0-1,1 2,-1-1,0 0,0 0,1 1,24 4,-1 1,1 1,-2 1,1 1,16 9,5 2,650 268,-670-280,0 2,0 1,-1 1,-1 2,0 0,-1 2,21 16,-43-30,-1 1,1-1,0 0,0 1,-1 0,0-1,1 1,-1 0,0 0,0 0,-1 0,1 1,-1-1,1 1,-1-1,0 0,-1 1,1 0,0-1,-1 1,0-1,0 1,0 0,0-1,-1 1,1 0,-1-1,0 1,0-1,0 0,-1 1,1-1,-1 0,0 1,1-1,-1 0,-1 0,1-1,0 1,-1 0,0-1,1 1,-1-1,0 0,0 0,0 0,-1 0,-32 19,0-1,-1-2,-1-1,-1-2,0-2,-7 0,-33 14,-6 3,17-4</inkml:trace>
  <inkml:trace contextRef="#ctx0" brushRef="#br0" timeOffset="-40002.548">17753 1468,'42'1,"1"3,-1 1,0 2,20 8,-13-3,-1 3,0 2,-1 2,-2 2,18 12,73 43,4-7,122 42,-256-111,0 1,0 0,0 1,-1 0,1 0,-1 0,0 0,1 1,-1 0,0 0,0 0,-1 1,1 0,-1 0,0 0,0 0,0 0,0 1,-1 0,0 0,0 0,0 0,0 0,-1 1,0-1,0 1,-1-1,1 1,-1 0,-1 0,1 1,-4 11,-2 0,0 0,-1 0,-1-1,0 0,-1 0,-1-1,-1 0,0-1,-1 0,-1 0,-6 5,8-7,-118 140,-84 71,154-164,4-3</inkml:trace>
  <inkml:trace contextRef="#ctx0" brushRef="#br0" timeOffset="-37952.007">19350 1610,'20'3,"-1"0,1 1,-1 1,0 1,0 0,0 2,11 5,-25-10,124 47,-66-41,0-4,1-2,51-5,-50 0,74-14,-184 62,17-17,9-12,0 0,1 2,2 0,-1 1,2 0,1 1,1 1,0 1,2-1,1 2,0 0,2 0,-3 12,7-2,1 0,2 0,1 0,2 0,1 0,1-1,3 1,2 8,1-19,1 0,0-1,2 0,1-1,0-1,1 0,2-1,0 0,0-1,20 14,-23-23,1-1,-1 0,1-1,1-1,-1 0,1-1,0-1,0 0,1-1,-1-1,1 0,-1-1,1-1,0-1,-1-1,7-1,18 2,-17 1,-1-2,1-1,0-1,-1 0,0-2,0-1,0-1,-1-1,0 0,-1-2,0-1,0 0,-2-2,1 0,9-11,0-3</inkml:trace>
  <inkml:trace contextRef="#ctx0" brushRef="#br0" timeOffset="3235.215">20978 1439,'0'-24,"-1"1,0-1,-2 1,-1 0,0 0,-2 0,-1 0,0 1,-2 0,0 1,-2 0,-10-16,-16-15,-2 2,-2 2,-2 1,-2 2,-2 2,-2 3,-2 1,-1 3,-2 2,-13-4,-119-57,-5 9,-92-24,161 63,-42-19,-2 7,-3 8,-2 7,-2 7,-1 8,-154-4,-486 34,462 4,-645 27,459 8,2 23,-71 38,535-88,1 3,1 3,1 3,0 3,2 3,1 3,2 3,1 2,-30 25,3 16,3 4,4 3,3 5,-4 13,64-77,2 0,1 1,1 1,1 0,1 2,2-1,0 1,-4 24,-33 155,-6 100,33-134,6 1,8 88,8-234,0 1,2-1,2 1,0-1,2 0,1 0,1-1,2 0,1 0,1-1,13 21,219 341,15-12,-134-221,124 118,-207-235,2-2,2-2,1-2,2-2,1-3,1-1,37 13,-17-14,0-3,2-4,0-2,10-2,-10-1,200 39,198 11,-69-24,278 17,569-48,-848-11,1435-2,-1634 4,-1-8,0-10,-1-8,-1-9,81-30,-216 45,0-4,-2-2,-1-3,-2-3,-1-2,-1-3,27-25,-39 26,-2-2,-2-1,-1-3,-2-1,-3-2,18-29,-14 19,-3-2,-2-2,-3-1,-2-1,-3-1,-3-2,-2 0,11-67,-21 20,-5-1,-5-61,-1 122,-2-7,-2 0,-2 0,-3 1,-3 0,-2 0,-3 2,-1 0,-4 1,-17-32,25 60,0 1,-2 1,-1 0,0 1,-2 1,-1 0,0 2,-2 0,0 2,-1 0,-1 2,-3-1,-157-89,-98-36,44 23,-529-263,-466-147,1112 483,-2 6,-2 5,-2 5,0 6,-47 1,1 11,24 8</inkml:trace>
  <inkml:trace contextRef="#ctx0" brushRef="#br0" timeOffset="5852.918">15983 4207,'0'5,"9"21,9 20,1 27,-3 30,-4 12,-4 7,-3 20,-3 6,13 16,9 1,0-15,1-21,1-30,-4-30</inkml:trace>
  <inkml:trace contextRef="#ctx0" brushRef="#br0" timeOffset="6289.015">14926 6034,'5'0,"11"0,28 0,35 0,23 0,34 0,12 0,11 0,17 0,-2 0,-11 0,-9 0,-12-5,-24-2,-28 1,-29 1</inkml:trace>
  <inkml:trace contextRef="#ctx0" brushRef="#br0" timeOffset="7666.57">18665 5148,'-3'5,"0"0,0 0,-1-1,1 0,-1 0,0 0,-1 0,1 0,-1-1,1 0,-1 0,0 0,0-1,-6 3,9-4,-456 200,124-66,324-130,3-3,-1 1,1 0,-1 1,1 0,0 0,0 0,1 1,-1 0,1 0,0 1,-2 3,8-7,-1 0,1 0,0-1,1 1,-1 0,0 0,0-1,1 1,-1 0,1 0,0-1,-1 1,1 0,0-1,0 1,0-1,0 1,0-1,1 0,-1 1,0-1,1 0,-1 0,0 0,1 0,-1 0,1 0,0 0,-1-1,1 1,0 0,-1-1,1 1,0-1,156 33,291 21,224-10,-548-43,-85-2</inkml:trace>
  <inkml:trace contextRef="#ctx0" brushRef="#br0" timeOffset="8203.306">19893 4406,'-28'69,"-30"11,-4-2,-4-3,-64 57,53-54,-1 15,76-92,1 1,-1 0,1 0,0 0,0 0,0 0,0 1,0-1,0 0,1 0,-1 1,1-1,-1 0,1 1,0-1,0 1,0-1,0 0,1 1,-1-1,1 0,-1 1,1-1,0 0,0 0,0 1,0-1,0 0,0 0,1 0,-1 0,1-1,-1 1,1 0,0-1,0 2,84 38,42-7,1-5,22-3,113 25,-161-25,-48-11,1-2,0-2,0-3,45 0,-75-8</inkml:trace>
  <inkml:trace contextRef="#ctx0" brushRef="#br0" timeOffset="8598.203">21576 4320,'5'0,"6"0,7 10,4 42,4 41,-3 39,-5 36,-5 3,-6-17,-4-20,-1-28,-3-33</inkml:trace>
  <inkml:trace contextRef="#ctx0" brushRef="#br0" timeOffset="9000.081">20435 5891,'463'-17,"-227"-4,134-14,50-25,-212 20,-165 29</inkml:trace>
  <inkml:trace contextRef="#ctx0" brushRef="#br0" timeOffset="6731.513">15983 6375,'14'0,"30"0,26 0,21 0,33 0,16 0,-2 0,5 0,-2 0,-16 0,-15 0,-26 0</inkml:trace>
  <inkml:trace contextRef="#ctx0" brushRef="#br0" timeOffset="7056.289">17153 6347,'-10'0,"-8"10,-5 27,-10 27,2 32,-4 33,4 9,8-9,2-16,0-9,4-16,-5-24,2-23</inkml:trace>
  <inkml:trace contextRef="#ctx0" brushRef="#br0" timeOffset="10717.122">15669 9943,'-1'1,"0"0,1 1,-1-1,0 0,1 1,-1-1,1 1,0 0,0-1,-1 1,1-1,0 1,0-1,0 1,1-1,-1 1,0-1,0 1,1-1,-1 1,1-1,0 1,-1-1,1 1,0-1,0 0,0 0,0 1,0-1,0 0,0 0,0 0,0 0,0 0,1 0,-1 0,3 5,185 248,-144-202,-44-51,0 0,0 0,0 0,0 0,0 0,0 0,0 0,0-1,0 1,0 0,1-1,-1 1,0-1,0 0,1 1,-1-1,0 0,1 0,-1 1,0-1,1 0,-1 0,0-1,1 1,-1 0,0 0,1-1,-1 1,0 0,0-1,1 0,-1 1,0-1,0 0,0 1,0-1,0 0,0 0,0 0,0 0,0 0,0 0,0 0,-1 0,1 0,0-1,-1 1,1 0,-1 0,1 0,-1-1,0 1,0 0,1-1,-1 1,0 0,0-2,17-165,-17 140,-5-668,-4 532,-7 1,-7 1,-18-49,13 93,4-2,6 0,5-2,6 1,5-53,4 154,0 0,1-1,1 2,0-1,2 0,0 1,4-6,-7 18,1 0,-1 0,1 1,0 0,0 0,1 0,0 0,0 1,1-1,-1 1,1 1,0-1,0 1,1 0,-1 0,1 1,0 0,0 0,0 1,0 0,3-1,3 1,1 0,0 1,-1 0,1 1,-1 1,1 0,0 1,-1 0,0 1,1 0,-1 1,-1 1,1 0,0 1,21 15</inkml:trace>
  <inkml:trace contextRef="#ctx0" brushRef="#br0" timeOffset="11228.546">15441 9030,'14'0,"25"0,10-5,16-11,12-3,7-3,-5 2,2-1,-2 4,10-5,-1 1,-11 4,-13 5,-7 5,-5 3,-11 2</inkml:trace>
  <inkml:trace contextRef="#ctx0" brushRef="#br0" timeOffset="11850.065">16725 8802,'-34'52,"19"-19,1 0,2 0,1 1,2 0,1 1,2 0,0 9,5-41,1 0,-1-1,0 1,1 0,-1 0,1-1,0 1,0 0,0 0,0 0,0-1,1 1,-1 0,1 0,0-1,0 1,0-1,0 1,0 0,1-1,-1 0,1 1,0-1,-1 0,1 0,0 0,0 0,0 0,1 0,-1-1,0 1,1-1,-1 0,1 1,-1-1,1 0,-1 0,1-1,0 1,0-1,1 1,4-4,0 0,-1-1,0 0,0 0,0 0,0-1,-1 0,1 0,-1-1,-1 0,1 0,-1 0,0-1,0 0,-1 0,0 0,0 0,-1-1,0 1,0-1,0-3,1 3,9-17,-1-1,0 0,-2 0,-1-1,-2-1,0 1,-2-1,-1 0,-1-1,-1-20,-2 46,-1 1,0-1,0 1,0-1,0 1,0-1,-1 1,1-1,-1 1,1 0,-1 0,0 0,0 0,0 0,0 0,0 1,0-1,-1 1,1-1,0 1,-1 0,1 0,-1 0,0 0,1 0,-1 1,0-1,1 1,-1 0,0 0,0 0,1 0,-1 0,0 0,1 1,-1-1,0 1,1 0,-1 0,0 0,1 0,0 0,-1 1,1-1,-20 12</inkml:trace>
  <inkml:trace contextRef="#ctx0" brushRef="#br0" timeOffset="9628.97">21235 6433,'70'17,"400"-4,-341-14,136 2,-262-2,0 1,0 0,0-1,0 1,0 1,0-1,0 0,1 1,-1-1,0 1,0 0,-1 0,1 0,0 1,0-1,0 1,-1-1,1 1,-1 0,1 0,-1 0,0 0,0 1,0-1,0 0,0 1,0 0,-1-1,1 1,-1 0,0 0,0 0,0 0,0 0,0 0,-1 0,1 0,-1 0,0 0,0 0,0 0,0 1,-1-1,1 1,-9 32,-2-1,-1 0,-2-1,-1-1,-1 0,-2-1,-1 0,-2-2,-1 0,-15 14,-116 154,143-186,5-7,0 1,1 0,-1 0,1 0,0 0,0 1,1-1,0 1,0 0,1 0,0 0,0 1,0-1,1 0,0 1,1 1,2-5,1 0,-1 0,1 0,0-1,0 1,1-1,-1 0,1 0,-1 0,1 0,0 0,0-1,0 0,1 0,-1 0,0 0,1-1,-1 0,1 0,-1 0,1 0,0-1,0 1,-1-1,1-1,0 1,-1-1,1 1,-1-1,1-1,0 1,-1 0,0-1,30-6,0-2,-1-1,0-2,-1-1,-1-1,0-2,-1-1,22-18,2-1,-2-3,-1-2,-2-3,-3-1,-1-3,9-16,2-8</inkml:trace>
  <inkml:trace contextRef="#ctx0" brushRef="#br0" timeOffset="12493.219">19779 7745,'-142'28,"-342"118,413-125,47-11,37-4,360-9,-159 20,-181-14</inkml:trace>
  <inkml:trace contextRef="#ctx0" brushRef="#br0" timeOffset="13081.987">20720 7517,'-3'24,"-2"-1,0 0,-2-1,0 1,-2-1,0 0,-1-1,-2 0,0-1,-1 0,-1-1,-1-1,-15 16,21-23,-46 55,-2-4,-3-2,-3-3,-2-2,-13 4,-132 100,208-158,0-1,1 1,-1 0,1 0,-1 0,1 0,0 1,-1-1,1 0,0 0,0 1,0-1,0 1,0-1,0 1,0 0,0-1,1 1,-1 0,0-1,1 1,0 0,-1 0,1-1,0 1,0 0,0 0,0 0,0 0,1-1,-1 1,0 0,1 0,-1-1,1 1,0 0,0-1,0 1,-1-1,1 1,1-1,-1 1,0-1,0 0,0 1,1-1,-1 0,1 0,-1 0,1 0,-1 0,1 0,0 0,-1-1,1 1,0-1,-1 1,1-1,0 0,0 1,0-1,-1 0,1 0,0 0,0-1,50 14,1-3,0-1,0-4,28 0,-19-1,-33-2,108 7,-1 6,0 6,16 10,-90-14</inkml:trace>
  <inkml:trace contextRef="#ctx0" brushRef="#br0" timeOffset="14693.739">23032 7461,'25'60,"-3"2,-3 1,-3 1,-3 0,1 24,-8-57,64 467,-64-434,-16-38,-16-58,-83-197,47 99,6-2,6-2,-23-105,4-77,57 283,16 83,86 395,-70-354</inkml:trace>
  <inkml:trace contextRef="#ctx0" brushRef="#br0" timeOffset="15615.177">22262 8716,'5'0,"11"0,32 0,42-5,54-11,55-8,54-10,40-3,-19 4,-51 8,-64 7</inkml:trace>
  <inkml:trace contextRef="#ctx0" brushRef="#br0" timeOffset="16470.885">22660 9059,'21'212,"-19"-155,5 338,-11-366,-3-48,-10-316,16 253,0 32,3 0,1 0,3 1,2-1,7-21,-11 54,2-1,0 1,0 0,2 1,0-1,1 2,0-1,2 1,-1 0,2 1,0 1,1 0,0 0,1 1,0 1,8-4,-15 10,0 0,1 0,0 1,-1 1,1-1,0 1,1 0,-1 1,0 0,1 1,0-1,-1 2,1-1,0 1,-1 0,1 1,-1 0,1 1,-1-1,1 1,-1 1,0 0,0 0,0 1,0 0,0 0,-1 1,0-1,0 2,0-1,-1 1,0 0,0 0,0 1,-1 0,2 2,0 13,0 0,-1 1,-2-1,0 1,-1 0,-2 0,0 0,-1 0,-3 16,2 3,1-36,2 9,-1 0,0 0,-1 0,-1 0,0 0,-1 0,-1 0,0-1,-1 1,-1-1,0 0,-1 0,0 0,-1-1,-1 0,0 0,0-1,-2 0,1 0,-5 3,-6-5,0 0,0-2,-1 0,0-2,0 0,0-1,-1-1,0-1,0-1,0-1,1-1,-23-3,8 3,0-2,0-2,0-1,1-2,-1-1,2-2,-1-1,2-2,-1-1,2-2,0-1,-4-5,13-1,29 16,76 40,35 37,-3 4,-3 5,26 30,-66-53,-35-27,1-1,2-1,1-3,1-1,33 13,-41-24</inkml:trace>
  <inkml:trace contextRef="#ctx0" brushRef="#br0" timeOffset="17306.082">23945 9059,'0'-3,"0"-1,0 1,0 0,0-1,0 1,-1 0,0-1,0 1,0 0,0 0,0 0,-1 0,1 0,-1 0,0 0,1 0,-2 0,1 1,0-1,0 1,-1 0,1 0,-1 0,0 0,0 0,0 0,1 1,-2-1,1 1,0 0,-3-1,-8-4,-1 1,0 0,0 1,-1 1,1 1,-1 0,0 0,0 2,1 0,-1 1,0 0,1 2,-1 0,1 0,0 1,0 1,0 1,0 0,1 1,0 0,1 1,0 1,0 0,0 1,1 0,1 1,0 0,0 1,1 0,1 1,0 0,1 0,0 1,1 0,-1 2,4-2,0-1,1 2,0-1,1 0,1 0,0 1,1-1,0 0,1 1,1-1,1 0,-1 0,2 0,0 0,1 0,0-1,1 0,1 0,0 0,1-1,0 0,0-1,1 0,1 0,0-1,1 0,0 0,0-1,1-1,0 0,0-1,12 5,12-2,1-1,-1-3,1 0,0-3,1-1,-1-2,12-2,-46 2,30 0,1-1,-1-2,0-1,-1-2,1-1,-1-2,0-1,17-9,0-5</inkml:trace>
  <inkml:trace contextRef="#ctx0" brushRef="#br0" timeOffset="34738.833">11502 12882,'4'-6,"0"0,-1 0,-1 0,1-1,-1 0,0 1,0-1,-1 0,0 0,0 0,0 0,-1 0,0 0,-1 0,1 0,-1 0,-1 0,1 0,-3-5,3 7,0-1,0 0,-1 0,0 1,0-1,0 0,-1 1,1 0,-1 0,-1 0,1 0,-1 0,0 1,0-1,0 1,0 0,-1 0,0 1,0-1,0 1,0 0,0 1,-1-1,1 1,-1 0,1 0,-1 1,0 0,0 0,0 0,0 0,0 1,1 0,-1 1,-2-1,-148 53,120-36,1 2,1 1,0 1,1 2,2 2,0 1,2 1,-1 2,16-13,-1 0,2 1,0 0,1 1,1 1,1 0,1 0,0 1,1 0,1 0,1 1,1 0,1 0,1 0,-1 18,7-18,0 0,2 0,0-1,1 0,1 0,1-1,1 0,0 0,2 0,0-2,1 1,0-1,11 9,6 14,129 200,-155-234,0-1,0 2,0-1,0 0,-1 1,0-1,-1 1,1-1,-1 1,0 0,-1 0,0-1,0 1,0 0,-1 0,0-1,0 1,-1 0,0-1,0 1,0-1,-2 1,-5-1,-1 0,0 0,0-1,-1 0,1-1,-1 0,0-1,0-1,0 1,-1-2,1 1,0-1,-8-1,4 1,-72 7,0-5,0-3,-25-6,96 5,1-1,0 0,-1-1,1-1,1-1,-1 0,1-1,-1 0,2-1,-1-1,1 0,0-1,1 0,0-1,0 0,1-1,1 0,-8-10,4-6</inkml:trace>
  <inkml:trace contextRef="#ctx0" brushRef="#br0" timeOffset="35876.12">11902 12855,'0'944,"-11"-730,-6-156,17-58,0 1,0-1,0 1,0-1,0 0,0 1,0-1,-1 1,1-1,0 0,0 1,0-1,-1 1,1-1,0 0,0 1,-1-1,1 0,0 0,-1 1,1-1,0 0,-1 0,1 1,0-1,-1 0,1 0,-1 0,1 0,0 1,-1-1,1 0,-1 0,1 0,-1 0,1 0,0 0,-1 0,1 0,-1 0,1-1,0 1,-1 0,1 0,-1 0,1 0,0-1,-1 1,1 0,0 0,-1 0,1-1,0 1,-1 0,1-1,0 1,-1 0,1-1,-5-11,0 0,2 0,-1-1,1 1,1-1,0 0,1 0,0 0,1-1,-2-11,-11-184,12-149,2 306,1 0,3 1,3-1,1 2,3-1,1 1,3 1,2 0,3 2,1 0,19-27,-29 54,1 1,0 0,2 1,0 1,1 1,1 0,1 1,0 0,0 2,2 0,-1 1,2 1,-1 1,2 1,-1 1,1 0,0 2,1 1,-1 0,6 2,-19 2,1 1,-1 0,1 1,-1 0,0 0,0 1,1 1,-1-1,-1 1,1 1,0 0,-1 0,0 1,0-1,0 2,0-1,-1 1,0 1,0-1,-1 1,0 0,0 0,0 1,-1 0,3 6,5 10,0 2,-2-1,-1 1,-1 1,-2 0,0 0,-2 0,0 6,11 255,-14-282,-1 0,-1 1,1-1,-1 0,0 1,0-1,0 0,-1 0,0 1,-1-1,1 0,-1 0,0 0,-1 0,1-1,-1 1,0 0,-1-1,1 0,-1 0,0 0,0 0,-1-1,1 0,-1 0,0 0,0 0,-1-1,1 1,-1-1,1-1,-1 1,0-1,-24 3,0-2,0-1,-1-2,1 0,0-2,0-2,-12-3,-38-25,80 33,0-1,0 0,0 1,0-1,0 1,0-1,0 0,0 1,-1-1,1 0,0 1,0-1,0 0,0 1,-1-1,1 0,0 0,0 1,0-1,-1 0,1 1,0-1,-1 0,1 0,0 0,-1 1,1-1,0 0,-1 0,1 0,0 0,-1 0,1 0,0 0,-1 0,1 0,0 0,-1 0,1 0,-1 0,1 0,0 0,-1 0,1 0,0 0,-1 0,1 0,0 0,-1-1,1 1,0 0,21 36,52 57,5-3,3-4,10 2,-66-63,1 0,2-2,0-1,1-1,1-2,1-1,1-1,0-2,1-1,25 7,-27-15</inkml:trace>
  <inkml:trace contextRef="#ctx0" brushRef="#br0" timeOffset="36401.464">13842 12797,'-35'10,"0"2,0 2,2 1,-1 1,2 2,1 1,0 2,1 1,-14 15,25-19,1 1,2 0,0 2,0 0,2 0,1 2,1 0,0 0,2 1,1 0,1 1,1 0,1 0,1 0,1 1,2 0,0 0,2 10,0-20,-2 13,1 1,2-1,1 1,1-1,1 0,1 0,2-1,1 1,2-1,0-1,5 6,-9-24,1 0,0-1,1 0,0 0,0-1,1 0,0 0,0-1,1 0,-1-1,1 0,0 0,1-1,-1-1,1 1,0-2,9 2,192 12,-204-16,153-5,-128 3</inkml:trace>
  <inkml:trace contextRef="#ctx0" brushRef="#br0" timeOffset="43129.113">14984 5634,'-2'-2,"0"1,-1 0,0-1,1 1,-1 0,0 1,1-1,-1 0,0 1,0-1,0 1,0 0,1 0,-1 0,0 0,0 1,0-1,0 1,1 0,-1 0,0 0,1 0,-3 1,-15 8,1 1,0 1,1 0,0 2,1 0,0 1,1 0,1 2,0-1,2 2,-8 13,8-16,-28 36,2 2,2 1,3 2,2 1,2 2,4 1,1 1,3 4,-2 50,5 1,5 1,5 0,5 1,7 23,-3-109,13 1414,-13-1389,-3 72,6 1,5-1,6 0,5-1,27 87,-3-90,5-2,5-2,5-3,5-2,6-4,59 74,-75-117,3-2,2-3,3-2,3-4,3-2,1-2,3-4,2-4,3-2,0-4,3-3,1-3,60 15,-14-16,1-6,1-5,1-6,52-2,518-9,-302-16,-387 10,-11 1,0-1,1 0,-1 0,0 1,1-1,-1 0,1 0,-1 0,1 0,-1 0,1 0,-1 0,1 0,0 0,0 0,-1 0,1 0,0 0,0 0,0 0,0 0,0-1,1 1,-1 0,0 0,0 0,1 0,-1 0,1 0,-1 0,0 0,1 0,0 1,-1-1,1 0,0 0,-1 0,1 1,0-1,0 0,0 1,0-1,-1 0,1 1,0-1,0 1,0 0,0-1,0 1,0 0,0-1,0 1,1 0,-1 0,0 0,0 0,0 0,0 0,0 0,0 1,0-1,0 0,0 1,0-1,0 0,0 1,0-1,0 1,-174-167,-1 6,7-9,-79-108,186 196,41 35,18 46,1-1,0 0,0 0,0 1,0-1,0 0,1 0,-1 1,0-1,0 0,0 1,0-1,1 0,-1 1,0-1,1 0,-1 1,1-1,-1 0,1 1,-1-1,1 1,-1-1,1 1,-1-1,1 1,0 0,-1-1,1 1,0 0,-1-1,1 1,0 0,-1 0,1 0,0-1,-1 1,1 0,0 0,0 0,-1 0,1 0,0 1,0-1,-1 0,1 0,0 0,-1 1,1-1,0 0,-1 0,1 1,0-1,-1 1,1-1,-1 1,1-1,-1 1,1-1,0 1,76 48,12 29,-3 3,-4 3,-4 5,-3 2,57 94,-96-133,-2 0,-3 3,-2 0,-2 2,-3 1,-2 1,-3 0,-3 2,6 41,-15-41,-3 0,-2 1,-3-1,-2 0,-4 5,4-48,0 1,-1-1,-1 0,-1 0,0 0,-1-1,-1 0,-1-1,0 1,-2-2,1 1,-2-1,0-1,-1 0,0-1,-1-1,0 0,-1 0,0-1,-9 3,-8 3,0-1,-1-1,0-2,-1-2,-1-1,0-1,0-2,-25 1,5-4</inkml:trace>
  <inkml:trace contextRef="#ctx0" brushRef="#br0" timeOffset="44043.874">19835 10970,'1'0,"-1"-1,1 1,0-1,-1 1,1-1,-1 0,1 1,-1-1,1 0,-1 1,1-1,-1 0,0 1,0-1,1 0,-1 1,0-1,0 0,0 0,1 0,-1 1,0-1,0 0,0 0,-1 1,1-1,0 0,0 0,0 0,0 1,-1-1,1 0,0 1,-1-1,1 0,-1 1,1-1,-1 0,1 1,-1-1,1 1,-1-1,1 1,-1-1,0 1,1-1,-1 1,0 0,1-1,-1 1,0-1,-43-13,39 12,1 1,0-1,-1 0,1 1,-1 0,1 0,-1 0,1 1,-1-1,1 1,-1 0,1 0,-1 1,1-1,-1 1,1 0,-1 1,1-1,0 1,-1-1,1 1,0 0,0 1,0-1,1 1,-1 0,1 0,-1 0,0 1,-3 15,1 0,1 0,0 1,1 0,2 0,0 0,1 0,1 0,2 16,-2-8,0 15,-3-13,3 0,0-1,2 1,0-1,3 1,0-1,2 0,1-1,1 0,11 22,5-13,1-1,2-2,1 0,2-2,1-1,1-2,2-1,36 22,-54-41,-1 1,-1 1,0 0,-1 1,0 0,0 1,-2 1,0 0,0 1,-1 0,-1 1,-1 0,0 0,-1 1,0 0,-2 1,0-1,-1 1,2 18,-6-33,-1 0,0 0,0 0,-1 0,1-1,-1 1,1 0,-1 0,0 0,0 0,0 0,-1-1,1 1,-1 0,1-1,-1 1,0-1,0 0,0 0,0 1,0-1,0-1,-1 1,1 0,-1 0,1-1,-1 0,-1 1,-93 21,33-19,0-2,0-2,0-4,1-3,-1-2,-60-17,14-19,75 23</inkml:trace>
  <inkml:trace contextRef="#ctx0" brushRef="#br0" timeOffset="44949.136">21605 10970,'1'1,"0"1,0 0,0-1,0 1,0 0,-1-1,1 1,-1 0,1 0,-1 0,0 0,1-1,-1 1,0 0,0 0,-1 0,1 0,0 0,-1-1,1 1,-1 0,1 0,-1-1,0 1,0 0,0-1,0 1,-1 1,-16 26,-1 0,-2-1,-1-1,-1-1,-1-1,-1-2,-1 0,-1-1,-1-2,-12 6,-115 79,-144 113,296-215,-5 2,0 1,1 0,0 0,0 1,1-1,0 2,0-1,0 1,1-1,1 1,-1 1,1-1,0 1,1 0,0 1,4-6,0 0,0 0,1 0,0 0,0 0,0 0,0 0,0-1,1 1,0-1,0 0,0 0,0 0,0 0,0 0,1-1,0 0,-1 1,1-1,0 0,0-1,0 1,0-1,0 0,0 0,5 1,39 11,1-1,1-3,0-2,0-2,229 22,231 33,-304-20,-174-35</inkml:trace>
  <inkml:trace contextRef="#ctx0" brushRef="#br0" timeOffset="45478.89">22660 11028,'2'0,"-1"0,0 0,0 0,1 0,-1 1,0-1,1 0,-1 1,0-1,0 0,0 1,1 0,-1-1,0 1,0 0,0-1,0 1,0 0,0 0,0 0,0 0,-1 0,1 0,0 0,0 0,-1 0,1 1,-1-1,1 0,-1 0,0 0,1 1,-1-1,0 0,0 1,0-1,0 0,0 1,0-1,0 0,0 0,0 1,-1-1,1 0,0 0,-1 1,1-1,-1 0,0 1,-9 23,-1-1,-1-1,0 1,-2-2,-1 0,-1-1,0 0,-2-1,0-1,-1-1,-1-1,-1-1,0 0,-12 5,23-13,-245 183,251-189,1 0,-1 1,1-1,0 1,0 0,0 0,0 1,1-1,-1 0,1 1,0 0,0-1,0 1,0 0,1 0,-1 0,1 0,0 0,1 1,-1-1,1 0,-1 0,1 1,0-1,1 0,-1 0,1 0,0 1,0-1,0 0,1 0,-1 0,1-1,0 1,0 0,0 0,1-1,-1 0,1 1,0-1,0 0,0 0,3 2,19 14,1-1,1-1,1-2,0 0,1-2,0-1,1-1,0-2,6 0,4 4,552 179,-573-185,25 10,0-3,1-1,0-2,1-2,0-2,0-2,1-2,0-2,21-3,-8-8,5-4</inkml:trace>
  <inkml:trace contextRef="#ctx0" brushRef="#br0" timeOffset="45820.301">24744 10315,'15'4,"4"32,5 43,-3 37,-4 38,-1 26,-2 12,-5-16,-3-35,-2-35,-3-31,-1-24,-1-16,1-3,-1-3,0-6</inkml:trace>
  <inkml:trace contextRef="#ctx0" brushRef="#br0" timeOffset="46249.26">23604 12083,'0'1,"0"0,0 0,0 1,0-1,0 0,1 0,-1 0,1 0,-1 0,1 0,-1 0,1 0,-1 0,1 0,0 0,-1-1,1 1,0 0,0 0,0-1,0 1,0 0,0-1,0 1,0-1,0 1,0-1,0 0,0 1,0-1,0 0,0 0,0 0,0 0,0 0,1 0,-1 0,0 0,0 0,0 0,0 0,0-1,0 1,0-1,0 1,0-1,3 2,343 6,1317-8,-1619 1</inkml:trace>
  <inkml:trace contextRef="#ctx0" brushRef="#br0" timeOffset="47072.618">24545 12625,'-30'37,"19"-3,2 0,1 1,2 0,1 0,0 16,-3 21,-52 247,58-307,-1 1,0-1,-1 0,-1-1,1 1,-2-1,0 0,0 0,-6 7,10-17,1-1,0 0,-1 0,1 1,-1-1,1 0,-1 0,1 0,-1 0,1-1,-1 1,1 0,-1-1,1 1,0-1,-1 1,1-1,0 0,-1 1,1-1,0 0,0 0,0 0,0 0,0 0,0 0,0 0,0-1,0 1,0 0,0 0,1-1,-1 1,1 0,-1-1,1 1,-1-1,1 1,0-1,0 1,0-1,0 1,0 0,0-1,0 1,0-1,0 1,1-1,-11-51,3 0,2 0,2-1,2 0,4-16,0 20,2 0,1 1,3-1,3 1,1 1,2 0,3 0,-8 22,2 1,1 0,0 0,2 1,1 1,0 1,2 0,1 1,0 1,2 1,0 1,1 1,8-5,-15 13,1 0,0 2,1 0,-1 0,1 2,1 0,-1 1,1 0,-1 2,1 0,0 1,0 0,0 2,4 1,-18-2,1 1,-1 0,0 1,-1-1,1 1,0 0,0 0,-1 0,1 0,-1 0,1 1,-1 0,0-1,0 1,0 0,-1 1,1-1,-1 0,1 1,-1 0,0-1,-1 1,1 0,-1 0,1 2,19 108,-21-105,5 32,-3 0,-1-1,-2 1,-1 0,-6 24,6-54,0 0,-1-1,0 1,-1 0,0-1,-1 0,0 0,0 0,-1-1,0 0,-1 0,0 0,-1-1,1 0,-1 0,-1-1,0 0,0-1,0 0,0 0,-1-1,0 0,-1-1,-27 7,-1-2,0-2,-1-2,1-1,-1-2,0-2,0-2,-23-4,29 4,18 3,0-2,1 0,-1-1,1-1,-1 0,1-1,0-1,0 0,1-1,57 13,62 26,-1 4,96 49,-134-57,403 174,-366-178,-61-21</inkml:trace>
  <inkml:trace contextRef="#ctx0" brushRef="#br0" timeOffset="47725.214">26029 12539,'73'-20,"-71"20,0-1,1 1,-1 0,0 1,1-1,-1 0,0 1,1-1,-1 1,0 0,0 0,0 0,1 0,-1 0,0 0,0 0,-1 1,1-1,0 1,0-1,-1 1,1 0,-1 0,1 0,-1 0,0 0,0 0,0 0,0 0,0 0,0 0,0 1,-1-1,1 0,-1 1,0-1,0 0,0 1,0-1,0 0,0 2,-21 99,5-73,0-1,-2-1,-1-1,-1 0,-2-2,0 0,-1-2,-10 7,-88 100,97-100,2 0,2 2,0 0,3 1,0 1,2 0,2 1,1 1,2 0,-3 20,12-52,0 0,0-1,0 1,0 0,1 0,-1-1,1 1,0 0,0 0,1 0,-1-1,1 1,-1 0,1 0,1-1,-1 1,0-1,1 1,0-1,-1 1,1-1,1 0,-1 0,0 0,1 0,-1 0,1-1,0 1,0-1,0 0,0 0,1 0,-1 0,1 0,-1-1,4 2,29 3,0-1,0-2,1-2,-1-1,16-3,-4 2,15-1,-13 0</inkml:trace>
  <inkml:trace contextRef="#ctx0" brushRef="#br0" timeOffset="48355.154">25058 14452,'-560'-54,"556"53,0 1,1-1,-1 1,0 0,0 0,0 0,0 0,0 1,0-1,1 1,-1 0,0 0,0 1,1-1,-1 1,1-1,-1 1,1 1,0-1,0 0,0 1,0-1,0 1,1 0,-1 0,1 0,-1 0,1 0,0 1,0 4,0 0,1 1,0-1,0 0,0 1,1-1,1 0,0 1,0-1,0 0,1 0,0 0,1 2,7 16,1 0,1 0,1-1,1-1,1 0,2-1,0-1,5 3,67 72,4-4,4-5,94 66,-46-37,-139-112,3 0,0 0,-1 1,0 0,0 0,0 1,-1 0,0 0,0 1,-1 0,0 0,-1 1,1-1,-2 1,1 1,-1-1,0 0,-1 1,0 0,-1 0,0 0,-1 0,0 0,0 1,-3-6,0-1,0 1,-1 0,0-1,0 0,0 1,0-1,-1 0,0-1,1 1,-1-1,0 1,-1-1,1-1,-1 1,1 0,-1-1,0 0,0 0,0-1,0 1,0-1,-2 0,-54 14,-2-3,1-3,-1-2,-59-2,-257-6,300-18,61 6</inkml:trace>
  <inkml:trace contextRef="#ctx0" brushRef="#br0" timeOffset="49194.626">25887 14510,'2'2,"0"0,0 0,0 0,0 0,0 0,0 0,0 1,-1-1,1 0,-1 1,0 0,1-1,-1 1,-1 0,1 0,0-1,-1 1,1 0,-1 2,1-3,10 62,-3 0,-2 1,-4 56,-1-75,0 269,-2-830,1 456,2-1,3 1,2 1,14-49,-21 100,1 0,0 0,1 1,-1-1,1 1,1-1,-1 1,1-1,0 1,0 0,1 0,0 1,0-1,0 1,1 0,0 0,0 0,0 1,0 0,1 0,0 0,0 0,0 1,0 0,0 0,1 1,-1 0,1 0,-1 0,1 1,0 0,0 0,0 1,-1 0,4 0,-7 1,0 0,0 0,0 0,0 0,0 0,0 1,-1-1,1 1,0 0,-1 0,1 0,-1 0,1 0,-1 1,0-1,0 1,0-1,-1 1,1 0,0-1,-1 1,0 0,0 0,0 0,0 0,1 3,24 188,-24-168,-1 0,0-1,-2 1,-1 0,-1-1,-2 1,0-1,-1 0,-2-1,0 1,-2-2,-1 1,-3 3,3-11,-1 0,-1-1,-1 0,0-1,-1 0,0-1,-1-1,0-1,-1 0,0-1,-1-1,0 0,-1-2,0 0,0-1,0-1,-1-1,-16 2,11-3,20-4,0 1,1 0,-1 1,0-1,1 1,-1 0,0 0,1 0,-1 1,1 0,0-1,-1 2,1-1,0 0,-1 2,20 17,159 67,409 209,-452-227,-87-49</inkml:trace>
  <inkml:trace contextRef="#ctx0" brushRef="#br0" timeOffset="49640.176">27456 14395,'-12'60,"-93"380,101-420,-16 80,5 2,5-1,3 11,6-110,1 1,-1-1,1 1,0-1,0 1,0-1,0 1,0-1,0 1,1 0,0-1,-1 0,1 1,0-1,0 1,0-1,0 0,0 1,1-1,-1 0,1 0,-1 0,1 0,0-1,0 1,0 0,0-1,0 1,0-1,0 1,1-1,-1 0,0 0,1 0,-1-1,1 1,-1 0,1-1,1 1,54 3,1-3,-1-1,0-4,19-4,-10 1,37-2</inkml:trace>
  <inkml:trace contextRef="#ctx0" brushRef="#br0" timeOffset="50176.138">28797 14280,'-150'109,"52"-46,91-57,0 0,1 1,0 0,0 0,0 0,1 1,0 0,0 0,1 0,0 0,0 1,1 0,0 0,1-1,0 2,0-1,1 0,0 0,0 0,1 1,1-1,0 0,0 0,0 1,2 0,-2-1,1 0,0 0,1 0,0 0,1 0,-1-1,2 0,-1 0,1 0,0 0,1-1,0 1,0-1,1-1,-1 1,1-1,1-1,-1 1,9 4,2 0,1-1,1 0,0-1,0-1,0-1,1-1,0-1,5 0,155 51,-105-37,-41-13</inkml:trace>
  <inkml:trace contextRef="#ctx0" brushRef="#br0" timeOffset="50677.546">29852 14339,'-23'47,"-20"2,-2-2,-2-2,-2-2,-16 9,-87 77,144-123,0 0,1 1,0 0,0 0,0 1,1 0,0 0,1 0,0 1,0-1,1 1,0 1,0-1,1 0,0 1,1 0,0 0,1-1,0 1,0 0,1 0,0 0,1 0,0 0,1 0,0 0,0-1,1 1,1-1,-1 0,1 1,1-2,0 2,15 9,0-1,1 0,0-2,2-1,-1 0,2-2,0-1,1 0,23 6,-16-7,1-1,0-1,0-2,1-2,-1-1,1-1,0-2,28-3,-16 0</inkml:trace>
  <inkml:trace contextRef="#ctx0" brushRef="#br0" timeOffset="51050.108">30480 14025,'14'3,"29"115,-19 27,-7 1,-1 118,-10-154,21 631,-26-707,1 0,2 0,1-1,2 0,8 26,-7-36</inkml:trace>
  <inkml:trace contextRef="#ctx0" brushRef="#br0" timeOffset="52941.153">27113 16850,'-95'0,"30"4,-1-3,1-3,0-2,0-4,0-2,1-3,1-3,0-3,-1-3,-16-20,2-4,2-3,3-4,1-2,3-4,-15-20,-120-106,9-10,-62-87,172 181,4-4,5-3,4-4,-43-94,59 71,7-3,5-2,6-2,7-1,-2-54,11-103,23 287,0 0,0 0,1 1,1-1,0 0,1 1,0 0,1 0,0 0,1 0,0 1,1 0,1 0,-1 1,1 0,1 0,0 1,1 0,-1 0,2 1,-1 1,2-1,28-13,1 1,1 2,1 1,1 3,0 2,1 1,0 2,0 3,1 1,0 3,37 2,658 0,-421 2,1348 1,-191-86,-871 39,107 25,-602 24,1 5,-1 6,-1 4,-1 4,-1 6,-2 4,-1 5,62 33,-102-42,-2 2,0 3,-2 3,-2 3,-2 2,-2 3,26 28,-70-64,-1 1,-1 0,0 0,0 0,-1 1,-1 1,0-1,-1 1,0 0,-1 1,0-1,-1 1,0 0,-2 0,1 0,-2 1,0-1,-1 9,-21 328,17-320,-2 1,-1-2,-1 1,-2-1,-1 0,-1-1,-1-1,-2 0,-1 0,-1-2,-1 0,-2-1,0-1,-1-1,-11 8,-97 89,-5-5,-5-6,-5-6,-51 22,-235 112,287-172,-128 39,98-40,-159 59,-6-14,-3-15,-5-15,-156 8,154-59,-1-15,-146-21,115 2,-978 1,1328 5,9 2,1-1,-1-1,0-1,0-1,1-1,-1-1,1 0,0-2,0 0,0-1,1-1,0-1,1-1,0 0,-11-16,1-1,1 0,2-3,1 0,-12-20,13 19,-38-48,4-2,3-3,5-2,-16-41,22 23,4-2,5-2,5-1,5-2,4 0,6-1,2-36,11-252,2 370,1 0,2 0,1 0,1 1,2 0,1 0,1 0,2 1,0 1,2 0,1 1,1 0,1 1,2 1,0 1,20-19,20-15,2 3,3 2,2 3,2 3,1 3,3 3,1 3,2 3,1 4,75-19,5 19,1 6,0 7,158 4,1226 7,-1097 10,3022 2,-3344-6,1 5,19 8,-101-7,-1 1,-1 2,0 2,0 2,-1 1,0 2,-1 1,12 9,-26-10,-1 0,-1 1,0 1,-1 1,-1 0,-1 2,9 13,6 12</inkml:trace>
  <inkml:trace contextRef="#ctx0" brushRef="#br0" timeOffset="60102.687">25600 16935,'0'9,"-1"-1,-1 1,0-1,0 0,0 0,-1 0,0 0,0 0,-1-1,0 1,-1-1,0 0,0 0,0-1,-1 1,0-1,0 0,0-1,-1 0,-1 1,-7 5,0-1,-1 0,0-2,-1 0,0 0,0-2,-1 0,-13 2,10-4,0-1,0-1,-1-1,1-1,0-1,0 0,-1-2,1-1,1 0,-1-1,1-2,0 0,0-1,1-1,-14-8,-20-16,1-2,1-2,3-3,-31-32,-5-12,3-4,5-4,3-3,5-3,4-3,4-2,5-3,5-2,4-3,6-1,-2-22,-56-305,86 372,-22-135,10-3,8 0,9-54,7 213,2 0,2 1,2-1,3 1,1 1,1-1,3 2,2 0,2 0,1 2,2 0,2 2,10-11,10-8,3 3,2 2,3 1,1 4,3 1,2 3,1 2,3 3,1 3,1 2,2 4,59-20,17-1,2 5,2 7,145-19,115 18,0 18,255 24,-379 1,-118-2,281 4,32 21,499 101,-732-97,-2 11,-2 10,-3 11,105 46,-199-54,3 0,-4 5,-1 6,12 16,-109-52,-1 2,-1 2,-2 2,-2 1,21 26,-22-15,-1 0,-2 2,-3 2,-2 1,-2 1,-3 1,-1 1,-4 1,0 6,13 38,-4 1,-4 1,-5 1,-4 1,-1 69,-17 275,2-412,-1-1,-2 1,-1-1,-2 0,-2 0,0-1,-3 0,-1-1,-1 0,-2-1,-1-1,-1-1,-24 27,-23 16,-4-3,-2-3,-4-3,-2-3,-3-5,-31 16,38-29,-1-3,-2-3,-1-3,-2-4,-1-4,-1-3,-2-3,-72 6,-338 34,-390-7,35-29,-1246 41,648-69,1391 2,0-4,0-1,1-3,1-2,-1-3,2-2,-21-11,46 14,1-1,1-1,0-1,1-2,1 0,0-1,2-2,1 0,0-2,-14-21,3 1,6 6</inkml:trace>
  <inkml:trace contextRef="#ctx0" brushRef="#br0" timeOffset="67465.294">16211 14309,'0'-4,"5"-3,6 1,11 1,7 1,8 7,18 7,3 2,2 0,1-3,-1-3,-5-3,-3-1,-5-1,-11-1</inkml:trace>
  <inkml:trace contextRef="#ctx0" brushRef="#br0" timeOffset="67896.574">15755 14738,'1'3,"0"0,0 0,0 0,1 0,-1 0,1 0,0 0,0-1,0 1,0-1,0 1,1-1,-1 0,1 0,0 0,-1 0,1-1,0 1,0-1,0 0,0 1,0-1,0-1,1 1,-1 0,0-1,0 1,0-1,1 0,-1 0,0-1,1 1,-1-1,1 0,8 2,485 32,223-33,-653 0</inkml:trace>
  <inkml:trace contextRef="#ctx0" brushRef="#br0" timeOffset="68734.381">18979 13025,'-34'-34,"3"19,0 1,-1 2,0 1,-1 1,0 2,-1 1,0 2,1 2,-2 0,1 3,0 0,-17 4,44-4,-145 4,144-4,0 1,0 1,1-1,-1 1,1 1,0-1,-1 1,1 0,0 1,1 0,-1 0,1 0,-1 1,1 0,1 0,-1 1,1 0,0 0,0 0,1 0,-1 1,1-1,1 1,-1 0,1 0,0 3,-6 16,2-1,0 1,2 1,1-1,1 1,2 0,0 4,7 246,-4-258,0 1,1-1,0 0,2-1,0 1,1-1,1 0,1 0,1-1,0 0,1 0,1-1,0-1,1 0,1 0,0-1,13 10,-12-14,0 1,-2 0,1 1,-1 0,-1 1,0 0,-1 1,-1 0,0 0,-1 1,0 0,-1 1,-1 0,0 0,-1 0,-1 0,-1 1,0 2,-3-16,0 0,0 0,0 0,0 0,-1 0,1 0,-1 0,0 0,0-1,0 1,0 0,-1 0,1-1,-1 1,0-1,1 1,-1-1,0 0,0 0,-1 0,1 0,0 0,-1 0,1 0,-1-1,1 1,-1-1,0 0,0 0,0 0,1 0,-1 0,0-1,-1 1,-106-3,53-7,-1-3,2-2,0-3,-25-12,-4-8</inkml:trace>
  <inkml:trace contextRef="#ctx0" brushRef="#br0" timeOffset="69637.569">19180 13196,'3'1,"1"1,-1-1,0 0,1 1,-1 0,0 0,0 0,-1 0,1 0,0 0,-1 1,1 0,-1-1,0 1,1 0,-1 0,-1 0,1 0,0 0,-1 1,0-1,0 0,0 1,0-1,0 1,-1-1,1 1,-1 0,0-1,0 1,0 0,1 1,12 102,-4 1,-5 0,-4 2,0-35,-1 249,-1-972,0 595,2 1,2-1,3 0,2 1,2 0,3 1,2 0,2 1,2 0,14-23,-29 64,1 2,-1-1,2 0,-1 1,1 0,1 0,-1 0,1 0,0 1,0 0,1 0,0 1,0 0,0 0,1 1,0 0,0 0,0 0,0 1,0 1,0-1,1 1,0 1,-1-1,1 2,0-1,-1 1,9 1,-6 1,0 1,0 0,0 1,0 0,-1 1,0 0,0 1,0 0,0 0,-1 1,0 1,-1-1,1 1,-1 1,-1-1,0 1,0 1,-1-1,3 7,3 7,-1 0,-2 1,0 1,-1-1,-2 1,-1 0,0 1,-1 9,4 257,-8-285,0 0,0 0,0 0,-1 0,0-1,-1 1,0 0,0 0,0-1,-1 1,0-1,0 0,0 0,-1 0,0 0,0-1,-1 1,1-1,-1 0,0-1,-1 1,1-1,-1 0,0 0,-1 0,-9 2,0-2,-1 0,1 0,-1-2,1 0,-1-1,0-1,0 0,1-1,-3-1,-55-1,74 3,-1 0,0-1,1 1,-1 0,0 0,1 0,-1-1,0 1,0 0,1 0,-1 0,0 0,1 0,-1 0,0 0,0 1,1-1,-1 0,0 0,1 0,-1 1,0-1,1 0,-1 1,1-1,-1 1,0-1,1 1,-1-1,1 1,-1-1,1 1,0-1,-1 1,1 0,-1-1,1 1,0 0,0-1,-1 1,1 0,0-1,0 1,0 0,0-1,0 1,0 0,0 0,0-1,0 1,0 0,0-1,0 1,1 0,-1 0,0-1,89 57,89 32,81 59,-222-123,2-3,1-1,0-2,2-2,19 5,-31-14</inkml:trace>
  <inkml:trace contextRef="#ctx0" brushRef="#br0" timeOffset="70275.203">20948 13083,'-23'0,"18"-1,-1 0,1 0,-1 1,1 0,-1 0,1 1,-1 0,1-1,-1 2,1-1,-1 1,1 0,0 0,0 0,0 1,0-1,1 1,-1 1,1-1,-1 1,-3 8,0 0,0 1,2 0,-1 0,2 0,-1 1,2 0,0 0,-2 14,-3 6,-22 77,5 1,5 1,5 1,4 0,5 95,6-203,2 1,-1-1,1 0,0 0,0 1,0-1,1 0,0 0,0 0,1-1,0 1,0 0,0-1,1 0,-1 0,1 0,0 0,1-1,-1 1,1-1,0 0,0 0,0-1,1 0,-1 0,1 0,0 0,-1-1,2 0,13 4,1-1,-1-1,1-1,-1-1,1-1,0 0,0-2,0 0,-1-2,1 0,-1-1,1-1,-2-1,1-1,0-1,-1 0,10-7,6-7</inkml:trace>
  <inkml:trace contextRef="#ctx0" brushRef="#br0" timeOffset="71029.286">17525 14709,'2895'18,"-2579"-13,-69-2,45 1,-223-4,-30 0</inkml:trace>
  <inkml:trace contextRef="#ctx0" brushRef="#br0" timeOffset="73094.225">19521 15251,'-1'-1,"0"0,0 0,0-1,0 1,0 0,0-1,0 1,1-1,-1 1,0-1,1 1,-1-1,1 0,0 1,0-1,-1 0,1 1,0-1,0 0,0 1,1-1,-1 1,0-1,1 0,-1 1,1-1,-1 1,1-1,0 1,0-1,-1 1,1-1,6-29,1 1,1 0,2 1,1 0,1 1,17-26,-30 53,0-1,0 0,1 1,-1-1,1 1,-1-1,1 1,0-1,0 1,-1 0,1-1,0 1,0 0,0 0,0-1,1 1,-1 0,0 0,0 0,1 1,-1-1,1 0,-1 0,0 1,1-1,-1 1,1-1,0 1,-1-1,1 1,-1 0,1 0,0 0,-1 0,1 0,-1 0,1 1,0-1,-1 0,1 1,-1-1,1 1,-1 0,1-1,-1 1,0 0,1 0,-1 0,0 0,0 0,0 0,1 0,-1 0,0 1,0-1,0 1,6 19,-2-1,0 1,-2 0,0 0,-1 0,-1 1,-1-1,-2 10,2 4,-2 104,10 198,11-46,-18-287,-1-1,1 0,-1 0,0 0,0 0,0 0,-1 1,1-1,-1 0,1 0,-1 0,0 0,0 0,0 0,-1 0,1 0,-1-1,0 1,1-1,-1 1,0-1,-1 1,1-1,0 0,-1 0,1 0,-1 0,1-1,-1 1,-2 0,-18 4,1-1,-1-1,0-2,0 0,-1-1,1-2,0 0,0-1,-12-4,8 3,-131-16,160 15,262 1,532 4,-796 0,0-1,0 0,0 1,0-1,0 0,0 1,0-1,0 1,0-1,0 0,0 1,0-1,0 0,0 1,0-1,0 0,0 1,1-1,-1 0,0 1,0-1,0 0,1 1,-1-1,0 0,0 0,0 1,1-1,-1 0,0 0,1 1,-1-1,0 0,1 0,-1 0,0 0,1 1,-1-1,-15 6</inkml:trace>
  <inkml:trace contextRef="#ctx0" brushRef="#br0" timeOffset="76039.777">21605 13966,'56'-113,"-45"73,-2-1,-1 1,-2-2,0-25,-2 23,11-394,-20 362,-3 1,-3 0,-4 0,-3 2,-3 0,-3 1,-3 1,-14-19,11 29,-3 2,-3 1,-3 2,-1 1,-3 3,-3 1,-50-44,44 52,-1 2,-2 3,-1 2,-2 3,-2 2,0 3,-2 2,-1 3,-1 3,-1 3,0 3,-1 2,-21 1,-70-12,-126-21,-2 12,-90 10,-61 27,394-1,0 2,1 1,-1 3,2 1,-1 2,2 2,0 2,1 1,0 2,2 1,0 2,-15 15,0 4,2 3,2 1,1 3,4 1,1 3,3 1,2 2,2 1,3 2,3 1,2 1,3 1,2 4,-36 159,-21 177,42-129,13 0,12 2,21 213,-10-459,2 0,2 0,0 0,2-1,1 0,2 0,0-1,2 0,1 0,1-1,4 4,37 55,3-3,4-3,4-2,2-3,35 26,-42-55,3-2,1-3,2-3,2-2,1-4,2-3,0-3,2-2,20 0,50 7,1-7,1-5,1-7,0-7,97-10,-121 4,964-4,-1032 6,0-2,0-3,0-2,-1-2,0-3,-1-2,0-2,-1-3,-1-1,-1-3,-1-2,-1-2,-2-2,25-21,-1-19,-3-2,-3-3,-3-2,25-48,33-41,-94 137,-1-1,-2-1,-1-1,-2-1,-1-1,-1 0,-2-1,-2-1,-1 0,-1 0,1-16,-2-72,-5-1,-6-32,0 34,2 48,1-9,-3-1,-4 1,-3 1,-10-31,-5 34,-4 0,-4 2,-2 1,-4 2,-3 1,-3 2,-3 3,-27-29,-26-43,69 90,-3 2,-2 1,-2 2,-2 2,-30-25,61 61,-12-12,0 1,-1 1,-1 2,0 0,-1 1,-1 1,0 2,-13-5,10 11</inkml:trace>
  <inkml:trace contextRef="#ctx0" brushRef="#br0" timeOffset="83829.878">16811 4320,'-106'77,"92"-66,-1 0,0-1,0 0,-1-1,-1-1,0-1,0 0,0-1,0-1,-1 0,0-2,0 0,-18 0,-81 0,0-6,0-5,-36-10,68 1,1-3,1-4,2-4,0-3,-37-22,45 19,1-4,2-2,2-3,1-4,3-2,-35-36,-1-12,5-4,4-4,4-4,6-4,-47-88,71 110,4-2,4-3,4-2,5-1,4-2,4-2,-11-74,16-88,12 0,15-155,-1 411,1 0,0 0,1 0,0 0,0 1,1-1,0 0,0 1,1-1,1 1,-1 0,1 0,0 0,1 0,0 1,0 0,1 0,0 0,0 1,0 0,7-5,20-8,2 2,0 1,0 2,2 1,0 2,0 1,28-2,39-13,864-214,-747 195,0 9,3 11,79 6,-131 14,400-26,-548 27,883-70,332 68,-734 8,-71 3,281 46,176 82,-815-122,-1 2,0 4,-1 4,-1 2,-2 4,0 2,-2 4,-2 3,53 38,-80-40,-1 2,-1 1,-2 2,-3 1,-1 2,3 9,-6-7,-2 2,-3 1,-2 1,-1 1,-3 0,-2 2,1 16,16 96,6 114,-29-197,18 170,-12 0,-10 5,-6-205,2-11,-3 1,-1-1,-1 0,-3 0,-9 32,-3-24,-3-1,-2-2,-2 0,-1-1,-3-2,-1-1,-2-1,-2-2,-2-1,-1-2,-1-1,-28 17,14-7,-1-2,-2-3,-1-2,-2-2,-2-3,-42 15,-6-15,0-5,-2-5,-1-4,-67 0,91-9,-428 29,-13-22,517-16,-1695 8,1355-22,2-14,1-16,-182-53,451 80,-149-35,-2 10,-208-9,-579-27,963 74,-28 0,1-3,-1-4,-66-19,139 28,1 0,0-1,0 0,1 0,-1-1,1 0,-1 0,1 0,1-1,-1 0,1-1,-1 1,1-1,1 0,-1-1,1 1,1-1,-1 0,1-1,0 1,1-1,-1 1,1-1,1 0,0 0,-20-97,5 0,-2-100,5 53,-49-263,45 303,4-1,6 0,6-103,3 158,-2 11,2-1,2 1,2 0,3 1,5-19,72-91,-67 127,1 0,1 2,2 0,0 2,2 0,1 2,1 0,0 2,29-17,22-9,2 3,2 4,20-4,65-21,4 7,1 8,3 8,112-12,151-1,130 11,1428 12,-1504 34,994-1,-1438-1,-8-2,-1 1,0 2,1 2,-1 2,0 1,-1 2,0 1,20 9,-24-1,0 1,-1 1,-1 2,-1 1,-1 2,-1 0,-2 2,0 2,-1 0,19 29,-2 4,-3 2,-3 2,-2 0,-3 3,-2 4,32 103,-8 2,17 120,-44-148,-7 2,-6 0,-7 0,-7 29,0-140,3-24,-1 1,0-1,-2 1,0-1,-1 1,0-1,-2 0,0 0,0 0,-1-1,-2 1,1-1,-2 0,1-1,-10 12,-15 2,0-1,-2-2,-1-1,-1-2,-1-1,-1-2,-1-2,-23 7,43-15,-116 49,-2-5,-2-7,-2-5,-57 5,-270 16,-3-20,-130-19,-1230-12,1199-14,352 2,-667 13,768 5,-115 29,149-22,79-15,0-4,0-2,-26-4,84-1,1-1,0 0,0 0,0 0,0-1,1 0,-1-1,1 1,0-1,1 0,-1-1,1 1,0-1,0 0,1-1,-1 1,1-1,1 0,0 0,0 0,0 0,0 0,1-1,1 1,-1-1,1-2,-2 1,-105-401,86 316,-100-514,-52-160,51 241,92 409,4 5,5 0,5-1,-2-113,18 223,1 0,0 0,0 0,0 0,0 0,0 1,1-1,-1 0,1 0,0 0,1 0,-1 1,1-1,-1 0,1 1,0 0,0-1,1 1,-1 0,1 0,-1 0,1 0,0 1,0-1,0 1,1-1,-1 1,0 0,2 0,36-16,1 1,0 3,1 1,0 2,1 2,0 2,1 2,35 0,611-3,-471 10,3411 1,-3578-4,0-3,0-2,0-2,-1-3,8-4,130-31,-165 38</inkml:trace>
  <inkml:trace contextRef="#ctx0" brushRef="#br0" timeOffset="86209.831">18894 2637,'-80'-11,"-182"-17,-181-19,-138 16,379 31,1 8,-89 20,182-12,0 4,1 5,1 5,-11 9,-256 122,-76 88,155-73,-181 148,322-199,5 6,6 6,6 7,7 5,6 6,2 13,-51 56,59-84,6 6,7 4,6 4,-7 32,37-34,7 3,-19 95,-68 285,114-375,7 1,7 0,7 14,11 562,5-649,3-1,4 0,4-1,4-1,22 54,-27-82,214 674,-158-487,21 68,53 100,389 753,-407-932,66 79,-156-256,4-2,1-1,3-3,2-2,2-2,2-2,1-3,51 29,247 142,-284-176,237 124,30-4,25-34,-189-71,-140-40,1-2,1-1,0-2,0-1,0-1,0-2,1-2,-1-1,5-1,-3-8,-8-3</inkml:trace>
  <inkml:trace contextRef="#ctx0" brushRef="#br0" timeOffset="86910.191">16098 12539,'0'-2,"1"0,0 0,1 0,-1 0,0 1,1-1,-1 0,1 0,-1 1,1-1,0 1,-1 0,1-1,0 1,0 0,0 0,0 0,0 0,0 0,0 1,1-1,-1 1,0-1,0 1,0 0,1 0,0 0,17 0,0 2,0 0,0 2,-1 0,1 1,-1 0,0 2,-1 1,0 0,0 1,0 1,-1 0,-1 1,5 5,48 29,-1 3,-3 3,-2 3,-2 2,12 20,-59-63,-2 2,0 0,-1 0,0 1,-1 1,-1-1,0 2,-2-1,0 1,-1 0,0 0,-2 1,0 0,-1 0,-1 0,-1 6,0 4,-1 0,-2 0,-1 0,-2 0,0-1,-3 3,5-20,0 0,-1 0,-1 0,0-1,0 1,-1-2,0 1,-1 0,0-1,-1 0,0-1,0 0,-1 0,0-1,0 0,-9 5,-13 1,-1-1,0-2,0-2,-1-1,0-1,-1-1,1-3,-1 0,0-2,1-2,-25-4,-29 3,-190 0,252 3</inkml:trace>
  <inkml:trace contextRef="#ctx0" brushRef="#br0" timeOffset="92769.591">25343 3836,'1'-1,"0"0,1 0,-1 1,1-1,-1 0,1 0,-1 1,1-1,-1 1,1-1,-1 1,1 0,0 0,-1-1,1 1,0 0,-1 0,1 1,0-1,-1 0,1 1,-1-1,1 1,-1-1,1 1,-1 0,1-1,-1 1,1 0,-1 0,0 0,0 0,1 0,-1 0,0 1,0-1,0 0,0 1,0-1,-1 0,1 1,0-1,-1 1,1-1,-1 1,1 0,-1 1,68 185,-17 8,12 96,15 114,14 122,9 112,98 783,-33 421,-147-1372,-1-78,5-67,8-64,-12-142,7 0,35 104,-57-215</inkml:trace>
  <inkml:trace contextRef="#ctx0" brushRef="#br0" timeOffset="93413.921">23574 7973,'29'13,"116"16,0-7,1-6,1-6,0-7,21-7,-40 4,182 0,61 0,60-1,60 1,3312-2,-3706 2</inkml:trace>
  <inkml:trace contextRef="#ctx0" brushRef="#br0" timeOffset="94172.15">28226 4464,'0'4,"1"59,-3 0,-2 0,-4-1,-2 1,-57 194,-11-3,-79 166,-440 909,512-1154,-286 564,283-552,-113 234,-60 64,-105 133,255-415,-83 209,174-365,-21 59,6 1,4 2,-1 28,27-113,-6 10,2-23,2-14</inkml:trace>
  <inkml:trace contextRef="#ctx0" brushRef="#br0" timeOffset="149213.382">11473 8003</inkml:trace>
  <inkml:trace contextRef="#ctx0" brushRef="#br1" timeOffset="160836.828">17839 14538,'-9'-15,"-29"-38,2-2,3-1,2-1,2-2,4-1,1-1,3-2,-38-117,7-3,8-1,9-3,7 0,9-2,6-89,21 52,-3 213,1 0,0 0,1 0,0 1,0 0,2 0,-1 1,2 0,-1 1,1 0,1 0,0 1,0 0,1 1,2-1,103-68,3 5,2 5,6 5,8-7,5-4,-25 6,4 6,2 4,2 6,3 6,1 5,109-18,-33 39,0 9,143 12,-206 1,1198 6,-1232-14,-78-1</inkml:trace>
  <inkml:trace contextRef="#ctx0" brushRef="#br1" timeOffset="162766.109">28170 4492,'0'90,"0"69,-17 132,-7-83,-9-1,-48 155,38-219,-7 18,7 2,7 2,-2 68,27-120,-4-2,-5 0,-17 48,-142 512,22-170,123-415,-3-2,-5-1,-41 61,62-108,8-12,-71 122,-7-4,-39 42,129-182,1 0,0-1,-1 1,1 0,-1-1,0 1,0-1,0 1,1-1,-1 1,0-1,-1 0,1 1,0-1,0 0,-1 0,1 0,0 0,-1 0,1 0,-1 0,1-1,-1 1,0 0,1-1,-1 1,0-1,1 0,-1 1,0-1,0 0,1 0,-1 0,0 0,1-1,-1 1,0 0,0-1,1 1,-1-1,1 0,-1 1,0-1,1 0,0 0,-1 0,1 0,-1 0,1 0,0 0,0-1,0 1,-1-2,-16-31</inkml:trace>
  <inkml:trace contextRef="#ctx0" brushRef="#br1" timeOffset="163805.497">27912 4320,'1'264,"0"238,-42 264,-13-337,-23 27,-1-105,-77 203,-1-5,101-406,-7-3,-52 83,46-102,3-7,4 2,-22 69,-56 139,82-209,-5-1,-47 60,8-14,-180 356,263-481,2 2,2 0,1 0,2 2,2-1,1 1,2 0,2 4,-8 39,0-59</inkml:trace>
  <inkml:trace contextRef="#ctx0" brushRef="#br1" timeOffset="166763.545">27969 4835,'91'-121,"23"-123,-92 207,2 2,2 0,0 2,3 1,0 1,2 2,2 0,0 3,30-18,-6 5,1 3,2 3,2 2,0 3,2 3,20-3,-7 9,1 4,0 4,1 3,0 3,2 4,792 16,39 88,-277-102,-624-2,37 1,0-3,1-1,-1-3,0-2,13-5,-33-1,-28 15,1 0,-1 0,0 0,1 0,-1 0,1-1,-1 1,0 0,1 0,-1-1,0 1,1 0,-1-1,0 1,1 0,-1-1,0 1,0-1,1 1,-1 0,0-1,0 1,0-1,0 1,1-1,-1 1,0 0,0-1,0 1,0-1,0 1,0-1,0 1,0-1,-1 1,1 0,0-1,0 1,0-1,0 1,0-1,-1 1,1 0,0-1,0 1,-1 0,1-1,0 1,-1 0,1-1,0 1,-1 0,1-1,-1 1,1 0,0 0,-1 0,1-1,-1 1,1 0,-1 0,1 0,0 0,-1 0,1 0,-1 0,-147-15,101 16,-1245 0,860 22,394-19,0 2,1 1,0 2,0 2,0 1,2 2,-10 6,-208 67,198-72,1 2,0 2,1 3,1 2,2 2,-38 26,-118 139,125-108,-38 32,6-8,-92 115,-27 99,102-46,56-122,-75 184,38 47,35-113,-88 201,21-69,-122 479,197-650,-61 133,-145 314,81-259,20-1,153-348,26-75,28-110,230-947,-40 107,208-654,-392 1453,7 1,40-82,52-111,200-462,-273 672,7 2,5 4,6 3,98-114,-137 185,3 3,2 1,3 2,2 3,1 3,25-13,-59 47,1 1,1 2,-1 1,1 0,1 2,-1 0,1 2,0 1,-1 1,1 1,0 1,23 4,22-2,1583 0,-1580-4,0-4,-1-3,1-3,-2-3,59-20,404-143,-442 133,-66 24</inkml:trace>
  <inkml:trace contextRef="#ctx0" brushRef="#br1" timeOffset="168015.78">24945 2351,'2'-1,"-1"1,1 0,0-1,0 1,0 0,0 0,0 0,-1 0,1 0,0 0,0 1,0-1,0 0,-1 1,1 0,0-1,0 1,-1 0,1 0,0 0,-1 0,1 0,-1 0,0 1,1-1,-1 0,0 1,0-1,35 32,-2 2,-1 1,-2 1,-1 2,-2 1,-2 1,-2 1,5 16,22 56,-6 2,-4 2,-6 2,9 65,47 296,12 303,-64-453,39 226,36 344,-95-630,3 43,17 13,119 480,-68-275,-77-450,29 302,-41-356</inkml:trace>
  <inkml:trace contextRef="#ctx0" brushRef="#br1" timeOffset="170170.914">24545 7917,'-14'7,"48"3,172 4,-149-15,3288 0,-2747-29,-394 16,216-34,73-4,561 41,-119-6,-878 12,-37-1</inkml:trace>
  <inkml:trace contextRef="#ctx0" brushRef="#br1" timeOffset="179211.097">28597 6176,'1'-1,"1"0,-1 0,1 0,-1 0,1 0,-1-1,0 1,0 0,0-1,1 1,-1-1,-1 1,1-1,0 1,0-1,0 0,-1 1,1-1,-1 0,0 0,1 1,-1-1,0 0,0 0,0 0,0 1,0-1,0-3,2-43,-2 0,-2 0,-3 0,-1 0,-3 0,-1 1,-3 1,-2 0,-1 1,-3 0,-9-13,16 29,-151-323,-9 92,-21-34,29 114,156 169,-1 0,0 1,-1 0,0 1,-1 0,0 1,0 0,0 0,-1 1,-1 1,1 0,-1 1,0 0,0 1,0 0,-3 1,-242 5,239 2,0 1,1 2,-1-1,1 2,1 1,-1 0,1 1,1 1,0 0,1 1,0 1,1 0,0 1,1 1,0 0,2 1,0 0,-2 5,-23 23,-57 68,4 5,6 3,5 4,-54 119,-278 616,372-768,4 1,-16 74,48-162,-41 166,8 1,2 35,-1 318,-49 429,82-123,1-809,-2 51,3 1,3-1,3 0,3-1,3 0,15 43,-19-94,1-1,0 0,1 0,2-1,-1 0,2-1,1-1,13 13,29 34,-40-38,0-1,2-1,0-1,2 0,0-2,1 0,2-1,-1-2,2 0,0-2,1-1,1-1,0-1,1-1,0-1,7 0,252-4,-184-8,-62 1,3 3,-1-3,1-1,-1-2,0-2,0-2,0-2,38-15,-28-1,-2-3,-1-3,-2-1,-1-3,-2-1,40-43,-42 38,-2-2,-2-2,-2-2,-3-1,-1-1,-3-2,-1-1,0-10,228-593,-183 463,-8-4,7-65,-41 113,-7 0,-6-2,-1-137,-23-915,5 770,-8 380,-1 0,-3 0,-1 1,-4 1,-1 0,-3 2,-1 0,-3 1,-2 2,-31-41,-154-245,122 198,-6 5,-5 3,-41-32,130 144,-1 0,0 1,-1 0,-1 1,0 1,0 1,-1 0,-1 1,0 0,0 1,0 1,-1 1,-6-1,-47-4,-1 3,-1 4,1 2,-44 7,38-3,-268 5,312-3,1 2,0 1,1 1,-1 2,2 1,-1 1,2 2,0 1,0 2,2 1,-11 8,-27 25,2 2,3 3,2 3,-1 6,-8 13,3 4,5 1,2 4,5 2,-30 70,-174 393,179-356,7 3,10 3,9 3,-2 59,10 66,14 2,16 1,21 215,-4-287,-5-196,4 0,2 1,3-2,2 1,4-1,20 61,17-9,5-2,6-2,4-3,11 6,-39-58,-3-4,2-2,3-1,2-2,2-1,2-3,40 31,-25-27,2-3,2-2,2-3,2-3,1-3,2-4,32 9,-41-26,1-2,1-3,-1-3,1-2,0-4,38-5,10 1,-62 3,-1-3,1-2,-1-2,0-2,-1-3,-1-1,0-2,-1-3,-1-1,-1-3,-1-1,31-25,57-41,-5-6,82-83,-156 129,-1-2,-3-3,-3-2,-2-1,-3-3,-2-1,3-15,19-67,-7-2,-6-3,-7-1,-6-3,-7 0,6-155,10-167,-20-21,-23-138,-1 590,-2-1,-1 1,-3-1,-2 2,-2-1,-1 1,-17-35,-43-82,-8 4,-91-134,57 101,59 105,-3 3,-36-36,48 60,28 34,-1 0,-2 1,0 1,-1 1,0 1,-2 1,-1 1,0 1,-1 1,-1 2,0 0,-8-1,-37-6,-1 4,-1 3,0 3,0 3,-1 3,0 4,-47 6,86-4,0 2,0 2,0 1,1 2,0 1,0 2,1 2,0 0,1 3,1 0,1 2,0 2,1 1,-4 5,-41 42,3 4,3 2,4 4,-54 82,24-21,6 4,7 4,-28 77,59-96,7 2,5 2,6 2,1 27,-13 152,15 1,13 2,22 269,-2-256,-1 332,1-560,6-1,3 0,5-1,4-1,4 0,5-2,9 12,-20-53,2-1,3-1,3-1,1-1,3-2,2 0,4 1,-12-21,1-2,2-1,0 0,2-3,1 0,0-2,2-1,0-2,9 3,-9-12,0-1,0-1,1-2,0-1,0-2,0-2,0-1,13-2,-30 2,48-6,-1-3,-1-3,0-3,0-2,-2-3,-1-2,17-12,85-48,-4-7,-4-6,-4-8,-5-5,129-128,-183 156,-3-4,-3-4,-5-4,-4-3,2-11,48-97,-8-5,-10-4,-9-5,54-182,-102 238,-6-2,-8-2,-7-1,-7-1,-7-2,-7-117,-9 237,1-98,-6 0,-7-8,-1 102,-2 0,-3 1,-2 0,-2 2,-2 1,-3 0,-2 2,-2 2,-1 0,-3 2,-8-5,3-3,-321-411,269 355,28 27,-3 4,-3 2,-4 4,-3 3,-21-11,-2 13,-4 3,-98-43,137 82,0 3,-1 2,-1 3,-1 3,0 4,0 2,-1 3,0 3,-58 7,87-6,0 2,1 2,0 1,0 2,0 1,1 3,0 0,1 3,0 1,1 2,1 1,1 2,0 1,2 2,0 1,2 2,-15 16,-13 36,3 3,4 2,3 3,4 1,3 6,36-83,-93 217,9 4,-31 147,42-73,3 67,-1 7,39-193,8 2,8 1,5 166,23 586,-8-899,1 0,2-1,2 0,2 0,1 0,2 0,2-1,13 28,6-11,3-2,3-1,1-2,3-1,2-2,43 37,-12-9,-26-23,3-2,2-3,2-2,2-2,2-3,2-2,1-3,2-3,2-2,25 7,53 3,2-6,13-4,-53-12,0-6,1-4,1-5,-1-4,0-5,44-10,-60-3,0-4,-2-3,-1-5,-1-3,-2-4,50-31,45-28,-4-9,46-42,-169 110,-1-2,-3-3,-1-1,-2-3,-1-1,-3-2,-3-3,-1 0,-3-3,-2 0,-2-2,-3-2,19-58,-13 2,-5 0,-6-2,-4 0,0-75,-3-471,-15 655,-1-90,1-118,-19-109,11 254,-3 1,-4 1,-1 0,-4 1,-3 1,-22-41,-17-8,-5 4,-6 2,-27-27,57 78,-119-152,-125-120,47 35,175 221,-4 3,-54-43,13 14,100 90,0 1,-1 0,0 0,0 1,-1 0,0 1,-1 1,1 0,-1 0,-1 2,1-1,-1 2,1 0,-1 0,-3 1,-105-11,89 8</inkml:trace>
  <inkml:trace contextRef="#ctx0" brushRef="#br1" timeOffset="181271.462">29139 3922,'5'10,"1"7,1 11,-2 6,-2 7,-1 5,0-4</inkml:trace>
  <inkml:trace contextRef="#ctx0" brushRef="#br1" timeOffset="181516.016">29139 4606,'0'5,"0"12,10 11,8 7,0 2,-2 19,-4 5,-4-8</inkml:trace>
  <inkml:trace contextRef="#ctx0" brushRef="#br1" timeOffset="181755.767">29197 5605,'0'10,"0"7,0 7,0 4,0 6,0 8,0 10,0-2</inkml:trace>
  <inkml:trace contextRef="#ctx0" brushRef="#br1" timeOffset="182048.403">29197 6490,'5'0,"6"9,1 9,4 16,4 11,-2 3,-3-2,-5 2,-4-8</inkml:trace>
  <inkml:trace contextRef="#ctx0" brushRef="#br1" timeOffset="182319.601">29310 6975,'0'10,"5"8,2 20,-1 3</inkml:trace>
  <inkml:trace contextRef="#ctx0" brushRef="#br1" timeOffset="182581.39">29310 7402,'0'0</inkml:trace>
  <inkml:trace contextRef="#ctx0" brushRef="#br1" timeOffset="182582.39">29310 7402,'0'0</inkml:trace>
  <inkml:trace contextRef="#ctx0" brushRef="#br1" timeOffset="184588.932">28283 4920,'-4'-23,"0"-1,-2 1,0 0,-2 1,0-1,-2 2,0-1,-1 1,-1 1,-2 0,0 0,0 2,-2 0,-3-3,-64-76,-4 2,-5 5,-16-8,100 90,-1 0,0 0,0 1,-1 1,0-1,0 2,-1-1,1 1,-1 1,0 0,0 0,-1 1,1 1,-1 0,1 0,-12 1,-22 0,0 1,0 3,0 2,1 1,0 3,0 1,-20 9,12 4,1 3,2 2,1 2,1 2,2 2,1 2,2 2,-16 20,-47 57,5 4,-34 60,40-41,7 3,-68 152,-11 110,-64 114,116-300,79-158,3 2,3 1,2 1,-9 36,-69 405,77-369,5 1,6 1,2 98,14-185,-2 52,4 1,4-1,4 0,15 55,-4-94,3-1,3-1,2-1,3-1,2-2,31 39,-48-71,38 53,3-3,3-2,4-3,2-3,4-3,2-3,47 29,-80-61,0-1,2-3,1-1,1-2,0-2,2-2,24 6,-9-13,0-2,0-2,0-4,1-2,60-6,-100 0,0 0,-1-1,1-1,-1-1,-1-1,0 0,0-2,-1 0,0-1,-1-1,0-1,-1 0,-1-1,0 0,-1-2,0 0,26-28,-2-2,-1-1,-3-2,-2-1,-2-2,-3-1,16-45,44-160,-11-4,1-60,-39 164,42-196,0-109,-40 156,-3-271,-41-336,3 859,-1 1,-3-1,-3 1,-2 0,-5-9,-13-36,-4 1,-5 2,-4 1,-37-59,-40-55,86 167,-2 1,-2 1,-2 2,-1 2,-2 2,-2 1,-6-1,23 21,-1 2,-1 2,0 0,-1 2,1 1,-1 1,-1 1,1 2,-1 1,0 1,-14 3,19-3,1 0,0 2,-1 1,1 1,0 1,0 1,1 1,0 1,-8 4,-18 11,1 2,2 2,0 3,-21 17,52-33,0 0,1 1,1 1,0 0,1 0,0 2,-1 3,-4 9</inkml:trace>
  <inkml:trace contextRef="#ctx0" brushRef="#br1" timeOffset="192301.78">31851 3893,'0'-7,"0"0,0 1,0-1,-1 0,0 1,0-1,-1 1,1-1,-1 1,-1-1,1 1,-1 0,-1 0,1 0,-1 1,0-1,0 1,0 0,-5-4,-28-24,-1 3,-2 1,-1 1,-1 3,-36-16,-115-75,-7-23,133 96,54 33,0 1,0 1,-1 0,0 0,0 2,-1-1,0 2,0 0,-9-1,-34 0,-1 3,1 2,-31 5,-11-1,-253-1,296 5,0 2,0 2,1 3,0 2,-24 13,-62 16,-156 41,257-75,0 3,1 1,1 2,0 1,2 2,0 2,1 1,1 2,2 2,0 1,2 1,-25 31,42-46,0 1,2 1,0 0,0 0,2 1,0 1,1 0,1 0,0 1,2 0,0 0,-3 18,7 253,6-266,0 0,1-1,2 0,0 0,2 0,0-1,1 0,1-1,2 0,0-1,6 7,143 154,-124-146,1-1,1-1,2-3,33 18,-26-17,-25-14,1-1,1-2,1-1,0 0,0-3,1 0,20 4,59 1,0-4,1-5,106-9,-112 2,631-9,-610-3,-2-5,0-6,-2-5,-1-4,-1-7,-2-4,73-41,-149 68,0-1,-1-2,-1-2,-1-2,-1-1,-1-1,-2-2,0-1,12-17,-29 19,-1 0,-1-1,-1 0,-2 0,-1-2,-1 1,-2-1,0 0,-2 0,-2-1,-1 1,-1-1,-1 1,-2-1,-1 1,3 3,-2-69,-5 1,-19-91,21 154,-1 0,-1 0,-2 1,-1 0,-2 0,-1 2,-1-1,-1 2,-14-18,-221-224,193 213,-4 2,-1 3,-3 3,-40-21,49 38,0 2,-2 3,-1 3,-1 2,-1 3,-1 3,0 2,-1 3,-17 2,-119-5,-197 13,225 4,113-4,-1 3,1 3,-1 2,2 3,-1 3,2 2,0 2,-2 4,-57 36,2 5,3 4,3 6,1 5,-2-1,-3 0,3 4,4 5,-57 63,80-31,69-90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14:02.919"/>
    </inkml:context>
    <inkml:brush xml:id="br0">
      <inkml:brushProperty name="width" value="0.05" units="cm"/>
      <inkml:brushProperty name="height" value="0.05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24630 7769,'0'1524,"-11"-1602,-69-390,-48-108,107 484,7 23</inkml:trace>
  <inkml:trace contextRef="#ctx0" brushRef="#br1" timeOffset="-97672.958">13213 1577,'5'0,"12"0,16 0,18 0,15 0,16 0,13 0,29 0,23 0,0 0,-9 0,0 0,-13 0,-13 0,-17 0,-19 0,-22 0</inkml:trace>
  <inkml:trace contextRef="#ctx0" brushRef="#br1" timeOffset="-97241.727">13956 1435,'0'19,"20"31,10 26,11 30,13 20,1 4,-8 4,-7-11,-11-17,-9-17,-9-18,-7-12,-3-11,-2-8,-1-7,0-4,1-2,-1-6</inkml:trace>
  <inkml:trace contextRef="#ctx0" brushRef="#br1" timeOffset="-96588.806">16182 1521,'-39'16,"-23"18,1 2,1 3,3 3,-19 20,19-18,-400 322,438-350,10-10,0 1,0 0,1 0,0 1,0 0,1 0,0 1,1 0,0 1,0-1,-1 4,6-10,1 0,-1 0,1 0,-1 0,1 0,0 0,0 0,0 0,1 0,-1 0,1 0,0 0,-1-1,1 1,0 0,1 0,-1-1,0 1,1 0,0-1,-1 0,1 1,0-1,0 0,1 0,-1 0,0 0,1 0,-1-1,1 1,0 0,91 37,233 20,-228-46,113 10,-187-23</inkml:trace>
  <inkml:trace contextRef="#ctx0" brushRef="#br1" timeOffset="-95900.224">17409 1349,'-37'64,"-78"66,45-63,-3-3,-3-4,-2-2,-3-5,-2-3,-2-3,-2-5,-17 3,-23 27,125-70,0 1,0-1,1 1,-1 0,1 0,-1 0,1 0,0 0,0 0,0 0,1 0,-1 0,1 0,-1 1,1-1,0 0,0 0,1 0,-1 1,1-1,-1 0,1 0,0 0,0 0,1 0,-1 0,1 0,-1 0,1-1,0 1,0-1,0 1,0-1,0 0,1 1,-1-1,1 0,-1-1,1 1,0 0,0-1,0 0,0 1,2 0,85 59,2-3,2-4,71 27,-130-64,325 140,-287-128</inkml:trace>
  <inkml:trace contextRef="#ctx0" brushRef="#br1" timeOffset="-94986.442">17894 1690,'1399'0,"-1388"0,-8-1,0 0,1 1,-1-1,0 1,1-1,-1 1,0 0,1 0,-1 1,0-1,1 1,-1-1,0 1,0 0,1 0,-1 1,0-1,0 0,0 1,-1 0,1 0,0 0,-1 0,1 0,-1 1,1-1,-1 1,0-1,0 1,0 0,-1 0,1 0,0 1,-4 6,0 0,-1-1,0 1,0 0,-1-1,-1 0,1 0,-1 0,-1 0,0-1,0 0,0 0,-1-1,-1 1,-9 14,-13 10,3 2,0 1,3 1,1 2,1 0,2 1,2 1,2 0,2 2,1-1,-6 39,17-70,1 0,-1 0,2 1,-1-1,2 0,-1 0,1 0,1 0,0 0,0 0,1 0,0-1,0 1,2-1,-1 0,1 0,0 0,1-1,5 8,1-5,1 0,0-1,0-1,1 0,0-1,0 0,1-1,0 0,1-2,-1 0,1 0,0-2,6 1,22 3,-1-3,1-2,0-1,21-4,-37 0,0-1,-1-1,0-1,0-2,0-1,-1-1,0-1,-1-1,0-1,-1-2,16-12,32-28,-3-3,59-64,-79 74,65-63,-76 74</inkml:trace>
  <inkml:trace contextRef="#ctx0" brushRef="#br1" timeOffset="-99330.81">3853 322,'-1'587,"-5"-510,6-78,-1 1,1-1,-1 0,1 1,-1-1,0 0,1 1,-1-1,0 1,1-1,-1 1,0-1,0 1,0-1,0 1,1 0,-1 0,0-1,0 1,0 0,0 0,0 0,0 0,0 0,1 0,-1 0,0 0,0 0,0 1,0-1,0 0,0 1,1-1,-1 0,0 1,0-1,1 1,-1-1,0 1,0 0,1-1,-1 1,1-1,-1 1,0 0,1 0,0-1,-1 1,1 0,-1 0,1 0,0 0,-1-1,1 1,0 0,0 0,0 0,0 0,0 0,0 0,0 0,0 0,-11-30,0-1,3 0,0-1,2 0,1 0,2 0,0-10,1 18,-15-376,17 399,13-127,-12 122,0 1,1-1,0 0,0 1,1 0,-1-1,1 1,0 0,0 0,0 1,0-1,1 0,-1 1,1 0,0 0,0 0,0 1,0-1,1 1,-1 0,1 0,-1 0,1 1,0 0,0 0,9-1,-1 0,0 1,1 1,-1 1,1-1,-1 2,1 0,-1 1,0 0,0 1,0 0,-1 1,1 1,-1 0,-1 1,1 0,-1 0,0 1,-1 1,1 0,-2 0,0 1,0 0,0 1,-1 0,-1 0,0 0,-1 1,0 0,0 1,-1-1,-1 1,-1 0,1 0,0 9,2 24,-2 0,-2 1,-2-1,-4 24,4-66,1 0,-1 0,0-1,0 1,-1 0,1 0,-1-1,0 1,0 0,0-1,0 1,-1-1,1 1,-1-1,0 0,0 0,0 0,0 0,-1 0,1 0,-1 0,0-1,1 1,-1-1,-1 0,1 0,0 0,0 0,-1-1,1 1,-1-1,1 0,-1 0,0 0,1 0,-4-1,-9-1,0-2,1 0,0 0,-1-2,2 1,-1-2,0 0,-7-6,-65-22,85 33,-1 0,1 1,-1-1,1 0,-1 1,1 0,-1-1,0 1,1 0,-1 0,1 1,-1-1,1 0,-1 1,1 0,-1-1,1 1,-1 0,1 0,0 1,-1-1,1 0,0 1,0-1,0 1,0 0,0 0,0 0,1 0,-1 0,1 0,-1 0,1 0,0 0,0 1,-1 1,-16 18,16-22,1 1,0 0,-1-1,1 1,0 0,0 0,0 0,0 0,0 0,0 0,0 0,0 0,0 1,0-1,1 0,-1 1,0-1,1 0,-1 1,1-1,0 1,-1-1,1 0,0 1,0-1,0 1,0-1,0 1,0-1,0 1,0-1,1 1,-1-1,1 0,-1 1,1-1,-1 1,1-1,0 0,0 0,0 1,0-1,0 0,0 0,106 64,457 319,-561-383,6 8,1-1,1-1,-1 0,1 0,1-1,-1 0,1-1,0 0,0-1,0-1,1 0,-1 0,1-1,0-1,0 0,-1-1,1 0,0-1,0 0,-1-1,9-3,-3-7,0-1,-1-1,0-1,-1 0,-1-1,-1-1,0 0,-1-1,-1-1,-1 0,0 0,-1-1,-2 0,4-13,1 7,24-64,-26 56</inkml:trace>
  <inkml:trace contextRef="#ctx0" brushRef="#br1" timeOffset="-103506.13">1 2318,'107'23,"7"-6,1-6,1-4,47-7,-80 1,334 0,547 20,-744 8,-218-29,1 1,0 0,0-1,-1 1,1-1,0 0,1 1,-1-1,0-1,0 1,0 0,0-1,0 1,-1-1,1 0,0 0,0 0,0-1,-1 1,1 0,0-1,-1 0,0 0,1 0,-1 0,0 0,0 0,91-157,-60 91,62-116,-9 75,-83 106,1 0,0 0,0 0,0 0,0 0,1 1,-1-1,1 1,0 1,-1-1,1 1,0-1,0 1,0 1,0-1,0 1,0 0,0 0,0 0,0 1,0-1,0 1,0 0,0 1,0-1,2 2,4 4,-1 1,0 0,0 0,0 1,-1 0,0 0,-1 1,0 1,-1-1,4 7,40 66,-4 2,29 72,-32-61,5-2,24 30,-72-120,0-1,0 0,1 0,0 0,-1 0,1 0,0 0,0-1,1 1,-1-1,0 1,1-1,0 0,-1 0,1 0,0 0,0-1,0 1,0-1,0 1,1-1,-1 0,0 0,1-1,-1 1,0-1,1 0,-1 1,1-2,-1 1,0 0,1-1,-1 1,0-1,1 0,-1 0,0 0,0-1,7-6,0-1,0 0,-2-1,1 0,-1-1,0 1,-1-2,-1 1,1-1,-2 0,0 0,3-10,3-3,35-85,-30 65,1 1,3 1,1 0,2 2,2 0,2 2,2 1,1 1,6-4,-31 36,1 1,0-1,0 1,0 0,0 0,1 1,-1 0,1 0,0 0,0 1,0 0,0 0,1 1,-1 0,0 0,1 1,-1 0,0 0,1 1,-1-1,0 2,0-1,1 1,-1 0,-1 1,1-1,0 1,0 1,-1-1,0 1,0 1,0-1,4 4,243 293,-247-297,-1 1,1-1,0-1,0 1,1-1,-1 0,1-1,-1 1,1-1,0 0,0-1,0 0,0 0,0 0,0-1,0 0,0-1,0 1,0-1,0-1,0 1,0-1,-1 0,1-1,0 0,-1 0,0 0,0-1,0 1,0-2,-1 1,1 0,-1-1,2-3,35-33,-2-2,-1-2,25-40,55-64,-119 149,2-3,-1 0,0 0,1 1,-1-1,1 1,0-1,0 1,0-1,0 1,0 0,1 0,-1 0,1 0,-1 1,1-1,0 1,-1-1,1 1,0 0,0 0,0 0,0 0,0 1,0-1,0 1,0 0,0 0,0 0,1 0,-1 0,0 1,0 0,0-1,0 1,0 0,-1 0,1 1,0-1,1 1,4 10,-1 0,-1 0,1 0,-2 1,0 0,0 0,-2 1,1-1,-2 1,1 4,0-6,17 159,-17-131,1 0,1 0,3 0,1-1,6 13,-12-45,-1 0,1 0,1 0,0 0,0 0,0-1,1 1,-1-1,2 0,-1-1,1 1,-1-1,1 0,1-1,-1 1,1-1,0 0,0-1,0 0,0 0,0 0,1-1,-1 0,1-1,3 1,52 5,0-3,0-3,52-6,-16 1,633-1,-728 4,-1 0,1 1,-1 0,1-1,0 1,-1 1,1-1,-1 0,1 1,-1 0,0 0,1 0,-1 0,0 0,1 1,-1 0,0-1,0 1,0 0,0 0,-1 1,1-1,-1 1,1-1,-1 1,0 0,0 0,0 0,0 0,0 0,-1 0,0 0,1 1,-1-1,0 1,-1-1,1 4,11 52,-3 1,-3 0,-2 1,-3 10,0-24,14 474,55 741,-59-1142,-3-33</inkml:trace>
  <inkml:trace contextRef="#ctx0" brushRef="#br1" timeOffset="-103065.514">5680 4944,'15'0,"23"0,26 0,25 0,13 0,8 0,15 0,24 0,22 0,10 0,-6 0,-8 0,-24 0,-35 0</inkml:trace>
  <inkml:trace contextRef="#ctx0" brushRef="#br1" timeOffset="-102601.526">6107 5515,'0'5,"0"7,5 0,21-1,26-3,13-2,15-3,14-1,5-2,15 10,-2 3,-6-1,-6-2,-1-4,-7-1,-6-3,-11-1,-19-1</inkml:trace>
  <inkml:trace contextRef="#ctx0" brushRef="#br1" timeOffset="-102171.911">6992 5601,'-9'10,"-4"7,1 27,2 28,3 23,2 18,3 20,1 16,1 3,0-16,1-11,0-17,-1-27</inkml:trace>
  <inkml:trace contextRef="#ctx0" brushRef="#br1" timeOffset="-101769.06">6050 6999,'3'4,"-1"1,0-1,1 0,0-1,0 1,0 0,0-1,1 0,-1 1,1-1,0-1,0 1,0 0,0-1,0 0,1 0,-1 0,1-1,-1 0,1 1,0-1,-1-1,1 1,0-1,0 0,3 0,-5 0,95 13,1-5,84-5,-124-2,479 15,-311-4,-180-12</inkml:trace>
  <inkml:trace contextRef="#ctx0" brushRef="#br1" timeOffset="-101294.75">6622 6942,'63'115,"209"269,-147-217,-115-153,-8-9,-1-1,1 0,0 0,0 0,0 0,1 0,-1-1,1 1,0-1,0 0,0 0,0 0,1 0,-1 0,1-1,0 1,0-1,0 0,0 0,0 0,0-1,0 0,1 0,-1 0,1 0,-1 0,0-1,1 0,-1 0,1 0,-1-1,1 1,-1-1,4-1,6-8,-1-1,-1-1,0 0,0 0,-1-1,0-1,-1 1,-1-2,-1 1,0-1,1-4,1 1,18-35,-2-1,-3-1,-2-2,-3 0,3-19,59-213,-62 237</inkml:trace>
  <inkml:trace contextRef="#ctx0" brushRef="#br1" timeOffset="-100867.787">8306 5059,'0'-2,"1"1,-1-1,0 0,1 1,-1-1,0 0,0 0,0 1,-1-1,1 0,0 1,-1-1,1 0,-1 1,1-1,-1 1,0-1,0 0,0 1,0 0,0-1,0 1,0 0,0-1,0 1,-1 0,1 0,0 0,-1 0,1 0,-1 0,1 1,-1-1,0 0,1 1,-1-1,1 1,-1-1,0 1,0 0,1 0,-1 0,0 0,1 0,-1 0,0 1,0-1,1 0,-1 1,0-1,1 1,-1 0,1 0,-1 0,-9 8,0 1,1 0,0 0,0 1,1 1,1 0,0 0,1 0,0 1,1 0,0 1,1-1,1 1,0 0,1 0,0 0,1 1,1-1,0 4,-11 72,5 0,3 72,4-137,1 0,1-1,2 1,0-1,2 0,0 0,10 23,-13-39,1 0,0 0,1 0,-1-1,1 1,1-1,-1 0,1-1,1 1,-1-1,1 0,0-1,1 0,-1 0,1 0,0-1,0 0,0-1,0 0,1 0,0 0,-1-1,4 0,1-1,0 0,-1-1,1 0,0 0,0-2,-1 1,1-2,-1 0,1 0,-1-1,0-1,0 0,-1 0,0-1,0-1,0 0,-1 0,0-1,0-1,8-8,-3 1,0-2,-1 1,-1-2,-1 0,0 0,-2-1,0-1,-1 1,-2-2,0 1,3-15,7-67,-7 4</inkml:trace>
  <inkml:trace contextRef="#ctx0" brushRef="#br1" timeOffset="-88907.323">1171 2262,'-50'-168,"18"0,-6-140,21 156,-13-24,18 125,3-1,2 0,2 0,3-1,3-32,-2 84,1-1,0 1,0-1,0 0,0 1,0-1,0 1,0-1,1 0,-1 1,0-1,1 1,-1-1,1 1,0-1,0 1,-1-1,1 1,0 0,0-1,0 1,0 0,1 0,-1 0,0 0,0 0,1 0,-1 0,1 0,-1 1,0-1,1 0,0 1,-1-1,1 1,-1 0,1-1,-1 1,1 0,0 0,-1 0,1 0,0 0,-1 1,1-1,-1 0,1 1,-1-1,2 1,12 10</inkml:trace>
  <inkml:trace contextRef="#ctx0" brushRef="#br1" timeOffset="-88173.206">972 835,'-9'-7,"0"0,-1 1,1 0,-1 1,0 0,-1 0,1 1,-1 1,0 0,0 0,0 1,0 1,0-1,0 2,0 0,-1 0,-7 2,14-1,-1 0,1 0,-1 1,1 0,0 0,0 0,0 0,0 1,0 0,1 0,-1 0,1 1,0 0,0-1,0 1,1 1,-1-1,1 0,0 1,0 0,0 0,1 0,0 0,0 0,0 0,0 1,1-1,0 1,-15 162,16-160,-1 19,0-18,0 0,0 1,1 0,1-1,0 1,0-1,0 0,1 1,1-1,0 0,0 0,1 0,2 5,-4-12,1 0,-1 0,0-1,1 1,0-1,-1 0,1 1,0-1,-1 0,1 0,0-1,0 1,0-1,0 1,0-1,-1 0,1 0,0 0,0 0,0-1,0 1,0-1,0 0,0 0,-1 0,1 0,0 0,-1-1,1 1,-1-1,1 1,-1-1,0 0,0 0,0 0,0-1,0 1,0 0,-1-1,1 1,-1-1,1-1,11-22,-1-1,-1 0,-2-1,-1 0,-1 0,-1-1,-2 0,1-28,-2 47,-2 0,1 0,-2 1,1-1,-1 0,-1 0,0 0,0 0,-1 1,0-1,0 0,-1 1,-1 0,1 0,-2 0,1 0,-1 0,-1 1,-19-18</inkml:trace>
  <inkml:trace contextRef="#ctx0" brushRef="#br1" timeOffset="-87031.039">5851 1178,'9'4,"-1"2,-1-1,1 1,-1 0,0 1,0 0,-1 0,0 0,0 1,-1 0,0 0,0 0,-1 1,0 0,0 0,-1 0,0 0,-1 0,0 0,0 1,-1-1,-1 2,30 178,-9 1,-8 1,-12 178,-1-362,-4 294,3-392,-14-187,-3 177</inkml:trace>
  <inkml:trace contextRef="#ctx0" brushRef="#br1" timeOffset="-85998.171">5822 920,'-5'-3,"-1"0,0 0,-1 0,1 0,0 1,-1 0,1 1,-1-1,0 1,1 1,-1-1,0 1,-4 0,-5 0,0-2,12 1,0-1,-1 1,1 0,-1 1,1-1,0 1,-1 0,1 0,-1 0,1 0,-1 1,1 0,0 0,-1 0,1 0,0 1,0 0,0 0,0 0,0 0,0 0,0 1,1 0,-1 0,1 0,0 0,0 0,0 1,1-1,-1 1,1 0,-1 0,0 11,0-1,1 1,0 0,1 0,1 1,0-1,1 0,1 0,0 0,1-1,1 1,0-1,1 1,1-1,0 0,3 4,-7-14,-1 0,1 0,0 0,0 0,1-1,-1 1,1-1,-1 1,1-1,0 0,1 0,-1 0,0-1,1 1,-1-1,1 0,0 0,0 0,0 0,0-1,0 1,0-1,0 0,1 0,-1-1,0 1,0-1,1 0,-1 0,0-1,1 1,-1-1,0 0,0 0,0 0,0-1,0 1,0-1,0 0,3-2,2-3,0 0,-1-1,0 0,-1-1,1 1,-2-1,1-1,-1 1,-1-1,1 0,-2-1,1 1,-2-1,1 0,-2 0,1 0,-1-6,3-19,-1 0,-3 0,0-1,-5-31,4 61,1 0,-1 0,-1 0,1 0,-1 0,0 0,-1 0,0 0,0 0,0 1,-1-1,0 1,0 0,-1 0,0 0,0 0,0 0,-1 1,1 0,-1 0,-1 0,1 0,-1 1,1 0,-1 0,0 1,-1-1,1 1,-1 1,1-1,-1 1,-22 0,3 2</inkml:trace>
  <inkml:trace contextRef="#ctx0" brushRef="#br1" timeOffset="-60425.234">6565 521,'0'-1,"-1"-1,0 0,1-1,-1 1,1-1,-1 1,1-1,0 0,0 1,0-1,0 1,0-1,1 1,-1-1,1 1,0-1,0 1,0-1,0 1,0 0,0 0,1-1,-1 1,1 0,-1 0,1 0,0 0,0 1,0-1,0 1,0-1,0 1,0-1,0 1,1 0,-1 0,0 0,1 0,-1 1,1-1,-1 1,1-1,1 1,10 3,0 1,0 1,0 0,0 1,-1 1,0 0,0 0,-1 1,0 1,-1 0,1 1,-2 0,0 0,5 7,3 0,356 404,-146-200,-227-218,1 0,0 0,0-1,1 1,-1-1,0 1,1-1,-1 0,1 0,0 0,0 0,0 0,0-1,0 1,0-1,0 0,0 0,1 0,-1 0,0-1,1 1,-1-1,1 0,-1 0,0 0,1 0,-1-1,1 1,-1-1,0 0,0 0,1 0,-1 0,0-1,0 1,0-1,0 0,-1 0,1 0,0 0,-1 0,1-1,1-2,2-9,-1 0,0 0,-1 0,0-1,-1 0,-1 0,0 1,-1-11,11-238,-15-118,0 207,1-53,1 185</inkml:trace>
  <inkml:trace contextRef="#ctx0" brushRef="#br1" timeOffset="-59979.536">7678 676,'10'8,"12"13,3 7,2 13,1 10,-4 10,-6 5,-6 0,-6-1,-3-7,-2-8,-2-3,5-5,1-9</inkml:trace>
  <inkml:trace contextRef="#ctx0" brushRef="#br1" timeOffset="-58882.43">7877 721,'1'-5,"0"-1,0 1,1-1,-1 1,1 0,0 0,1 0,-1 0,1 0,0 1,0-1,0 1,1 0,0 0,0 0,0 0,0 0,0 1,1 0,-1 0,1 0,0 1,0-1,0 1,0 0,1 1,-1-1,0 1,1 0,-1 1,1-1,-1 1,1 0,-1 0,5 1,-6 1,0 0,0 1,0-1,0 1,0 0,-1 0,1 0,-1 0,0 1,0-1,0 1,-1 0,1 0,-1 0,0 0,0 0,-1 1,1-1,-1 0,0 1,0-1,0 1,0 0,-1-1,0 1,0-1,0 1,-1 0,0 1,2-1,2 23,-1 0,-2 0,0 0,-2 0,-1 0,-2 0,0 0,-4 8,-45 38,75-66,193-4,274 120,-476-123,0-2,0 1,-1-2,1 1,0-2,0 0,-1 0,0-1,0 0,0-1,0 0,-1-1,1 0,-2-1,1 0,-1 0,0-1,0 0,-1-1,0 0,-1 0,1-1,-2 0,0 0,2-4,14-27</inkml:trace>
  <inkml:trace contextRef="#ctx0" brushRef="#br1" timeOffset="-58506.457">9503 949,'5'0,"2"0</inkml:trace>
  <inkml:trace contextRef="#ctx0" brushRef="#br0" timeOffset="-46917.77">457 9169,'42'34,"18"-3,0-4,2-2,1-2,0-4,2-2,0-3,1-3,55 2,237 18,1-15,162-22,-498 6</inkml:trace>
  <inkml:trace contextRef="#ctx0" brushRef="#br0" timeOffset="-46447.889">1685 9453,'-5'0,"-1"5,4 6,13 12,10 11,0 38,2 27,7 31,-2 12,-6 1,-1-8,0-14,-3-21,-5-24,-4-20,-4-14,-3-14</inkml:trace>
  <inkml:trace contextRef="#ctx0" brushRef="#br0" timeOffset="-45993.638">2941 9939,'0'-5,"0"8,0 23,0 22,0 26,0 21,0 9,0-5,4 2,3-13,3-20,2-23</inkml:trace>
  <inkml:trace contextRef="#ctx0" brushRef="#br0" timeOffset="-45534.092">2797 9767,'0'-5,"5"-1,11 0,13 2,11 0,4 2,8 1,6 0,2 1,-4 1,8-1,3 0,4 0,15-4,6-8,4-5,-16-1</inkml:trace>
  <inkml:trace contextRef="#ctx0" brushRef="#br0" timeOffset="-44836.215">3225 10110,'-6'4,"-1"0,0-1,-1 1,1-2,-1 1,1-1,-1 0,0-1,1 1,-1-2,0 1,0-1,0 0,-5-1,-9 1,-25 1,29-2,0 1,0 0,0 2,0 0,0 1,0 0,0 2,-13 5,30-10,-1 1,1-1,-1 1,1-1,-1 1,1 0,-1 0,1 0,0-1,-1 1,1 1,0-1,0 0,0 0,0 0,0 0,0 1,0-1,0 0,0 1,1-1,-1 1,1-1,-1 1,1-1,-1 1,1 0,0-1,0 1,0-1,0 1,0 0,0-1,0 1,0-1,1 1,-1-1,1 1,-1 0,1-1,0 0,-1 1,1-1,0 1,0-1,0 0,0 0,0 1,0-1,0 0,1 0,-1 0,0 0,1 0,-1-1,0 1,1 0,0 0,13 4,1-1,-1 0,1-1,0 0,-1-1,1-1,0-1,8-1,11 2,514-3,-497 2</inkml:trace>
  <inkml:trace contextRef="#ctx0" brushRef="#br0" timeOffset="-44444.126">3738 10253,'5'0,"7"0,5 0,11 0,14 0,5 0,15 0,10 0,3 0,4 0,-8 0,-5 0,-9 0,-1 0,-4 0,-1 0,-10 0</inkml:trace>
  <inkml:trace contextRef="#ctx0" brushRef="#br0" timeOffset="-43887.811">4054 10596,'5'4,"6"2,20 0,21-1,29-1,41-2,23-1,1-1,-13 0,-16 0,-17 0,-21 0,-25-1</inkml:trace>
  <inkml:trace contextRef="#ctx0" brushRef="#br0" timeOffset="-39215.005">6450 9910,'-6'-319,"4"305,-1 1,0-1,-1 1,0 0,-1 0,-1 1,0-1,-1 1,0 1,-4-5,8 11,-1 1,0-1,0 1,0 0,0 0,-1 0,0 0,0 1,0 0,0 0,0 0,-1 1,1 0,-1 0,1 0,-1 1,0-1,0 1,0 1,0-1,0 1,1 0,-1 0,-6 2,6 0,1 1,-1-1,1 2,0-1,0 0,0 1,0 0,0 0,1 1,0-1,0 1,0 0,1 0,-1 0,1 0,0 1,1-1,-1 3,-3 2,-9 16,2 1,1 1,1 0,1 0,2 1,0 0,2 0,2 1,0 0,2 0,2 0,0 0,4 20,3-27,0-1,2 0,1 0,0-1,2 0,0 0,2-2,0 1,1-2,1 0,0-1,1 0,17 11,-15-9,0-1,-8-9,0 0,-1 0,0 1,0 0,-2 1,1 0,-1 1,-1-1,0 1,0 1,-2 0,1-1,-2 2,1-1,-2 0,1 3,-3-9,0-1,0 0,0 1,-1-1,0 0,0 1,0-1,-1 0,0 1,-1-1,1 0,-1 0,0 0,0 0,-1 0,0 0,0-1,0 1,-1-1,0 0,0 0,0 0,-1-1,1 1,-1-1,0 0,0 0,-1-1,1 0,-4 2,-18 3,-1-1,0-1,0-1,0-2,0 0,-1-2,1-2,0 0,-22-5,9 0,1-2,0-2,1-1,0-2,-15-9,-7-6</inkml:trace>
  <inkml:trace contextRef="#ctx0" brushRef="#br0" timeOffset="-36875.233">4253 11508,'382'-18,"298"-33,1643-63,-2109 102,611-46,-405 10,573-47,-7 88,-667 10,-272-3,0-3,0-2,-1-2,17-5,-14 0</inkml:trace>
  <inkml:trace contextRef="#ctx0" brushRef="#br0" timeOffset="-38264.169">7306 9424,'18'91,"-5"493,-14-442,-4 16,-6-142,-1-43,0-15,2 0,2-1,2 0,2-1,2-9,-1 9,-10-168,11-108,3 281,1-1,3 1,1 0,2 0,1 1,8-16,-14 45,1 1,0 0,1 0,0 0,0 0,0 1,1 0,0 0,1 1,-1 0,1 0,1 0,-1 1,1 0,0 0,0 1,0 0,0 0,1 1,0 0,-1 1,1 0,0 0,0 1,0 0,1 1,-1 0,0 0,0 1,4 0,2 0,0 0,-1 0,1 1,-1 1,1 0,-1 2,0-1,0 1,-1 1,0 1,0 0,0 0,-1 1,0 1,0 0,-1 1,0 0,-1 1,0 0,-1 0,0 1,-1 0,0 1,-1 0,-1 0,5 11,-5 1,-2 0,0-1,-2 1,0 0,-2 1,-1-1,-1 7,1-26,-1 1,1-1,-1 0,0 0,0 0,-1 0,0 0,0 0,0-1,0 1,-1-1,0 0,-1 0,1-1,-1 1,1-1,-1 0,-1 0,1 0,0-1,-1 0,0 0,0 0,0-1,-1 1,-12 3,-1-1,0-1,0-1,0 0,0-1,0-2,-10 0,-11 0,42 0,0 0,0 0,-1 0,1 0,0 1,0-1,-1 0,1 0,0 1,-1-1,1 0,-1 1,1-1,0 1,-1-1,1 1,-1-1,1 1,-1-1,1 1,-1 0,0-1,1 1,-1-1,0 1,1 0,-1 0,0-1,0 1,1 0,-1-1,0 1,0 0,0 0,0-1,0 1,0 0,0 0,-1-1,1 1,0 0,0-1,0 1,-1 0,1-1,0 1,-1 0,1-1,-1 1,1 0,-1-1,1 1,-1-1,1 1,-1-1,1 1,-1-1,0 0,1 1,-1-1,0 0,1 1,-1-1,0 0,1 0,-1 0,0 1,352 299,-235-203,5-6,3-5,92 46,-189-117,0-2,1-1,0-2,1 0,1-2,-1-1,1-1,0-2,12 0,266-12,-244 5</inkml:trace>
  <inkml:trace contextRef="#ctx0" brushRef="#br0" timeOffset="-37764.366">10133 9311,'-93'31,"78"-24,-21 10,1 2,0 1,2 1,0 2,1 1,2 2,1 1,-25 29,42-34,1 1,0 0,2 1,1 0,0 1,2-1,1 1,1 1,1-1,2 0,0 1,2-1,0 1,5 18,-4-4,2 0,1-1,2 1,2-1,2-1,2 0,1 0,1-1,2-1,2-1,2-1,0 0,3-1,0-2,2-1,8 6,-14-21,2-1,-1-1,2-1,0-1,0-1,1-1,0-1,0-1,1-2,0 0,0-1,0-2,1 0,-1-2,1-1,-1-1,0-1,0-1,0-1,0-1,-1-2,19-7,2 0</inkml:trace>
  <inkml:trace contextRef="#ctx0" brushRef="#br0" timeOffset="-36277.195">6023 11937,'0'29,"0"34,0 25,0 28,0 22,0 12,0 1,0-11,0-1,0-4,0-16,0-23,0-22,0-25</inkml:trace>
  <inkml:trace contextRef="#ctx0" brushRef="#br0" timeOffset="-35692.004">6080 12964,'4'0,"12"0,13 0,16 0,20 0,17 0,25 0,33 0,17 0,1 0,-12 0,-6 0,-13 0,-13 0,-16 0,-16 0,-16 0,-20 0</inkml:trace>
  <inkml:trace contextRef="#ctx0" brushRef="#br0" timeOffset="-35252.555">7107 12307,'0'5,"0"16,0 39,0 43,0 32,0 4,0-7,0-12,0-17,0-20,0-11,0-12,-5-11,-6-10,-2-11</inkml:trace>
  <inkml:trace contextRef="#ctx0" brushRef="#br0" timeOffset="-31182.906">8762 12621,'0'-14,"2"-1,-1-1,0-1,-1 1,-1 0,-1 0,0 0,-1 1,-1-1,0 0,-1 1,-1 0,0 0,-1 1,0 0,-2 0,1 0,-3 0,8 13,0-1,0 1,0 0,0 1,0-1,0 1,-1-1,1 1,0 0,0 0,0 0,-1 1,1-1,0 1,0-1,0 1,0 0,0 0,0 1,0-1,0 1,1-1,-1 1,0 0,1 0,-1 0,1 0,0 1,0-1,0 1,0-1,0 1,0 0,1-1,-1 1,1 0,0 0,0 0,0 1,-6 4,-10 10,0 2,1 0,1 0,1 1,0 1,2 1,1 0,1 0,0 1,2 0,1 1,1-1,1 1,1 1,0 18,8-29,1-2,0 1,1 0,0-1,1 0,1-1,0 1,1-1,0-1,1 0,0 0,0-1,2 0,-1-1,10 6,-2 1,-10-9,0 0,-1 1,0 0,0 0,-1 1,0 0,0 0,-1 1,0 0,-1 0,0 0,0 1,-1 0,-1 0,0 0,0 0,0 6,-3-12,3 10,-1 0,-1 0,0-1,-1 1,0 0,-2 0,1 0,-2 0,0-1,-5 14,4-24,0 0,-1 0,0 0,0 0,0-1,0 0,0 0,-1 0,1 0,-1-1,0 0,0 0,0-1,0 0,0 0,0 0,0-1,0 0,0 0,0 0,0-1,0 0,0 0,0 0,0-1,0 0,0 0,1 0,-1-1,1 0,0 0,-3-2,-30-12,0-2,2-1,0-2,1-1,-31-28,27 18</inkml:trace>
  <inkml:trace contextRef="#ctx0" brushRef="#br0" timeOffset="-30546.252">9248 12193,'4'0,"3"4,-2 23,0 24,-1 24,-2 14,-1 20,-1 17,0 0,5 4,6-20,2-25,3-16,-1-16,-4-16</inkml:trace>
  <inkml:trace contextRef="#ctx0" brushRef="#br0" timeOffset="-28922.216">9419 12023,'23'-1,"0"2,-1 0,1 2,-1 0,0 2,1 0,-2 2,1 0,-1 1,0 2,-1 0,9 6,-8-3,0 0,-1 1,-1 0,-1 2,0 1,12 13,-26-25,1 1,-1-1,0 1,-1-1,1 1,-1 0,0 0,-1 1,1-1,-1 0,-1 1,1 0,-1-1,0 1,-1 0,1-1,-1 1,-1 0,1 0,-1-1,0 1,-1 0,0-1,0 1,0-1,-2 4,-2 0,0 0,-1-1,0 0,0 0,-1 0,0-1,-1 0,0-1,0 0,0 0,-1-1,0-1,0 1,0-1,-1-1,0 0,0-1,0 0,0 0,-3-1,-29 5,-1-1,0-3,1-1,-31-4,-43 0,117 2,1 0,-1 0,1 0,-1 1,1-1,-1 0,1 0,-1 1,0-1,1 1,-1-1,0 0,1 1,-1-1,0 1,1-1,-1 0,0 1,0-1,0 1,1-1,-1 1,0-1,0 1,0-1,0 1,0-1,0 1,0-1,0 1,0-1,0 1,0-1,0 1,0-1,-1 1,1-1,0 1,0-1,-1 1,1-1,0 1,0-1,-1 0,1 1,0-1,-1 1,1-1,-1 0,1 1,0-1,-1 0,1 0,-1 1,1-1,-1 0,1 0,-1 0,1 0,-1 0,1 1,-1-1,1 0,-1 0,1 0,-1 0,0-1,165 124,-108-73,-2 2,-3 2,43 58,82 87,-168-191,0-1,1 1,0-1,0 0,0-1,1 0,0-1,0 0,1 0,-1-1,1-1,0 0,0 0,0-1,1 0,-1-1,0 0,3-1,112-7,-87 5</inkml:trace>
  <inkml:trace contextRef="#ctx0" brushRef="#br0" timeOffset="-27924.51">11188 12165,'0'-12,"1"7,1-1,-1 1,-1-1,1 0,-1 1,0-1,0 1,0-1,-1 0,0 1,0-1,0 1,-1-1,0 1,0 0,0 0,-1 0,1 0,-1 0,0 0,-1 1,1 0,-1-1,0 1,0 1,0-1,-1 0,1 1,-1 0,0 0,0 0,0 1,0 0,-3-1,-5 0,-1 1,1 1,-1 0,0 1,1 1,-1 0,1 0,-1 1,1 1,0 1,0-1,0 2,1 0,-1 1,1 0,0 0,1 2,-1-1,2 1,-1 1,1 0,0 1,1 0,0 0,0 1,-12 24,1 2,1 0,2 1,2 0,2 1,1 1,2 0,2 1,1 0,3 0,1 1,2 26,-1-4,2-1,4 1,2-1,3 0,2-1,10 27,-18-76,0-1,0 0,1 0,1 0,0-1,0 0,1 1,0-2,1 1,1-1,-1 0,2-1,-1 1,1-2,1 1,-1-1,2-1,-1 0,1 0,0-1,4 2,8-4,1 0,-1-1,0-2,1 0,-1-2,1 0,-1-2,0-1,0 0,0-2,0 0,-1-2,0 0,-1-2,0 0,0-1,-1-1,-1-1,0-1,0-1,-2 0,0-2,6-7,51-53,-47 46</inkml:trace>
  <inkml:trace contextRef="#ctx0" brushRef="#br0" timeOffset="-11413.763">11303 349,'27'36,"3"36,-4 2,-3 0,2 29,-8-40,156 794,-126-592,-7-40,118 583,36 202,-192-998,201 1221,341 1603,-397-2118,18 410,-67-20,134 682,65 117,-245-1474,-19 1,-18 111,-15-497,-2-27,0 1,2 0,1-1,0 1,2-1,0 0,1 0,2 0,0 0,1-1,1 0,1 0,3 4,111 115,-22 19,-85-121,-22-33,-14-21</inkml:trace>
  <inkml:trace contextRef="#ctx0" brushRef="#br0" timeOffset="-9159.972">14327 3718,'0'-5,"0"3,9 17,5 39,3 45,-1 35,7 18,0-1,-5-8,-5-18,0-26,-2-29</inkml:trace>
  <inkml:trace contextRef="#ctx0" brushRef="#br0" timeOffset="-8654.031">13100 5400,'1'1,"-1"1,1-1,0 0,-1 0,1 0,0 0,0 0,0 0,0 0,0-1,0 1,0 0,0 0,0-1,0 1,1-1,-1 1,0-1,0 1,1-1,-1 0,0 1,0-1,1 0,-1 0,0 0,1 0,-1 0,0 0,1-1,5 2,374 12,-281-13,724-2,-564-20,-228 18</inkml:trace>
  <inkml:trace contextRef="#ctx0" brushRef="#br0" timeOffset="-8200.491">13870 5601,'-4'14,"12"11,19 9,31 5,18-5,7-8,4-8,6-8,-7-5,5-4,-2-1,-3-2,-5 1,-13-1,-12 1,-15 0</inkml:trace>
  <inkml:trace contextRef="#ctx0" brushRef="#br0" timeOffset="-7900.737">14556 6001,'0'19,"-5"45,-11 37,-8 19,0 15,0 13,-2 5,-1-8,5-25,5-26,6-26,5-24</inkml:trace>
  <inkml:trace contextRef="#ctx0" brushRef="#br0" timeOffset="-7372.792">17752 4059,'-25'59,"-1"-26,-2-1,-1 0,-1-3,-2 0,0-2,-2-1,-1-2,-7 2,-1 3,-174 109,-230 105,304-168,-42 24,183-98,-47 37,48-37,0 0,0 0,0 0,0 0,1 0,-1 0,0 0,1 0,-1 0,1 0,-1 0,1 0,0 1,-1-1,1 0,0 0,0 0,0 1,0-1,0 0,0 0,0 1,0-1,1 0,-1 0,0 0,1 1,-1-1,1 0,-1 0,1 0,-1 0,1 0,0 0,0 0,0 0,-1 0,1 0,0-1,0 1,0 0,0 0,0-1,11 6,-1 0,1-1,0 0,1-1,-1 0,0-1,1-1,0 0,0 0,0-2,0 1,2-2,11 3,456 19,-162-12,-255-8</inkml:trace>
  <inkml:trace contextRef="#ctx0" brushRef="#br0" timeOffset="-6919.535">19150 3889,'-26'53,"-22"7,-2-3,-3-1,-2-3,-21 13,-111 84,-91 52,-16 11,276-199,10-9,0 0,0 1,0 0,1 1,0-1,0 2,1-1,0 1,0-1,0 2,1-1,1 1,4-7,0 1,0-1,1 1,-1-1,1 1,-1-1,1 0,0 1,0-1,0 0,1 0,-1 0,0 0,1 0,-1 0,1 0,0 0,0 0,-1-1,1 1,0-1,1 1,-1-1,0 0,0 0,0 0,1 0,-1 0,0 0,1-1,-1 1,1-1,-1 0,2 0,57 14,1-2,0-4,0-2,1-3,10-3,-59 0,484 0,-395-1</inkml:trace>
  <inkml:trace contextRef="#ctx0" brushRef="#br0" timeOffset="-6553.92">20405 3688,'5'-5,"2"9,14 32,18 54,2 25,0 24,-3 21,-3 13,-7 1,-9-19,3-21,-4-30,-3-31</inkml:trace>
  <inkml:trace contextRef="#ctx0" brushRef="#br0" timeOffset="-6130.327">19721 5572,'-5'10,"18"3,21-1,20-1,29-4,21-3,11-1,11-3,13 1,12-2,9 1,2-6,2-11,-21-7,-26 0,-28 4,-29 6</inkml:trace>
  <inkml:trace contextRef="#ctx0" brushRef="#br0" timeOffset="-5491.38">20006 6657,'2'4,"-1"0,1 0,1-1,-1 1,0-1,1 1,0-1,0 0,0 0,0 0,0-1,1 1,-1-1,1 0,-1 0,1 0,0 0,0-1,0 1,0-1,2 0,-1 1,36 11,0-2,0-1,1-3,0-1,1-3,-1-1,8-2,-38 1,175 4,0-7,0-9,-1-7,105-28,-268 40,-19 4,1 0,0 1,0 0,0 0,0 0,0 0,0 1,0-1,0 1,0 1,1-1,-1 1,0 0,3 1,-8 23,-105 132,70-102,3 2,2 1,3 1,2 1,3 2,3 0,2 1,4 1,2 0,3 1,1 30,4-74,1-1,2 1,0 0,1 0,1-1,1 1,0-1,2 0,0 0,2 0,0 0,1-1,1-1,1 2,-4-14,0-1,0 0,1-1,-1 1,1-1,0 0,1-1,-1 1,0-2,1 1,0-1,-1 0,1 0,0-1,0 0,0-1,0 0,0 0,0-1,0 0,0 0,0 0,0-1,-1-1,1 1,-1-1,1 0,-1-1,6-4,31-16,-1-2,-1-3,-1 0,-2-3,-1-1,27-33,-40 42,195-188,-130 129</inkml:trace>
  <inkml:trace contextRef="#ctx0" brushRef="#br0" timeOffset="-4684.124">15783 10795,'331'315,"-105"-133,43 14,-230-168,1-1,1-2,2-2,0-2,1-2,1-1,1-3,0-2,27 4,-66-16,0 0,1 0,-1-1,1 0,-1-1,0 0,1 0,-1 0,0-1,0 0,0 0,0-1,0 0,0 0,-1 0,1-1,-1 0,0-1,0 1,-1-1,1 0,-1-1,0 1,-1-1,1 0,-1 0,0 0,0-2,10-21,-2 0,-2 0,0-1,-2 0,-1-1,-2 0,-1 0,-1 0,-1-28,-1 45,9-288,-16-60,3 268,-5 1,-4 0,-4 0,-24-76,-44-87,-48-86,-49-142,173 469,1-2,1 1,0-1,1 0,1 0,1 0,0-1,1 1,1-1,1 1,0-1,1 0,1 1,1-1,0 1,1 0,1 0,1 0,0 1,8-14,11 1,1 1,1 2,2 0,0 2,1 2,2 0,0 2,1 2,1 1,12-3,75-23,-81 35</inkml:trace>
  <inkml:trace contextRef="#ctx0" brushRef="#br0" timeOffset="-4204.611">16695 9824,'-4'5,"12"6,10 2,27-2,24-2,30-3,22-8,6-2,4-7,5-6,-6-4,-11 0,-15 5,-17 4,-17 5,-22 3</inkml:trace>
  <inkml:trace contextRef="#ctx0" brushRef="#br0" timeOffset="-3523.799">18266 9910,'-21'45,"10"-24,1 0,1 1,1 1,1-1,2 1,0 1,1-1,1 0,1 1,1 0,1-1,2 1,0 0,1-1,4 13,-5-31,-1 1,1 0,1-1,-1 0,1 1,0-1,0 0,1 0,-1-1,1 1,0-1,0 0,1 0,-1 0,1 0,0-1,0 0,0 0,0 0,1-1,-1 0,1 0,-1 0,1 0,0-1,0 0,-1 0,1-1,0 0,0 0,0 0,0 0,6-2,-5 1,0 0,0 0,0-1,-1 0,1 0,0-1,-1 1,1-1,-1-1,0 1,0-1,0-1,-1 1,1-1,-1 1,0-2,0 1,-1 0,1-1,-1 0,-1 0,1 0,-1-1,0 1,0-1,-1 1,0-1,0 0,-1 0,0 0,0 0,0 0,-1 0,0-3,0-4,0-1,0 1,-2 0,1 0,-2 0,0 0,-1 1,0-1,-1 1,0 0,-1 0,-1 0,0 1,-1 0,0 0,-4-3,6 6,0 2,0-1,-1 1,0 0,-1 0,1 1,-1 0,0 0,-1 1,1 0,-1 0,0 1,0 0,-1 1,1 0,-1 0,1 1,-7 0,-8-3,-1 2,0 1,-1 1,1 1,0 1,0 1,0 1,0 2,1 0,-1 2,1 0,1 2,0 0,-8 6,23-10,1 1,0 0,0 0,1 0,-1 1,2 0,-1 1,1-1,0 1,0 0,-2 6,-4 13</inkml:trace>
  <inkml:trace contextRef="#ctx0" brushRef="#br0" timeOffset="-2224.204">20748 8426,'9'-4,"-20"13,1-2,-369 288,-42 19,336-236,84-77,1 1,-1-1,1 1,-1-1,1 1,-1-1,1 1,0-1,0 1,0-1,0 1,0-1,0 1,0-1,1 1,-1-1,0 1,1-1,-1 1,1-1,0 1,-1-1,1 0,0 1,0-1,0 0,0 0,0 0,0 1,0-1,0 0,1-1,-1 1,0 0,1 0,-1 0,0-1,1 1,-1-1,1 1,-1-1,1 0,-1 1,1-1,-1 0,1 0,-1 0,1 0,0 0,-1 0,1-1,-1 1,1 0,-1-1,2 0,2 2,98 17,-34-7,1 3,-2 3,0 2,11 9,-17-5,-40-17</inkml:trace>
  <inkml:trace contextRef="#ctx0" brushRef="#br0" timeOffset="-1707.612">22061 8541,'-79'87,"-190"107,190-144,3 3,3 4,2 3,-12 17,79-74,0 0,0 0,0 0,0 1,1 0,0 0,0 0,0 0,0 0,1 1,-1-1,1 1,0-1,0 1,1 0,0 0,0 0,0 0,0 0,1 0,-1 0,1 0,1 0,-1 0,1 0,1 4,5 2,1-1,0 1,1-2,0 1,0-1,1-1,0 0,1 0,-1-1,2 0,-1-1,1-1,0 0,0 0,0-1,1 0,-1-1,11 1,-6 1,46 13,158 62,-181-57</inkml:trace>
  <inkml:trace contextRef="#ctx0" brushRef="#br0" timeOffset="2242.305">15925 4887,'1'-77,"2"34,-1 1,-2 0,-2-1,-2 1,-1 0,-3 0,-1 1,-2 0,-2 0,-2 1,-19-37,-51-65,86 142,0 1,0-1,0 0,0 1,0-1,0 0,0 0,0 0,0 0,0 0,0 0,0 0,0 0,0 0,0 0,0-1,0 1,0 0,0-1,0 1,0-1,0 1,0-1,0 0,0 1,-1-1,1 0,0 1,0-1,-1 0,1 0,-1 0,1 0,-1 1,1-1,-1 0,1 0,-1 0,0 0,1 0,-1 0,0 0,0 0,0 0,0 0,0 0,0-1,0 1,0 0,0 0,-1 0,1 0,0 0,-1 0,1 0,0 1,-1-1,1 0,-1 0,0 0,1 0,-1 0,0 1,1-1,-1 0,0 1,183 86,701 441,-656-402,5-10,5-10,61 9,30-3,-243-76,-83-35,-1 0,0 0,1 0,-1 0,0 0,0 0,1 1,-1-1,0 1,0-1,0 1,0-1,1 1,-1 0,0-1,0 1,0 0,0 0,0 0,-1 0,1 0,0 0,0 0,-1 0,1 0,0 0,-1 0,1 0,-1 0,1 1,-1-1,0 0,0 0,1 1,-1-1,0 0,0 0,0 2,-46 17,38-17,-233 86,-101 59,312-134,-168 77,3 8,6 9,-74 61,56-1,161-128,23-23</inkml:trace>
  <inkml:trace contextRef="#ctx0" brushRef="#br0" timeOffset="3221.792">17610 4031,'0'-2,"1"0,-1 0,1 0,0-1,0 1,0 0,1 0,-1 0,0 1,1-1,-1 0,1 0,0 1,-1-1,1 1,0-1,0 1,0 0,0 0,0 0,0 0,0 0,0 0,1 1,-1-1,0 1,0-1,1 1,-1 0,0 0,1 0,-1 0,0 0,1 1,-1-1,0 1,2 0,29 3,-1 1,0 1,0 2,-1 1,0 2,16 8,-1-2,257 101,238 132,96 52,-311-145,-318-153,-4-3,1 0,-1 1,1 0,-1-1,0 1,0 1,0-1,0 1,0-1,0 1,-1 0,1 1,-1-1,0 0,0 1,0 0,0 0,-1 0,0 0,1 0,-1 0,-1 1,1-1,-1 0,0 1,0 0,0-1,0 1,-1 0,0-1,0 4,-4 3,-1 1,0-1,-1 1,0-1,0-1,-2 0,1 0,-1 0,0-1,-1 0,0 0,-5 2,9-6,-449 412,356-318,5 4,4 4,5 4,-61 109,83-85,52-94</inkml:trace>
  <inkml:trace contextRef="#ctx0" brushRef="#br0" timeOffset="5086.566">19436 8455,'27'3,"0"1,0 2,0 0,-1 2,0 1,-1 0,0 2,0 2,-1 0,0 2,17 6,134 74,166 78,-242-136,1-4,2-5,79 10,-180-38,3 0,0 0,0 1,1-1,-1 1,0-1,0 1,0 0,0 1,0-1,0 1,0 0,-1 0,1 0,0 0,-1 1,0-1,0 1,1 0,-1 0,-1 0,1 0,0 1,-1-1,0 1,0-1,0 1,0 0,0 1,-2 4,0 0,0 1,-1-1,0 1,0-1,-1 0,-1 0,0 0,0 0,0 0,-5 6,6-8,-32 61,-3 0,-3-3,-3-1,-3-2,-2-2,-29 26,-95 123,111-113,47-64</inkml:trace>
  <inkml:trace contextRef="#ctx0" brushRef="#br0" timeOffset="6062.769">20949 8169,'106'22,"-40"2,-2 3,-1 3,-2 3,23 17,9 3,144 77,417 250,-450-243,-199-132,0 0,-1 1,0 0,0 0,-1 0,1 1,-1-1,-1 1,1 0,-1 0,0 0,-1 0,1 0,-2 0,1 0,-1 0,0 0,0 0,-1 1,0-1,1 6,0 50,-3-1,-2 1,-4-1,-2 0,-3-1,-2 0,-16 35,-89 170,30-120,85-126</inkml:trace>
  <inkml:trace contextRef="#ctx0" brushRef="#br0" timeOffset="22108.524">19550 13764,'4'0,"3"0</inkml:trace>
  <inkml:trace contextRef="#ctx0" brushRef="#br0" timeOffset="23723.781">22489 5172,'0'0</inkml:trace>
  <inkml:trace contextRef="#ctx0" brushRef="#br0" timeOffset="29244.005">18009 14362,'47'3,"0"2,-1 1,0 3,16 6,65 12,-102-22,-18-2,1 0,0-1,-1 1,1-2,0 1,0-1,0 0,0-1,0 0,-1 0,1-1,0 0,0 0,0-1,0 0,-1 0,1-1,-1 0,0 0,0-1,0 0,0 0,0-1,-1 0,0 0,1-1,0-9,-2 0,1 0,-2-1,0 1,-1-1,0 0,-2 0,1 0,-2-13,0 17,3-639,-14-1362,16 1787,5 71,3 55</inkml:trace>
  <inkml:trace contextRef="#ctx0" brushRef="#br0" timeOffset="29963.811">18723 12506,'-61'-4,"1"-2,-1-4,2-2,0-2,-37-16,25 10,34 2,267 79,-134-47,0-5,1-3,93-8,-175 2,28-1</inkml:trace>
  <inkml:trace contextRef="#ctx0" brushRef="#br0" timeOffset="30438.465">19807 12450,'11'19,"25"154,-29-151,1-1,0-1,2 0,0 0,1-1,1 0,1-1,1 0,0-1,1-1,1 0,0-1,1-1,7 4,-22-16,1 0,0 0,0 0,-1 0,1 0,1-1,-1 1,0-1,0 0,1 0,-1 0,0-1,1 1,-1-1,1 0,-1 0,1 0,-1 0,0 0,1-1,-1 1,1-1,-1 0,0 0,0-1,1 1,-1-1,0 1,0-1,0 0,0-1,2-6,0 1,-1-1,0 0,-1-1,0 1,0 0,-1-1,0 0,-1 0,0 1,-1-1,0 0,0 0,0-2,1-10,1-1,-1-1,0 1,-2-1,-1 1,-1 0,-5-19,6 38,0-1,-1 1,1 0,-1-1,0 1,0 1,0-1,-1 0,1 1,-1-1,0 1,0 0,0 0,0 1,0-1,-1 1,1 0,-1 0,1 1,-1-1,0 1,0 0,0 0,0 0,0 1,-1 0,-28-2</inkml:trace>
  <inkml:trace contextRef="#ctx0" brushRef="#br0" timeOffset="30915.427">20692 11709,'42'20,"164"108,79 47,75 25,-133-96,226 69,-307-108,-145-64,1 0,-1-1,0 1,0 0,-1 0,1 0,0 0,0 0,0 0,-1 0,1 0,0 0,-1 0,1 0,-1 0,1 1,-1-1,0 0,1 0,-1 1,0-1,0 0,0 0,0 1,0-1,0 0,0 1,-1-1,1 0,0 0,-1 0,1 1,-1-1,1 0,-1 0,0 0,1 0,-1 0,0 0,0 0,0 0,0 0,0 0,-47 33,-109 31,114-47</inkml:trace>
  <inkml:trace contextRef="#ctx0" brushRef="#br0" timeOffset="31383.431">22004 11709,'1'-1,"1"0,-1 0,1 0,-1 0,1 0,-1 1,1-1,0 0,-1 1,1 0,0-1,-1 1,1 0,0 0,0 0,-1 0,1 0,0 0,0 0,-1 1,1-1,0 1,-1-1,1 1,-1 0,1 0,-1-1,1 1,-1 0,1 0,-1 0,0 1,1-1,188 124,464 353,-546-403,4-5,2-5,4-6,1-4,122 37,-93-47,-146-45,0 1,0 0,0 0,0 0,-1 1,1-1,0 0,0 1,-1-1,1 1,-1-1,1 1,-1 0,0 0,0 0,1 0,-1 0,-1 0,1 0,0 0,0 0,-1 0,1 0,-1 0,0 1,0-1,0 0,0 0,0 0,0 1,0-1,-1 0,1 0,-1 0,0 2,-38 68,38-70,-66 86,38-53</inkml:trace>
  <inkml:trace contextRef="#ctx0" brushRef="#br0" timeOffset="31751.884">24630 11451,'5'-4,"6"-3,21 20,25 32,21 33,12 27,-4 10,-11 0,-15 5,-12 7,0 5,-8-9,-5-12,-10-19,-8-21,-8-23</inkml:trace>
  <inkml:trace contextRef="#ctx0" brushRef="#br0" timeOffset="32185.26">24488 13050,'14'10,"20"2,23 1,32-3,19-3,20-3,38-2,48-1,56-1,40 0,26-1,-5 1,-30-1,-62 1,-66 0,-63 0</inkml:trace>
  <inkml:trace contextRef="#ctx0" brushRef="#br0" timeOffset="32920.106">24772 13620,'25'54,"21"26,-4 1,-3 3,-3 1,-5 1,-3 2,-4 1,-4 1,5 67,-23-140,0-10,-1 1,0 0,0 0,0 0,-1 0,-1 0,1-1,-1 1,0 0,-1 0,0-1,-1 4,-15-21,-30-144,29 73,4-1,3 0,4-1,3-39,6 83,2 0,2 1,1-1,2 1,1 0,2 1,2 0,1 1,2 0,2 1,0 1,3 1,1 1,14-16,-28 37,0 1,0 1,1 0,0 0,1 1,0 0,0 0,1 1,0 1,0-1,0 2,1 0,0 0,0 1,0 1,1 0,-1 0,1 1,-1 1,1 0,0 1,0 0,-1 1,1 1,-1 0,1 0,-1 1,1 1,-1 0,-1 1,1 0,7 4,-8 2,-1-1,1 2,-2-1,0 1,0 1,-1 0,0 0,-1 0,-1 1,0 0,-1 0,-1 1,0 0,-1-1,0 1,-1 0,-1 0,0 1,-2 6,0-12,-1 1,0-1,0 0,-1 0,0 0,-1 0,0 0,-1-1,0 0,0 0,-1 0,0-1,-1 1,0-2,0 1,0-1,-1 0,0 0,-1-1,0 0,0-1,0 0,0 0,-1-1,1 0,-1-1,0 0,-1 0,-5 0,-45 8,50-10,1 1,-1-1,1 1,-1 1,1 0,0 1,0 0,0 0,1 1,0 0,-1 1,8-3,0 0,0 1,0-1,0 1,1-1,0 1,0-1,0 1,0 0,0-1,1 1,-1 0,1 0,0 0,0-1,1 1,-1 0,1 0,0 0,0-1,0 1,0-1,1 1,-1-1,1 1,0-1,0 0,0 0,1 0,-1 0,1 0,-1 0,2 0,14 18,1 0,1-1,1-1,0-2,1 0,1-1,1-1,0-1,1-1,1-1,0-1,0-2,1-1,0 0,0-2,1-2,1 0,85 6,0-5,92-9,-164 2,28 0</inkml:trace>
  <inkml:trace contextRef="#ctx0" brushRef="#br0" timeOffset="33245.568">26884 13849,'-10'14,"0"1,1 0,1 0,0 0,1 1,1 0,1 1,0 0,1-1,0 1,1 12,1-22,-10 55,3 0,2 0,3 0,3 1,3-1,2 1,4 6,-6-56,0 0,0 1,1-1,1 0,1 0,-1 0,2-1,0 0,0 0,1 0,1-1,0 0,0 0,1-1,0 0,1 0,0-1,1-1,0 0,0 0,1-1,0-1,3 2,16 2,0-1,0-1,1-2,0-1,0-2,0-1,0-2,9-1,5-1</inkml:trace>
  <inkml:trace contextRef="#ctx0" brushRef="#br0" timeOffset="34038.441">21177 16218,'22'-36,"139"-261,69-60,-107 174,58-121,-122 166,-60 138,0 0,1 1,-1-1,0 0,0 1,0-1,0 0,1 0,-1 1,0-1,0 0,0 0,0 0,0 0,0-1,1 1,-1 0,0 0,0 0,0-1,0 1,0 0,1-1,-1 1,0-1,0 1,1-1,-1 1,0-1,1 1,-1-1,1 0,-1 1,0-1,1 0,-1 0,1 1,0-1,-1 0,1 0,0 0,-1 1,1-1,0 0,0 0,0 0,0 0,0 0,0 0,0 0,0 1,0-1,0 0,1 0,-1 0,0 0,0 0,1 1,-1-1,1 0,-1 0,1 1,-1-1,1 0,-1 1,1-1,-1 0,1 1,0-1,-26 15,1 1,0 1,1 1,1 1,1 2,0 0,2 0,0 2,1 0,2 2,0 0,1 0,2 1,-1 3,10-19,0 1,0-1,1 1,0 0,0 0,1 0,1 0,0 0,0 0,1 1,0-1,0 0,1 0,1 0,0 0,0 0,1 0,0 0,1-1,0 1,1-1,0 0,5 8,157 164,-109-125,-45-44,-1 2,0-1,0 1,-2 1,0 0,0 0,-2 1,0 1,-1-1,0 1,-1 0,-1 1,-1-1,-1 1,0 0,0 17,-4-30,-1-1,1 0,-1 0,0 0,0 0,-1 0,1 0,-1-1,0 1,0-1,0 0,0 0,-1 0,1 0,-1 0,0-1,0 0,0 0,0 0,0 0,0 0,0-1,-1 0,1 0,-1 0,1 0,-1-1,1 0,-1 0,1 0,-1 0,-2-1,0 2,-29 3,-1-2,1-1,0-2,0-1,0-2,0-1,0-2,-29-10,57 14,0 0,0 0,1-1,-1 0,1 0,0 0,0-1,0 0,1-1,0 0,-4-4,-12-22</inkml:trace>
  <inkml:trace contextRef="#ctx0" brushRef="#br0" timeOffset="34829.972">22575 15218,'12'20,"2"254,-10 286,-5-762,-3 114,3 0,5 0,3 0,5 1,6-15,-14 82,1 1,1 0,0 0,2 1,0 0,1 0,0 1,2 0,0 1,1 0,0 1,1 0,1 1,1 0,0 1,0 1,1 1,1 0,0 1,0 0,1 2,0 0,1 1,4-1,0 4,1 0,0 2,0 0,0 2,0 1,0 0,0 2,22 5,-35-4,-1 0,-1 1,1 0,-1 0,0 1,0 0,0 1,-1 0,0 0,0 0,-1 1,0 1,0-1,-1 1,0 0,-1 0,0 1,0 0,-1 0,-1 0,1 0,-1 0,-1 1,0 0,-1-1,0 1,0 0,-1 0,-1-1,0 1,0 0,-1 2,1-9,0 0,0 1,0-1,-1 0,1 0,-1 0,0 0,0 0,-1 0,1-1,-1 1,0-1,0 0,0 1,0-1,0 0,-1-1,1 1,-1-1,0 0,0 1,0-2,0 1,0 0,0-1,-1 0,0 0,-123 15,-173-34,301 18,-1 0,-1-1,1 1,0-1,-1 1,1 0,0-1,-1 1,1 0,-1 0,1 0,0 0,-1 0,1 0,0 1,-1-1,1 0,0 1,-1-1,1 1,0-1,0 1,-1 0,1-1,0 1,0 0,0 0,0 0,0 0,0 0,0 0,0 0,1 0,-1 0,0 1,1-1,-1 0,0 0,1 1,0-1,-1 0,1 1,0-1,0 0,-1 1,1-1,0 0,1 2,3 9,1 0,0 0,1 0,1-1,0 1,0-2,1 1,9 8,-7-6,48 52,3-3,2-2,3-3,27 15,147 132,-227-190,-1-1,2 0,-1-1,2 0,0-1,0-1,1 0,0-1,0-1,1-1,0 0,9 2,39 1,-5-6</inkml:trace>
  <inkml:trace contextRef="#ctx0" brushRef="#br0" timeOffset="35215.678">24630 15275,'-14'2,"0"1,0 1,0 0,0 1,1 1,0 0,0 0,1 2,-1-1,1 2,1-1,0 2,0-1,1 2,0-1,1 1,0 1,1 0,0 0,1 0,0 1,-3 9,-3 8,2-1,0 2,2-1,2 1,1 1,1-1,1 1,2 0,2 0,0 0,2 0,3 9,-4-26,2 0,-1 0,2 0,0-1,0 1,1-1,1 0,1 0,0-1,0 0,2 0,-1 0,2-1,0-1,0 1,1-2,0 0,1 0,0-1,0 0,1-1,8 4,0-5,0-2,0 0,0-1,0-1,0-1,1-1,-1-1,1-1,-1 0,1-2,-1-1,0 0,0-2,-1 0,1-1,1-3,44-23</inkml:trace>
  <inkml:trace contextRef="#ctx0" brushRef="#br0" timeOffset="35694.568">25143 15304,'36'3,"-1"1,1 2,-1 1,-1 2,32 12,9 2,149 42,74 38,-294-102,1-1,-1 1,1 1,-1-1,0 0,0 1,1 0,-1 0,-1 0,1 1,0 0,0-1,-1 1,0 0,1 0,-1 1,0-1,-1 1,1 0,-1-1,1 1,-1 0,0 0,-1 1,1-1,-1 0,1 1,-1-1,-1 1,1-1,-1 1,1-1,-1 1,-1 3,-5 5,-1 0,0 0,-1-1,0 0,-1-1,0 0,-1 0,0-1,-1 0,-7 5,2 0,-75 69,70-62</inkml:trace>
  <inkml:trace contextRef="#ctx0" brushRef="#br0" timeOffset="36151.295">26342 14705,'17'-2,"-1"0,1 0,0 2,0 0,0 1,0 1,0 1,-1 0,1 1,-1 0,0 2,0 0,10 5,95 41,-2 6,96 62,60 31,74-3,-346-147,1 1,0-1,0 1,-1-1,1 1,-1 1,1-1,-1 0,0 1,0-1,0 1,0 0,-1 0,1 0,-1 1,0-1,0 0,0 1,0 0,0-1,-1 1,0 0,1 0,-1 0,-1 0,1 0,-1 0,1 0,-1 0,0 0,-1 0,1 0,-1 0,0 0,0-1,-1 4,-9 25,-2 0,-1-1,-2 0,0-1,-3-1,0-1,-2 0,0-2,-2 0,-1-2,-23 18,-38 37,-3-4,-70 45,128-100</inkml:trace>
  <inkml:trace contextRef="#ctx0" brushRef="#br0" timeOffset="36499.221">28198 14505,'4'0,"8"9,0 33,14 34,2 17,-4 14,-1 21,1 10,0 14,2-9,0-13,-3-25,-6-16,-1-17,-3-17,-4-17</inkml:trace>
  <inkml:trace contextRef="#ctx0" brushRef="#br0" timeOffset="37564.092">3797 14848,'5'1,"1"0,-1 0,1 1,-1 0,1 0,-1 1,0 0,0-1,0 2,-1-1,1 0,-1 1,0 0,0 0,0 0,1 3,2-1,326 383,-330-384,0 0,1 0,0 0,0-1,0 0,1 1,-1-1,1-1,0 1,0-1,0 0,1 0,-1 0,1-1,0 0,-1 0,1-1,0 1,0-1,0 0,0-1,3 1,0-4,-1 0,1 0,-1-1,1 0,-1-1,0 0,-1 0,1 0,-1-1,0 0,0-1,-1 0,0 0,0 0,-1 0,3-6,128-195,-92 134,3 2,45-50,-73 98,2 0,0 2,2 0,0 2,1 1,1 0,1 2,0 1,2 1,0 1,0 2,1 0,0 2,1 2,0 0,1 2,-1 2,16-1,-40 5,0 0,0 0,0 0,-1 1,1 0,0 0,0 0,0 1,-1 0,1 0,-1 0,0 1,0 0,1 0,-2 0,1 1,0-1,-1 1,1 0,-1 1,-1-1,1 1,0-1,-1 1,0 0,0 1,-1-1,1 0,-1 1,1 5,10 32,-3 0,-2 1,-1 0,-3 1,-1 0,-3-1,-2 24,-11 23,-1-53</inkml:trace>
  <inkml:trace contextRef="#ctx0" brushRef="#br0" timeOffset="38093.748">4196 16103,'3'3,"4"6,0-1,0 0,1-1,0 1,0-2,0 1,1-1,0 0,1-1,-1 0,1 0,0-1,0-1,0 0,0 0,1-1,-1 0,4 0,9-7,0-1,0 0,0-2,-1-1,-1 0,0-2,0 0,-1-2,0 0,7-8,64-52,-4-3,-3-5,45-58,-9 12,-96 101,1 2,1 1,1 1,1 2,1 0,7-1,-26 15,0 1,1 0,0 1,0 0,0 0,1 1,-1 1,1 0,-1 1,1 0,0 0,-1 1,1 1,0 0,-1 1,1 0,-1 0,1 2,9 3,-3 5,-1 1,-1 1,0 0,-1 1,0 1,-1 0,-1 1,-1 0,0 1,-1 0,-1 1,-1 1,-1-1,0 1,-2 1,2 8,-7-27,41 135,-30-85</inkml:trace>
  <inkml:trace contextRef="#ctx0" brushRef="#br0" timeOffset="43014.011">19464 14990,'2'0,"-1"-1,1 1,0 0,0 0,0-1,0 1,-1 1,1-1,0 0,0 0,0 1,-1-1,1 1,0 0,0-1,-1 1,1 0,-1 0,1 0,-1 0,1 0,-1 0,1 1,-1-1,0 0,0 1,0-1,0 1,0-1,0 1,0-1,0 1,0 0,-1 0,1-1,-1 1,1 0,-1 0,0 0,0-1,0 1,0 0,0 0,0 0,0 0,-1-1,1 1,-1 0,1 0,-1-1,0 1,1 0,-1-1,0 1,0 0,0-1,0 0,-1 2,-76 121,77-123,1 1,-1-1,0 1,1-1,-1 1,0-1,1 1,0-1,-1 1,1 0,0-1,0 1,0-1,0 1,0 0,0-1,0 1,1-1,-1 1,1 0,-1-1,1 1,0-1,-1 1,1-1,0 0,0 1,0-1,0 0,0 0,0 1,0-1,0 0,1 0,-1 0,0 0,1-1,-1 1,1 0,-1 0,1-1,0 1,72 12,-72-13,148 2,-146 0,1 0,0 1,-1-1,0 1,1 0,-1 0,0 0,0 0,-1 1,1 0,-1 0,0 0,0 0,0 0,0 1,-1-1,0 1,0 0,0-1,0 1,-1 0,0 0,0 0,0 0,-1 1,1-1,-1 0,0 0,-1 0,0 1,11 127,-6 0,-7 24,1-53,-6 994,8-1237,0-37,0-90,0-86,2-1301,7 1354,9 84,5 78,-21 130,0 1,0 0,1 0,-1 0,1 0,0 0,1 1,0-1,0 1,0 0,0 0,1 0,-1 1,1-1,1 1,-1 1,0-1,1 1,0 0,0 0,0 0,0 1,0 0,0 0,1 1,-1-1,1 1,-1 1,1-1,-1 1,1 1,-1-1,1 1,-1 0,1 0,2 2,283 23,-49-10,80-3,93-4,107-2,107-4,116-2,92 0,3841-4,-4254 5,-120 15,-96 25,-193-36,0 0,0 1,-1 0,0 2,0 0,-1 0,0 1,0 1,-1 1,-1-1,0 2,-1 0,0 0,-1 1,0 0,-1 1,-1 0,-1 1,0-1,-1 2,0-1,-1 0,2 15,59 229,8 104,-74-364,69 406,-11 71,-54-462,-1 1,-1 0,0 0,-1 0,-1 0,0 0,-1 0,-1 0,0 0,-1 0,-1-1,-1 1,0-1,-1 0,0 0,-1-1,-1 0,0 0,-1-1,-1 0,0 0,-4 2,-13 3,-2-1,0-2,0-1,-1-2,-1 0,0-2,-1-2,0-1,0-1,0-1,-6-2,1 3,-187 31,-79 10,-104 8,-104-6,-105-9,-104-13,-91-11,-2708 17,2745-19,95 0,103-3,108-3,93-2,86-3</inkml:trace>
  <inkml:trace contextRef="#ctx0" brushRef="#br0" timeOffset="43521.367">5195 15191,'9'0,"4"0</inkml:trace>
  <inkml:trace contextRef="#ctx0" brushRef="#br0" timeOffset="44299.49">6992 14848,'63'-94,"88"-177,-66 159,4 4,5 4,26-17,-113 115,6-9,2 0,0 2,0 0,1 0,1 2,0 0,1 0,0 2,2-1,-16 9,0 0,-1 0,1 0,0 0,0 1,1-1,-1 1,0 0,0 0,0 1,0-1,0 1,0 0,0 0,0 0,-1 0,1 1,0 0,-1 0,1 0,-1 0,1 0,-1 1,0-1,0 1,0 0,0 0,-1 0,1 0,-1 1,1 0,52 128,-31-8,-5 0,-6 2,-3 114,0-34,26 431,-33-549</inkml:trace>
  <inkml:trace contextRef="#ctx0" brushRef="#br0" timeOffset="44829.929">7335 15704,'0'4,"15"3,19-1,28-1,33-1,14-2,4-1,7 0,2-1,19-5,24-2,14-5,20-4,-15 0,-33 2,-42 5</inkml:trace>
  <inkml:trace contextRef="#ctx0" brushRef="#br0" timeOffset="45152.308">9704 15446,'5'0,"1"0</inkml:trace>
  <inkml:trace contextRef="#ctx0" brushRef="#br0" timeOffset="64081.373">23946 3603,'6'-1,"0"0,0 1,0-1,0 2,0-1,1 1,-1-1,0 2,0-1,0 1,-1 0,1 0,0 0,-1 1,1 0,-1 0,0 1,0-1,0 1,0 0,-1 0,3 4,10 15,-1 0,-1 1,-2 0,0 1,-2 1,0 0,-2 1,1 9,60 190,20 111,34 129,27 116,227 1015,-8 397,-314-1613,-19-102,-6-17,-32-249,-3-20,-5-26,-7-34</inkml:trace>
  <inkml:trace contextRef="#ctx0" brushRef="#br0" timeOffset="64533.111">21947 7342,'5'0,"26"0,17 0,20 0,18 0,28 0,44 0,62 0,91 0,124 0,157-15,173-38,121-35,40-22,-25-6,-107 6,-156 18,-185 23</inkml:trace>
  <inkml:trace contextRef="#ctx0" brushRef="#br0" timeOffset="65178.668">26371 4887,'-4'1,"1"0,-1 1,0-1,1 1,-1 0,1-1,0 2,0-1,0 0,0 1,0-1,0 1,0 0,1 0,-1 0,1 0,0 0,0 0,-1 3,1-3,-107 184,-310 583,234-412,16 7,13 13,-50 197,-147 379,-225 295,444-975,124-254,-54 79,32-90,5-20</inkml:trace>
  <inkml:trace contextRef="#ctx0" brushRef="#br0" timeOffset="65917.027">26229 4772,'9'0,"9"0,10 0,6 0,6 0,2 0,-2 0,-7 0</inkml:trace>
  <inkml:trace contextRef="#ctx0" brushRef="#br0" timeOffset="66616.331">25800 5115,'89'1,"35"1,1-6,-1-5,26-10,343-103,-165 36,-153 55,2 7,1 9,147 7,-79 1,672-14,-891 21</inkml:trace>
  <inkml:trace contextRef="#ctx0" brushRef="#br0" timeOffset="67408.04">25743 5030,'4'4,"-1"-1,1 1,0 0,0-1,0 0,1 0,-1-1,1 1,0-1,-1 0,1 0,0 0,0-1,0 1,1-1,-1-1,0 1,0-1,0 0,4 0,4 2,90 3,1-3,-1-6,0-4,0-4,-2-5,64-20,432-89,-461 104,2 6,0 7,53 5,-168 5,4 1,1-1,0-1,0-1,-1-1,1-2,-1-1,0-1,0-1,-1-1,7-4,76-39,-80 40</inkml:trace>
  <inkml:trace contextRef="#ctx0" brushRef="#br0" timeOffset="71456.442">29824 4059,'3'-5,"0"0,-1-1,0 1,0-1,0 1,-1-1,1 0,-1 1,-1-1,1 0,-1 0,0 0,0 0,-1 0,1 1,-1-1,-1 0,1 0,-1 1,-2-6,-18-46,-2 1,-3 1,-1 1,-4 2,-1 1,-3 1,-2 3,-2 0,-2 3,-1 1,-7-1,-6-4,-2 1,-2 4,-38-21,80 56,1 0,-1 1,-1 0,1 2,-1 0,0 1,0 1,-1 1,1 1,0 0,-1 2,1 0,-1 1,-16-1,-46 7,0 4,1 3,1 3,0 5,2 2,-43 23,38-13,3 4,1 3,1 3,3 4,-36 34,-164 112,110-58,73-54,-55 47,131-110,0 1,1 1,2 0,0 0,1 2,1-1,2 1,-5 18,-30 168,25-93,8-37,3 1,4-1,3 1,5 12,-2 43,-2-80,-2-26,2 0,1 0,1 0,2 0,1 0,1 0,6 15,9 0,1-2,3 0,1-1,2-2,2-1,25 24,123 117,-158-162,2-2,-1 0,2-1,0-2,1 0,0-1,1-2,0 0,1-2,0-1,0-1,5 0,7 4,29 3,0-2,0-4,0-2,1-4,23-3,82 2,138 24,202-26,-459-2,1-4,-1-1,0-3,0-2,-2-3,0-2,-1-2,-1-2,-1-2,38-28,-37 17,-3-2,-1-3,-2-1,-2-2,-2-2,-1-1,0-7,9-22,-3-3,-3-1,-4-2,8-32,-31 76,-11 29,20-42,-3-1,-2 0,-2-2,-3 0,-1-1,-4 0,2-43,-16-267,4 355,2-23,-2 0,-1 0,-2 0,-1 1,-8-29,-8 10,-1 0,-3 2,-2 0,-2 2,-2 1,-3 2,-1 1,-1 1,-17-11,-183-198,215 232,-2 1,0 1,-1 1,0 2,-2 0,1 2,-2 0,1 2,-1 1,-1 1,0 1,0 2,0 1,-1 1,1 1,-1 2,-12 1,-499 4,467 2,0 3,0 2,1 5,1 2,0 3,2 3,-30 18,78-35,-147 64,-126 75,220-104,2 3,2 3,2 4,2 2,3 3,3 2,-38 51,72-73,1 2,2 0,2 1,2 1,2 1,1 1,3 0,-7 41,-25 70,28-98,3 0,2 1,3 1,2 0,3 0,3 37,5 482,-4-563,0 1,0 0,2-1,0 0,0 1,2-1,0 0,0 0,2-1,0 1,0-1,1-1,1 1,0-1,1 0,1-1,10 11,218 158,-205-150,1-2,1-1,2-2,0-2,2-1,1-2,0-2,1-1,40 10,54-6,1-6,1-6,-1-6,25-6,-120 1</inkml:trace>
  <inkml:trace contextRef="#ctx0" brushRef="#br0" timeOffset="71909.257">26085 5115,'0'0</inkml:trace>
  <inkml:trace contextRef="#ctx0" brushRef="#br0" timeOffset="72256.261">26314 5829,'5'5,"6"6,6 7,6 4,-2 4,-5 2,-4 6,-4-2</inkml:trace>
  <inkml:trace contextRef="#ctx0" brushRef="#br0" timeOffset="72487.843">26428 6285,'0'10,"0"17,0 10,0 3,0 4,0 0,0-3,0 2,0-3,0-2,0 2,0-7</inkml:trace>
  <inkml:trace contextRef="#ctx0" brushRef="#br0" timeOffset="73113.584">26399 8455,'28'74,"5"-12,3-1,2-2,3-1,2-3,49 49,97 70,-189-173,1 1,1-1,-1 1,0-1,0 0,1 1,-1-1,0 0,1 0,-1 0,1 0,-1 0,1-1,0 1,-1 0,1-1,0 1,0-1,-1 0,1 1,0-1,0 0,0 0,-1 0,1 0,0 0,0-1,0 1,-1-1,1 1,0-1,-1 1,1-1,0 0,-1 0,1 0,-1 0,1 0,-1 0,0 0,1-1,-1 1,0 0,0-1,0 1,0-1,0 1,0-1,0 1,-1-1,1 0,0 0,-1 1,1-1,-1 0,0 0,0 1,0-1,0 0,0 0,0-1,-3-175,-9 80,-5 0,-4 1,-4 1,-4 1,-35-73,34 99,3-2,4-1,2-1,4-1,2-1,5 0,-2-58,19-162,21 218,-9 54</inkml:trace>
  <inkml:trace contextRef="#ctx0" brushRef="#br0" timeOffset="73462.14">26342 7913,'10'0,"17"0,19 0,12 0,20 0,11 0,0 0,-5 0,-3 0,-9 0,-13 0,-17 0</inkml:trace>
  <inkml:trace contextRef="#ctx0" brushRef="#br0" timeOffset="73973.221">27284 7769,'-7'21,"0"0,2 0,1 1,0 0,2 0,1 0,0 0,3 20,-2-4,0-12,-2-16,1 1,0-1,1 0,0 1,0-1,1 1,1-1,0 0,0 0,1 0,0 0,1 0,0-1,0 1,1-1,0 0,1-1,0 1,0-1,1 0,0-1,2 0,0-1,0 0,0-1,1 0,0 0,0-1,0 0,0-1,1 0,-1-1,1 0,0-1,-1 0,1-1,0 0,0 0,0-1,-1-1,1 0,-1 0,4-2,19-9</inkml:trace>
  <inkml:trace contextRef="#ctx0" brushRef="#br0" timeOffset="79710.749">28284 6114,'-2'6,"1"0,-1 1,0-1,0 0,-1 0,0 0,0 0,0-1,0 1,-1-1,0 0,-1 0,-1 2,-4 5,-182 208,188-215,-4 7,-1-1,0 1,-1-1,0-1,0 0,-2 0,1-1,-1-1,0 0,-1 0,1-1,-2-1,1 0,-1-1,1 0,-2-1,1-1,-1 0,-190-10,192 4,0 0,-1 0,2-2,-1 1,0-2,1 0,0 0,0-1,1-1,0 0,0 0,1-1,0 0,1-1,-6-8,-20-14,-10-15,2-3,2-1,3-1,2-3,2-1,-9-23,-26-40,-69-113,106 178,2-2,2-1,3-1,3-1,-14-59,20 51,2 0,4-1,-1-40,9 78,-9-156,11-112,2 117,-2 166,-1 2,0 1,1-1,0 0,1 1,0-1,1 1,1-1,0 1,0 0,1 0,1 0,0 0,1 1,0 0,3-4,12-4,1 1,1 1,0 1,1 1,1 1,0 1,0 2,2 0,-1 2,5 0,70-18,1 4,1 5,0 5,1 4,40 4,-80 1,1013-11,-743 16,-251 0,-1 3,0 4,0 4,-1 3,-1 3,58 23,-84-23,0 3,-2 1,-1 3,-1 2,-1 3,-1 1,21 21,-41-30,-1 1,-2 1,0 2,-2 0,0 1,-2 2,-2 0,0 1,-2 1,-1 1,-2 0,-1 1,-1 0,-1 8,68 528,-57-332,-10 0,-12 93,0-322,0 0,0 0,-1 0,0 1,-1-1,0 0,0-1,0 1,-1 0,-1-1,1 1,-1-1,0 0,-1 0,1-1,-1 1,-1-1,0 1,-43 38,-3-2,-1-3,-2-2,-1-2,-2-2,-2-4,-1-2,0-2,-2-3,-56 11,-203 79,123-41,-3-8,-86 11,204-63,-2-3,1-4,-49-4,108-1,-17 3,1 2,-1 1,1 3,0 1,1 2,1 2,-13 8,-166 22,195-40,1-1,0-1,-1-1,0-1,1-1,-1-1,1-2,0 0,0-1,0-1,0-1,1-1,-1-2,-6-8,1-2,1 0,1-2,1-1,1-1,1-1,1-1,2-1,0-1,0-4,-28-33,0-2,2-1,4-3,2-1,-14-42,-249-695,257 675,-43-154,85 264,-2 1,0 0,-2 0,-1 0,0 1,-1 0,-12-16,3 12,2-1,0-1,2-1,1 0,2-1,0 0,2-1,2 0,0-1,2 0,2 0,1 0,1 0,2-1,2-9,-2 36,1 1,0 0,0-1,0 1,1 0,0 0,0 0,0 0,1 0,-1 1,1-1,0 1,1-1,-1 1,1 0,0 1,0-1,0 1,0-1,0 1,1 0,0 1,-1-1,4 0,16-5,-1 2,1 1,0 1,0 1,0 1,19 1,-3-1,284-29,271-65,-303 45,175-33,333-51,-51 57,-715 75,0-1,0-1,-1-2,0-1,16-7,-16 3,-25 7,0 1,1 0,-1 0,1 0,0 1,0 1,1-1,-1 2,0-1,1 1,-1 0,1 1,-1 1,1-1,-1 1,0 1,1 0,-1 0,0 0,0 2,0-1,0 1,-1 0,0 1,4 2,8 17,-2 2,-1 0,-1 0,-1 2,-2 0,-1 0,-1 1,-1 1,-1 0,-2 0,-1 1,-2-1,-1 1,-1 0,-2 18,13 71,34 226,77 343,-116-247,-9-380,-1-56,0 1,0-1,0 1,0-1,-1 0,0 0,-1 0,1 0,-1-1,0 1,0-1,-1 0,0 0,0-1,0 1,0-1,-1 0,1-1,-1 1,0-1,0 0,-1-1,1 1,0-1,-1 0,1-1,-1 0,-4 1,2 1,-69 17,0-2,-2-4,0-3,0-4,-26-4,-15 5,-416 29,87 36,-45 1,-40-17,521-56,-216 32,222-31,1 1,-1 0,1 1,0 0,0 0,0 0,1 1,0 0,0 0,0 1,0-1,1 2,-2 1,-5 5,10-10,1-2,-1 1,0 0,0 0,0 0,0-1,0 1,0-1,-1 0,1 1,0-1,-1 0,1 0,-1-1,1 1,-1 0,1-1,-1 0,1 0,-1 1,0-1,1-1,-1 1,1 0,-1-1,0 1,1-1,-1 0,1 0,0 0,-2 0,-63-64,-2-44,4-3,6-3,-3-18,39 83,-364-841,249 559,-32-47,168 375,0 1,0-1,0 0,1 0,0 0,0 0,0 0,0 0,0 0,1 0,0 0,0 0,0-1,0 1,1 0,-1 0,1 0,0 0,0 0,1 0,-1 0,1 0,0 1,0-1,0 1,1-1,-1 1,1 0,0 0,0 0,0 0,0 0,0 0,0 1,3-1,39-25,1 3,1 2,1 2,1 2,6 0,-35 12,482-151,8 21,212-16,94 4,-790 145,-3-1,-1 1,1 1,-1 2,1 0,0 1,0 1,-1 1,5 2,-18 1,0 0,-1 1,0 1,0-1,-1 1,1 1,-2-1,1 1,-1 1,0-1,-1 1,0 0,0 0,-1 0,0 1,-1-1,0 1,0 0,-1 0,0 0,-1 2,1-4,105 383,91 230,-151-319,-22-37,-24-237,0-19,0-1,0 1,-1-1,0 1,0 0,-1-1,0 1,-1 0,0-1,0 0,-1 1,0-1,0 0,-1 0,0-1,0 1,-1-1,0 0,-5 6,-4-4,1-1,-1-1,-1 0,1-1,-1-1,0 0,-1-1,1-1,-1 0,1-1,-1 0,0-2,0 0,-6-1,13 2,-1018-4,611 23,-108 31,478-45,-12-2,-1 3,1 3,0 2,1 2,1 3,1 3,-1 2,53-20,0 0,0 0,0-1,0 1,1 0,-2-1,1 1,0-1,0 0,0 0,-1-1,1 1,0 0,-1-1,1 0,0 0,-1 0,1 0,0-1,-1 1,1-1,0 0,-1 0,1 0,0 0,0-1,0 1,0-1,-1 0,-16-17,1 0,0-2,2 0,0-1,2 0,0-2,1 0,2 0,0-1,2-1,-4-14,-2 2,-325-788,315 765,-5-3,3-3,2 0,4-1,3-1,2-1,2-17,12 50</inkml:trace>
  <inkml:trace contextRef="#ctx0" brushRef="#br0" timeOffset="82812.25">25771 5515,'0'-51,"3"28,-2 0,-1 0,-1 0,-1 0,0 0,-2 0,-1 1,-1-1,0 1,-2 0,-1 1,0 0,-3-2,7 16,1-1,0 0,-1 1,0 0,0 0,-1 0,0 1,0 0,0 0,-1 0,0 1,0 0,-1 0,1 1,-1 0,-7-3,-1 4,1 1,-1 0,0 1,0 1,0 0,0 1,0 1,0 1,1 0,-1 1,1 0,0 1,0 1,-5 3,-197 119,188-109,-11 6,2 2,1 2,1 1,1 1,2 2,2 1,0 2,3 1,-2 6,-55 107,-41 110,81-166,-11 30,5 3,3 7,-79 239,87-196,8 0,7 3,7 8,-11 81,3 52,16 312,11-458,-2-139,2 0,1 0,2 1,2-2,1 1,8 23,7 3,3 0,3-2,34 56,-38-85,1-1,2-1,0-1,2-2,1 0,1-2,1-2,2-1,27 13,46 33,-88-56,1-1,0 0,1-2,0 0,0-2,1 0,-1-1,1-1,1-1,-1-1,0-1,17-2,-30 2,0 0,0-1,0 0,0-1,0 0,0 0,0-1,0 0,-1-1,1 0,-1 0,1-1,-1 0,0 0,-1-1,1 0,-1 0,0-1,0 0,0-1,6-12,0 0,-1-1,-1 0,-1-1,-1-1,-1 0,4-17,10-24,138-385,-129 326,-5-2,6-106,-10 70,0-47,-4-166,-17 321,26-555,-25 552,3 1,2-1,11-40,-4 0,-5-1,-4 0,-7-84,1 83,-1-284,2 342</inkml:trace>
  <inkml:trace contextRef="#ctx0" brushRef="#br0" timeOffset="87696.55">28512 8855,'-51'-34,"-31"-42,4-4,3-4,4-2,-8-20,21 25,4-2,3-3,5-1,-36-94,-81-171,55 115,-67-171,-12-176,-32-1,176 449,6-1,7-2,4-13,-78-466,80 515,12 61,2-1,2-1,1 0,3 1,1-2,4-27,-1 69,1 1,-1-1,1 0,0 0,0 1,0-1,0 1,1-1,-1 1,1-1,-1 1,1 0,0 0,0 0,0 0,0 0,0 0,1 0,-1 1,1-1,-1 1,1-1,-1 1,1 0,0 0,-1 0,1 1,0-1,1 1,91-7,-75 7,124-3,0-6,76-17,747-93,-551 54,-256 36,221-54,-233 34,-83 25,1 3,1 3,0 2,60-4,21 4,-144 16,0-1,1 1,-1 0,1 0,-1 0,1 1,-1 0,0 0,1 0,-1 0,0 0,0 1,0 0,0 0,0 0,0 0,0 1,-1 0,1 0,-1-1,0 2,0-1,0 0,0 1,0-1,-1 1,0 0,1 0,-1 0,1 4,48 140,69 305,12 171,2 379,-78-636,19 181,-35-359,-38-186,-1 0,0 0,0 0,0 0,0 0,0 0,0 0,-1 0,0 1,1-1,-1 0,0 0,-1 1,1-1,-1 0,1 0,-1 0,0 0,0 0,0 0,-1 0,1 0,-1 0,1 0,-1-1,0 1,0-1,0 1,-1-1,1 0,-3 2,-7 3,0 0,-1-1,1 0,-2-1,1-1,0 0,-1-1,0 0,0-1,-7 0,-6 2,-234 41,3 12,2 10,4 12,3 11,-210 108,432-184,0 2,0 1,2 1,0 1,1 1,1 1,1 1,1 2,0 0,-1 6,6-9,-13 18,-1-1,-1-2,-2-1,-30 24,60-56,0 0,0 0,-1 0,1-1,0 1,-1-1,0 0,0 0,1 0,-1-1,0 1,-1-1,1 0,0 0,0 0,0-1,-1 1,1-1,0 0,0 0,-1-1,1 1,0-1,0 0,0 0,0-1,0 1,0-1,0 0,0 0,-1-1,-4-5,0-1,1 1,0-2,0 1,1-1,0-1,1 1,0-1,1 0,-4-11,8 19,-54-132,5-3,-2-33,-8-23,-106-272,-84-139,-173-310,260 541,-35-125,129 243,66 242,-12-69,15 81,0 0,0-1,0 1,0 0,0 0,1 0,-1-1,1 1,-1 0,1 0,0 0,0 0,0 0,0 0,0 0,1 0,-1 0,0 1,1-1,0 0,-1 1,1-1,0 1,0 0,-1-1,1 1,0 0,0 0,1 0,-1 1,0-1,0 0,0 1,0-1,244 4,265 2,-404-16,0-4,82-24,-133 27,111-27,-59 12,1 5,0 4,33 3,-132 14,0 0,-1 0,1 1,0 0,-1 0,1 1,0 1,-1 0,1 0,-1 1,0 0,0 0,0 1,0 0,0 1,4 3,70 108,138 325,141 397,-229-511,-53-133,-8 4,38 180,-94-289,-4 1,-4 0,-3 1,-8 69,0-142,0-1,-2 1,0-1,-1 0,-1-1,0 0,-1 0,-1 0,0-1,-1 0,-1-1,0 0,-1-1,-1 0,0-1,0-1,-1 0,-1 0,-6 2,-11 8,-2-2,0-1,-1-2,0-1,-2-1,1-3,-2-1,-3-1,-85 27,-409 120,472-141,1-3,-2-2,0-3,0-3,0-3,-19-3,67 0,0-1,0 0,0-1,1-1,-1 0,1-1,0-1,1 0,0-1,0 0,0-1,1-1,1 0,-8-8,-15-19,1-1,2-1,2-2,0-4,-64-112,7-4,8-4,7-3,7-2,6-9,-32-75,44 140,5-2,5-1,6-2,5-2,5 0,5-1,1-117,25 14,-7 206,1-1,1 2,0-1,2 0,0 1,1 1,1-1,1 1,0 1,1 0,1 0,0 1,1 0,1 1,0 1,1 0,0 1,1 1,0 0,1 1,8-3,205-126,-121 93,2 5,2 4,1 5,2 6,111-11,484-99,-631 119,223-61,-258 62,-20 5,1 1,1 1,0 2,0 0,0 2,1 1,-1 1,12 1,-33 3,1 0,-1 0,1 0,-1 1,0 0,0 0,0 1,0 0,0 0,-1 0,1 1,-1 0,0 0,0 0,0 0,-1 1,1 0,-1 0,0 0,0 2,60 119,-58-113,102 283,-9 11,-12 3,-15 4,15 190,-56-195,-14 2,-19 216,1-457,1-60,-1-1,0 1,-1-1,0 0,-1 0,0 1,0-1,0-1,-2 1,1-1,-1 1,0-1,0 0,-1-1,0 0,-1 1,-6 5,-2 4,0 1,0-1,-2-2,0 1,-1-2,0 0,-1-1,-1-1,0-1,0-1,-1 0,-1-2,1 0,-1-2,-1 0,1-2,-16 2,-447-15,471 9,0 0,0 1,0 0,0 1,1 1,-1 0,1 0,0 2,0 0,0 0,0 1,1 0,0 1,1 1,-1 0,1 1,-8 8,4 5,0 0,2 1,1 1,0 1,2-1,1 2,1-1,-1 10,0-8</inkml:trace>
  <inkml:trace contextRef="#ctx0" brushRef="#br0" timeOffset="93937.455">25829 4603,'0'-14,"0"0,-1 0,0 0,-1 0,-1 0,0 0,-1 1,0 0,-1 0,0 0,-2 0,1 1,-5-6,2 7,0 0,-1 0,0 1,-1 0,0 1,-1 0,0 1,0 0,-1 1,0 1,0 0,0 0,-1 1,0 1,0 1,0 0,0 0,0 1,-1 1,1 1,-1 0,1 1,-1 0,-4 2,-5 2,1 1,0 1,1 1,0 0,0 2,1 1,0 1,1 0,0 2,0-2,-71 46,4 3,2 4,-23 27,37-19,3 3,3 3,4 3,4 2,-10 26,60-98,-83 144,8 4,-12 46,93-204,-54 134,5 2,-8 54,33-88,4 2,-3 74,18-132,-62 359,54-203,11 191,5-242,0-58,3 0,5-1,19 79,-2-38,7-1,4-2,7-1,11 10,-30-84,2 0,3-2,2-2,3-1,11 11,262 288,-288-329,2-2,0 0,1-1,0-2,2 0,0-2,23 10,26 17,-63-34,-1 1,1-2,0 0,1 0,0-2,0 1,0-1,0-1,1-1,0 0,0 0,0-1,0-1,0-1,0 0,0 0,0-1,7-3,3-6,1-2,-2-1,0-1,0-1,-2-1,0-1,-1-1,0 0,-2-2,0 0,13-20,30-41,-4-2,-4-3,-3-2,15-43,-40 81,71-157,-8-5,48-185,-96 250,-7-2,-6-1,-7-1,-7 0,-5-108,-13-1481,9 1675,-3 0,-3 0,-3 0,-3 0,-2 1,-4 0,-2 1,-3 1,-2 0,-3 2,-16-26,-17-2,-3 3,-65-68,117 142,-1 0,-1 1,1 0,-2 1,1 0,-2 0,1 1,-1 1,0 0,0 0,-1 1,0 1,0 0,-1 1,1 1,-1 0,-11-1,-22 6,-1 2,1 2,0 2,1 2,0 2,0 2,2 3,0 1,1 2,0 2,-33 23,31-21,-63 33,3 5,3 4,-70 61,126-89,2 1,2 3,1 1,3 3,2 0,1 3,3 1,-19 40,-1 38,6 2,6 1,5 3,7 0,-8 104,27-187,-33 231,12 2,8 162,29 541,-6-903,5 0,2-1,5 0,4 2,17 37,5-1,6-2,5-2,5-2,5-3,62 85,-59-97,-8-11,4-2,3-3,63 65,-112-139,1-1,0 0,0-1,0 0,1-1,0-1,0 0,1-1,0-1,0 0,0-1,0-1,0-1,0 0,1-1,-1-1,0 0,0-1,4-2,17 3,-13 0,-1 0,0-2,0 0,-1-1,1-2,-1 0,0-1,0-2,-1 0,0-1,-1-1,0-1,-1-1,6-5,10-12,-1-1,-1-2,-2-1,-2-1,-1-2,-1-1,-3-1,8-17,52-115,61-174,-93 178,-7-2,-7-2,-8-1,-7-2,-8 0,-7 0,-9-19,-7-1680,8 1855,2-59,-3 0,-4 1,-3-1,-4 1,-7-19,-119-313,131 392,0-3,0-1,-2 2,-1-1,0 1,-1 0,-1 1,-5-5,-1 5</inkml:trace>
  <inkml:trace contextRef="#ctx0" brushRef="#br0" timeOffset="96546.921">25601 4687,'-2'-4,"0"1,0 0,-1 0,1 0,-1 0,0 0,1 0,-1 1,0 0,-1-1,1 1,0 0,-1 0,1 1,-1-1,1 1,-1 0,0 0,0 0,0 0,1 1,-1-1,0 1,-2 0,2-1,-19-3,0 1,-1 1,1 0,-1 2,1 1,-1 1,1 1,0 1,-1 1,2 0,-1 2,1 1,0 1,1 1,0 1,0 0,1 2,1 0,0 1,-12 13,-42 46,4 4,3 3,3 3,-19 39,-17 42,-50 120,78-144,33-67,4 2,3 2,3 0,4 2,3 1,3 1,5 0,-3 55,-91 668,97-13,13-483,9 134,-6-412,1 0,1 0,2-1,1-1,1 1,1-2,1 0,18 24,48 102,30 87,-38-149,-55-71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17:45.6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6166 1627,'0'9,"10"4,12 4,13 0,15-4,13-4,35-3,15-3,-1-1,-16-2,-19-1,-12 0,-19 1</inkml:trace>
  <inkml:trace contextRef="#ctx0" brushRef="#br0" timeOffset="287.427">6394 1999,'10'0,"22"0,21 0,16 0,5 0,1-5,-14-2</inkml:trace>
  <inkml:trace contextRef="#ctx0" brushRef="#br0" timeOffset="729.075">7593 656,'-9'187,"-9"0,-8-2,-15 35,-9 61,-13 168,62-442,-1-2,1 1,0 0,0 0,1 0,0 0,0 0,0 0,1 0,-1 0,1 0,1-1,-1 1,1 0,0-1,1 1,-1-1,1 1,0-1,1 1,-1-5,0 0,0 0,0-1,0 1,0-1,1 0,-1 1,0-1,0-1,0 1,1 0,-1-1,0 0,0 1,0-1,0-1,0 1,0 0,0-1,0 1,-1-1,1 0,0 0,-1 0,0 0,3-2,-2 1,131-111,-68 49</inkml:trace>
  <inkml:trace contextRef="#ctx0" brushRef="#br0" timeOffset="1322.03">8334 800,'37'106,"102"413,5 146,-116-494,-24-67,-3-103,-1 0,0 0,0 1,1-1,-1 0,0 0,0 0,0 0,0 0,0 0,-1 1,1-1,0 0,0 0,-1 0,1 0,-1 0,1 0,-1 0,1 0,-1 0,0 0,1 0,-1 0,0-1,0 1,0 0,1 0,-1-1,0 1,0 0,0-1,0 1,0-1,0 0,0 1,-1-1,1 0,0 1,0-1,0 0,0 0,-1 0,-40-37,-31-69,2-13,5-4,5-3,6-2,5-2,7-2,5-2,6-2,6-1,5-1,7 0,5-52,9 175,-2 6,1 0,-1 0,2 0,-1 0,2 0,-1-1,1 1,0 0,1 0,0 0,1 0,-1 0,2 1,-1-1,1 1,1 0,-1 0,1 0,1 1,-1 0,1 0,1 0,-1 0,1 1,5-3,11 1,1 2,-1 0,1 2,0 1,1 0,-1 2,0 1,1 1,19 3,-14-2,-10-3,-1 1,1 1,-1 0,1 2,-1 0,0 2,0 0,0 1,-1 0,0 2,0 0,0 1,-1 1,-1 1,0 0,0 1,-1 0,-1 2,0-1,-1 2,0 0,-1 0,3 8,-3 6,-2 1,-1 0,-2 0,-1 1,-1 0,-1 0,-2 0,-2 30,1-41,-1 0,0 0,-2 1,0-1,-1 0,-2-1,0 1,0-1,-2 1,-1-2,0 1,-1-1,-1 0,-1-1,0-1,-1 1,-1-2,0 0,-2 0,1-1,-2-1,0 0,-13 7,-52 3,49-22</inkml:trace>
  <inkml:trace contextRef="#ctx0" brushRef="#br0" timeOffset="1657.629">9305 628,'15'0,"14"25,2 26,1 25,0 19,9 27,2 31,4 24,-2 2,-3-26,-8-28,-11-31,-9-32</inkml:trace>
  <inkml:trace contextRef="#ctx0" brushRef="#br0" timeOffset="2086.389">9134 800,'0'-5,"5"-2,11 1,13 1,15 1,26 2,14 1,13 0,5 1,3 1,0-1,-9 0,-21 0</inkml:trace>
  <inkml:trace contextRef="#ctx0" brushRef="#br0" timeOffset="2376.467">8962 1513,'10'0,"23"5,14 1,30 0,15-1,32-2,8-1,12-5,5-8,-8-6,-18-6,-11-3,-19 2,-21 1,-23 4</inkml:trace>
  <inkml:trace contextRef="#ctx0" brushRef="#br0" timeOffset="2651.585">10904 1256,'5'0,"11"0,22 0,15 0,22 0,14 0,0 0,-9 0,-14 0,-18 0</inkml:trace>
  <inkml:trace contextRef="#ctx0" brushRef="#br0" timeOffset="2936.288">10532 1855,'5'0,"30"0,35 0,33 0,29 0,21 0,24 0,5 0,-9 0,-14 0,-19 0,-29 0,-29 0,-28 0</inkml:trace>
  <inkml:trace contextRef="#ctx0" brushRef="#br0" timeOffset="-1883.017">3997 742,'-153'283,"131"-238,-21 52,3 1,6 2,3 1,5 2,4 1,5 0,5 1,4 1,5 24,3-85,1 1,3-1,2 0,2 0,1 0,3-1,2-1,1 0,2-1,21 35,-23-47,2-1,0-1,2-1,1-1,2 0,0-2,1 0,2-2,0 0,1-2,1-1,1-1,1-2,0 0,1-2,32 10,0-10</inkml:trace>
  <inkml:trace contextRef="#ctx0" brushRef="#br0" timeOffset="-1329.056">4624 1199,'-13'12,"0"1,1 0,1 0,0 1,0 0,1 1,1 0,1 1,0 0,1 0,1 1,0 0,1 0,1 0,1 1,0-1,2 1,0 0,0 5,4-3,0-1,1 0,1-1,1 1,0-1,2 0,0 0,0-1,2 0,0-1,8 9,143 162,-149-174,303 309,-250-241,-65-79,0-1,0 1,-1 0,1-1,-1 1,1-1,-1 1,0-1,1 0,-1 1,0-1,0 0,0 0,0 1,0-1,0 0,-1 0,1 0,0 0,0 0,-1 0,1-1,0 1,-1 0,1-1,-1 1,1-1,-1 1,1-1,-1 0,0 0,1 0,-1 0,1 0,-1 0,1 0,-1 0,0 0,-1-1,0 1,-88 6,1-4,-64-9,58 3,-10 0,71 3</inkml:trace>
  <inkml:trace contextRef="#ctx0" brushRef="#br0" timeOffset="-940.322">4624 371,'21'3,"0"1,-1 0,1 2,-1 0,-1 2,1 0,-1 1,0 1,-1 0,-1 2,1 0,4 6,25 18,-3 2,-1 2,-2 2,-2 2,-2 1,-2 2,-2 1,-2 2,-2 1,-3 1,-1 1,8 32,3 31,-4 2,-6 1,-5 1,-5 0,-6 1,-4 1,-6 0,-12 82,7-146,-2-1,-2 0,-3-1,-2 0,-3-1,-2-1,-2-1,-3 0,-2-2,-6 5,23-42,0 0,-1-1,0 0,-1 0,-1-2,0 1,-1-1,0-1,0 0,-5 1,-18 7</inkml:trace>
  <inkml:trace contextRef="#ctx0" brushRef="#br0" timeOffset="-4959.798">1885 1085,'0'5,"10"35,7 31,7 22,4 15,1 13,1 11,6 12,-4 5,-8-18,-7-20,-6-26,-6-21,-4-18,-1-16</inkml:trace>
  <inkml:trace contextRef="#ctx0" brushRef="#br0" timeOffset="-4094.744">1885 1940,'5'0,"6"0,7 0,14 0,12 0,3 0,-2 0,2 0,-3 0,-4 0,-4 0,-3 0,-2 0,-2 0,-6 0</inkml:trace>
  <inkml:trace contextRef="#ctx0" brushRef="#br0" timeOffset="-2586.682">1799 1855,'880'0,"-852"0</inkml:trace>
  <inkml:trace contextRef="#ctx0" brushRef="#br0" timeOffset="-2288.858">2684 1342,'0'9,"0"24,0 34,0 45,5 28,7 19,10 16,2-7,-4-22,-4-26,-6-24,-4-24,-3-18,-3-15,0-13</inkml:trace>
  <inkml:trace contextRef="#ctx0" brushRef="#br0" timeOffset="3303.321">15242 1,'17'33,"105"587,-82-433,89 491,-116-546,-13-130,0 1,-1 0,1-1,-1 1,0 0,1-1,-1 1,0 0,-1-1,1 0,0 1,-1-1,1 0,-1 1,0-1,1 0,-1 0,0-1,-1 1,1 0,0-1,0 1,-1-1,1 0,-1 1,1-1,-1 0,1-1,-1 1,-2 0,-89 9,74-10,-55 2</inkml:trace>
  <inkml:trace contextRef="#ctx0" brushRef="#br0" timeOffset="3679.004">13244 1999,'19'0,"17"0,30 0,20 0,24 0,50 0,68 0,71 0,83 0,73 0,66 0,36 0,2 0,-17 0,-62 0,-102 0,-116 0</inkml:trace>
  <inkml:trace contextRef="#ctx0" brushRef="#br0" timeOffset="4063.172">14813 2796,'-5'0,"-1"10,0 28,1 26,2 27,1 26,1 14,0 23,1 5,0-6,1-23,-1-30,0-26,0-21,0-10,5-8,1-9</inkml:trace>
  <inkml:trace contextRef="#ctx0" brushRef="#br0" timeOffset="4376.68">15384 3853,'15'0,"43"0,51 0,26 0,10 0,-6 0,-16 0,-25 0,-19 0,-18 0,-14 0,-16 0</inkml:trace>
  <inkml:trace contextRef="#ctx0" brushRef="#br0" timeOffset="4663.717">16012 3539,'0'15,"5"28,6 18,7 26,4 9,9 3,-1-2,-6-6,3-1,-3-10,-6-13,-1-15,1-9,-2-14</inkml:trace>
  <inkml:trace contextRef="#ctx0" brushRef="#br0" timeOffset="5183.152">17554 2968,'-16'2,"0"1,1 1,-1 1,1 0,0 0,1 2,-1 0,1 0,0 2,1-1,0 2,1 0,0 0,0 1,1 1,-6 7,4-2,1 0,0 0,1 1,1 1,0 0,2 0,0 1,2 0,0 0,1 1,1 0,0 0,2 0,1 0,0 0,2 0,0 0,2 0,0 0,1 0,1-1,1 1,1-1,1 1,4-3,0 0,1-1,0-1,1 0,1-1,1-1,0 0,1-1,5 2,46 40,-64-51,8 5,0 0,-1 2,-1-1,1 1,-2 0,0 1,0 1,-1-1,0 1,-1 0,4 14,-10-26,-1 1,0-1,0 1,0 0,0-1,0 1,0-1,0 1,-1 0,1-1,-1 1,1-1,-1 1,1-1,-1 1,0-1,0 1,0-1,0 0,0 0,0 1,0-1,0 0,0 0,0 0,-1 0,1 0,0 0,-1 0,1-1,-1 1,1-1,-1 1,1-1,-1 1,0-1,1 0,-2 1,-163 16,-349-18,434 0</inkml:trace>
  <inkml:trace contextRef="#ctx0" brushRef="#br0" timeOffset="6522.795">18123 2740,'9'3,"0"0,-1 1,0 0,1 1,-2 0,1 0,-1 1,1-1,-1 2,-1-1,0 1,0 0,0 0,0 1,-1 0,-1 0,1 0,-1 0,-1 1,1-1,-1 1,-1 0,1 5,36 101,-5 2,-5 2,11 111,-28-162,-9-48,10 138,-13-158,1 1,-1 0,0-1,0 1,0-1,0 1,0 0,0-1,0 1,0 0,0-1,0 1,0 0,0-1,0 1,0-1,0 1,-1 0,1-1,0 1,-1-1,1 1,0 0,-1-1,1 1,0-1,-1 1,1-1,-1 0,1 1,-1-1,1 1,-1-1,0 0,1 0,-1 1,1-1,-1 0,0 0,1 0,-1 1,0-1,1 0,-1 0,1 0,-1 0,0 0,1 0,-2-1,-20-29,-3-33,2-1,3-1,3-2,3 1,3-2,2 1,3-29,0 49,3-1,1 1,3-1,2 1,2-1,2 1,2 0,-4 36,2 0,-1 0,1 1,1 0,0 0,0 0,1 1,0 0,1 1,0 0,0 1,1 0,0 0,0 1,0 1,1 0,0 0,0 1,0 1,0 0,1 1,-1 0,14 0,-14-1,5-3,0 1,0 1,1 0,-1 2,1 0,-1 1,1 0,0 2,0 0,-1 1,1 0,-1 2,17 5,-28-4,0 1,0 0,-1 0,0 1,0-1,0 1,-1 0,0 0,-1 1,1-1,-1 1,-1 0,1 0,-1 0,-1 0,0 0,0 0,0 0,-1 1,0-1,-1 0,0 0,0 0,-1 2,2 3,1-9,-1-1,1 1,-1 0,0 0,0 0,0 0,-1-1,1 1,-1 0,0 0,0-1,0 1,0 0,-1-1,1 1,-1-1,0 0,0 1,-1-1,1 0,0 0,-1-1,0 1,0 0,0-1,0 0,0 1,0-1,0 0,-1-1,1 1,-1-1,0 1,0-1,-10 1,0 1,1 1,-1 0,1 0,0 1,0 1,0 1,-5 3,-146 107,5-34,118-34,41-48,-1 0,0 0,1 1,-1-1,1 0,0 0,-1 0,1 1,0-1,0 0,0 0,0 1,0-1,0 0,0 0,0 0,0 1,1-1,-1 0,0 0,1 0,-1 1,1-1,-1 0,1 0,0 0,-1 0,1 0,0 0,0 0,0 0,0-1,0 1,0 0,0 0,0-1,0 1,0-1,0 1,0-1,0 1,1-1,-1 0,0 1,0-1,1 0,-1 0,0 0,0 0,1 0,173 5,-154-8,-1 2,1 0,0 1,0 1,0 1,-1 0,1 2,-1 1,0 0,0 1,-1 2,10 4,22 23,-1 3,-2 1,-2 3,-2 1,-1 3,15 24,-48-59,-3-2,0 1,1-2,1 1,-1-1,1 0,1-1,0 0,0-1,10 6,-18-11,0-1,0 1,0 0,0-1,0 0,1 1,-1-1,0 0,0 0,0 0,0 0,0-1,1 1,-1-1,0 1,0-1,0 0,0 0,0 1,0-1,0-1,-1 1,1 0,0 0,0-1,-1 1,1-1,-1 1,1-1,-1 0,0 0,0 1,0-1,0 0,0 0,0 0,0 0,-1-1,25-88,-22 76,3-20</inkml:trace>
  <inkml:trace contextRef="#ctx0" brushRef="#br0" timeOffset="7150.915">20521 2397,'-26'-12,"-1"2,-1 1,0 1,0 2,0 0,-1 2,0 1,0 2,0 0,0 2,0 1,0 2,19-3,-1 0,1 2,-1-1,1 1,0 0,0 1,1 0,-1 1,1 0,0 0,0 1,0 1,1-1,0 1,0 0,1 1,0 0,0 0,1 1,0 0,1 0,-1 0,2 0,-4 10,-12 41,4 1,2 1,3 0,2 0,4 1,1 39,-5 147,12 74,-1-287,1 0,2 0,1 0,2-1,1 0,2 0,14 29,-20-52,1-1,0 0,0 0,2 0,-1-1,1 0,0 0,1-1,0 0,1 0,0-1,0-1,1 0,0 0,0-1,1 0,-1-1,1 0,0-1,0 0,1-1,-1-1,12 2,-12-2,0 0,-1-1,1 0,0 0,0-1,0-1,0 0,0-1,0 0,-1-1,1 0,-1-1,1 0,-1-1,-1 0,1 0,-1-1,0-1,0 0,-1 0,1-1,-2 0,8-9,4-14,-5 3</inkml:trace>
  <inkml:trace contextRef="#ctx0" brushRef="#br0" timeOffset="10594.125">23403 3424,'-147'20,"141"-18,-1 0,1 1,0-1,0 1,0 1,0-1,1 1,0 0,-1 0,1 1,1-1,-1 1,1 0,0 0,0 1,0-1,1 1,-1 0,1 0,1 0,-1 1,-2 15,1 0,1 0,1 1,1-1,1 0,2 18,-1-6,2 3,1 0,1-1,2 0,2 0,1 0,2-1,1-1,2 0,1-1,1-1,2 0,2-1,0-2,2 0,1-1,2-1,0-2,2 0,21 13,-30-25,-1 1,0 1,-2 1,1 0,-2 1,6 8,-16-19,-1 0,0 0,0 1,-1 0,1 0,-1 0,-1 0,1 0,-2 0,1 1,0-1,-1 1,-1-1,1 1,-1-1,-1 1,1 0,-1-1,-1 1,-1 6,0-9,-1 0,1 0,-1 0,0-1,-1 1,1-1,-1 0,1 0,-1-1,-1 0,1 0,0 0,-1 0,1-1,-1 0,0 0,0 0,0-1,0 0,0 0,0 0,0-1,0 0,0 0,-2-1,2 2,-65 5,-1-3,-1-3,1-3,1-3,-58-14,-1-24,85 17</inkml:trace>
  <inkml:trace contextRef="#ctx0" brushRef="#br0" timeOffset="11156.799">24717 3711,'-154'176,"68"-85,-4-4,-3-4,-83 56,174-139,-1 1,0 1,1-1,-1 0,1 1,-1-1,1 1,0 0,-1 0,1 0,0 0,0 0,0 0,1 0,-1 1,1-1,-1 1,1-1,0 1,-1 0,2-1,-1 1,0 0,0 0,1 0,0 0,-1-1,1 1,0 0,0 0,1 0,-1 0,1 0,-1 0,1-1,0 1,0 0,0-1,0 1,1 0,-1-1,1 1,-1-1,1 0,0 0,0 1,0-1,2 1,17 14,2 0,0-1,1-1,0-1,1-2,1 0,0-2,0 0,1-2,15 2,115 29,133 15,-164-33,195 27,-313-46,0-1,0 1,0-1,0-1,0 1,1-2,-1 1,0-1,0 0,0 0,0-1,0-1,0 1,0-1,-1 0,1-1,-1 0,0 0,0 0,0-1,-1 0,2-2,23-43,-9-4</inkml:trace>
  <inkml:trace contextRef="#ctx0" brushRef="#br0" timeOffset="11606.621">25801 3424,'-6'46,"-1"0,-3 0,-1-1,-3-1,-1 0,-3-1,-1 0,-2-2,-2-1,-1 0,-16 17,37-53,-207 314,206-314,0 1,1 1,0-1,0 0,0 1,0-1,1 1,0 0,0 0,0 0,1 0,0 0,0 0,1 1,0-1,0 0,0 0,0 1,1-1,0 0,1 0,0 0,-1 0,2 0,-1-1,1 1,0 0,0-1,0 0,2 2,14 10,0-2,0 0,2-2,-1 0,2-1,0-1,0-1,1-1,0-1,0 0,1-2,21 2,257 35,-234-37,1 2,-1 3,0 3,33 13,-71-16</inkml:trace>
  <inkml:trace contextRef="#ctx0" brushRef="#br0" timeOffset="12286.509">27542 3026,'14'24,"6"28,18 43,3 30,8 33,12 23,-6-9,-12-20,-13-31,-12-20,-13-29,-8-25</inkml:trace>
  <inkml:trace contextRef="#ctx0" brushRef="#br0" timeOffset="12938.74">26429 4510,'19'0,"31"9,22 4,37-1,39-2,52-3,41-2,38-3,10-1,-5-1,-46 0,-64-1</inkml:trace>
  <inkml:trace contextRef="#ctx0" brushRef="#br0" timeOffset="13657.714">26885 5023,'1'210,"0"170,-38 269,37-646,-2 19,-1 0,0 0,-1 0,-2-1,0 1,-9 19,12-37,0 1,0-1,0 0,0 0,-1 0,0 0,1-1,-1 1,-1-1,1 0,0 0,-1-1,1 1,-1-1,0 0,0 0,0-1,0 1,0-1,0 0,-1-1,1 1,0-1,0 0,0 0,-1-1,1 1,0-1,0-1,0 1,0 0,0-1,0 0,0 0,1-1,-1 0,1 1,0-1,-1-1,1 1,1 0,-1-1,0 0,0-2,-6-7,1-1,0 0,2 0,-1-1,2 0,0 0,1 0,0-1,1 0,1 0,0-10,-13-85,6-2,3-104,5 182,1 1,2-1,2 0,1 0,2 1,1 0,1 0,2 1,2 0,12-25,-14 39,1 1,0 0,2 1,0 1,1 0,1 0,0 2,1 0,0 0,1 2,1 0,0 1,0 1,1 0,1 2,-1 0,9-1,-24 7,0 0,0 1,1 0,-1 0,1 0,-1 0,0 0,1 1,-1 0,1 0,-1 0,1 1,-1 0,1-1,-1 2,1-1,-1 0,0 1,0 0,0 0,0 0,0 0,0 1,-1-1,1 1,-1 0,1 0,-1 0,0 1,0-1,-1 1,1 0,-1 0,0-1,0 2,2 2,5 26,-1 0,-1 1,-2-1,-2 1,0 0,-3 0,0 0,-3 5,3-16,-2 1,0-1,-1 0,-2 0,0 0,-1 0,-1-1,-2 0,0 0,-1-1,-1 0,-1-1,-1 0,-1-1,0 0,-2-2,0 1,0-2,-2 0,0-1,-1-1,0-1,-8 3,5-6,-1-1,0-1,-1-1,0-1,0-1,0-1,-25 0,100 14,54 21,-2 4,-2 5,-2 4,46 35,-111-65,15 11,2-2,2-2,1-2,26 8,-40-23</inkml:trace>
  <inkml:trace contextRef="#ctx0" brushRef="#br0" timeOffset="14022.353">28170 5023,'-19'32,"-123"393,108-329,4 1,4 2,5 0,4 1,-3 77,29-72,-8-101,0 0,0-1,0 1,1 0,-1 0,1-1,0 1,0-1,0 0,0 1,1-1,-1 0,1 0,0 0,0-1,0 1,0-1,0 0,0 1,1-2,-1 1,1 0,0-1,2 2,12-3,1 0,0-1,-1 0,0-2,1 0,-1-1,0-1,-1 0,1-2,-1 0,0-1,12-8,37-19,-9 0</inkml:trace>
  <inkml:trace contextRef="#ctx0" brushRef="#br0" timeOffset="16354.373">23746 6879,'0'-3,"-1"1,1 0,-1 0,1 0,-1 0,0 0,0 0,0 0,0 0,0 0,0 0,0 0,-1 1,1-1,-1 0,1 1,-1-1,0 1,0 0,1 0,-1-1,0 1,0 0,0 1,0-1,0 0,-1 1,1-1,0 1,0-1,0 1,0 0,-1 0,1 0,0 0,0 0,0 1,-1-1,1 1,0-1,0 1,0 0,0 0,0 0,0 0,0 0,0 0,1 1,-1-1,0 0,1 1,-1 0,1-1,-2 3,1 11,0-1,1 1,0 0,1 0,1 0,1 0,0 0,1 0,0-1,1 1,1-1,0 0,1-1,0 1,1-1,1 0,7 9,48 66,4-3,4-3,17 11,89 104,-165-183,-8-11,0 0,0 0,-1 1,1-1,0 1,-1 0,0 0,0 0,0 0,-1 1,1-1,-1 1,0 0,-1-1,1 1,-1 0,1 0,-2 0,1 0,0 0,-1 0,0 0,0 1,-1-1,1 0,-1 0,0 0,-1 0,1-1,-1 2,-11 6,0-1,0-1,-1-1,0 0,0 0,-1-1,-1-1,1-1,-11 3,-82 23,0-5,-2-5,-1-4,0-6,0-4,-1-5,-29-7,1 4,26-2</inkml:trace>
  <inkml:trace contextRef="#ctx0" brushRef="#br0" timeOffset="16957.843">24202 7534,'79'453,"-79"-440,-4-19,-9-32,-16-94,6-1,5-1,7-1,5-7,11-92,-4 227,0 0,0 0,0 0,1-1,0 1,1 1,-1-1,1 0,1 1,-1-1,1 1,0 0,0 0,1 0,0 1,0 0,0 0,1 0,0 0,0 1,0 0,0 0,0 1,1 0,0 0,0 0,4 0,-2 0,0 0,0 1,0 1,0 0,1 0,-1 0,0 1,0 1,1 0,-1 0,0 1,0 0,0 0,0 1,-1 0,1 1,-1-1,0 2,0-1,0 1,0 1,-1-1,0 1,0 1,-1-1,1 1,-1 0,-1 0,3 5,2 9,0 0,-2 0,-1 1,0 0,-2 0,0 1,-2-1,-1 1,0 0,-2 0,0 0,-2-1,0 1,-2 0,-5 20,3-25,-1-1,-1 0,0-1,-1 0,-1 0,-1-1,0 0,-1 0,0-2,-1 1,0-2,-2 0,1 0,-1-2,-1 1,0-2,0 0,-13 4,22-9,6-4,0-1,0 1,0 0,0 0,0 0,0 0,0 0,0 0,0 0,0 1,0-1,0 0,0 0,0 1,0-1,1 1,-1-1,0 1,0-1,0 1,1-1,-1 1,0 0,0-1,1 1,-1 0,1 0,-1 0,0-1,1 1,0 0,-1 0,1 0,0 0,-1 0,1 0,0 0,0 0,0 0,0 0,-1 0,2 0,-1 0,0 0,0 0,0 0,0-1,1 1,-1 0,0 0,1 0,-1 0,1 0,-1 0,1 0,-1-1,1 1,-1 0,1 0,0-1,0 1,139 29,-68-20,477 52,-477-59</inkml:trace>
  <inkml:trace contextRef="#ctx0" brushRef="#br0" timeOffset="17299.308">25458 7249,'-6'8,"1"0,1 0,-1 0,1 1,1 0,-1 0,2 0,-1 0,1 0,1 1,-1-1,1 0,1 5,-2 5,2 12,1 1,2 0,1-1,1 0,2 0,1 0,2-1,0 0,2-1,2 0,0-1,2-1,1 0,1-1,1-1,18 18,-31-35,1 0,-1-1,1 0,1 0,-1-1,1 0,0 0,1 0,-1-1,1-1,0 1,1-1,-1-1,1 0,-1 0,1-1,0 0,0-1,4 0,8 1,1-1,0-1,0-1,0-2,0 0,0-1,-1-1,0-1,0-1,0-1,-1-1,44-25</inkml:trace>
  <inkml:trace contextRef="#ctx0" brushRef="#br0" timeOffset="17729.363">26943 7021,'0'26,"-12"7,-1-1,-2-1,-1 0,-1-1,-2-1,0-1,-19 20,0-3,-1-1,-3-3,-1-1,-1-2,-8 2,20-8,32-31,0-1,0 1,0 0,0 0,0 0,0 0,0 0,0 0,0 0,1 0,-1 0,0 0,1-1,-1 1,0 0,1 0,-1 0,1-1,0 1,-1 0,1 0,-1-1,1 1,0-1,0 1,-1 0,1-1,0 1,0-1,0 0,-1 1,1-1,0 0,0 1,0-1,0 0,0 0,0 0,0 0,0 0,-1 0,1 0,0 0,0 0,1-1,223 14,-156-14,495 14,-454-10,-65-7</inkml:trace>
  <inkml:trace contextRef="#ctx0" brushRef="#br0" timeOffset="18122.616">27998 7278,'-9'10,"-24"27,-15 22,-4 6,-3-4,7-6,28-14,40-8,56-10,34-4,33-5,2-6,-10-3,-12-3,-19-2,-25-1</inkml:trace>
  <inkml:trace contextRef="#ctx0" brushRef="#br0" timeOffset="18412.567">29197 6479,'10'0,"7"19,2 26,-3 35,6 42,-1 39,1 36,-4 14,1 10,6 10,-1-28,1-45,-5-44,-6-41</inkml:trace>
  <inkml:trace contextRef="#ctx0" brushRef="#br0" timeOffset="19402.329">19266 6935,'8'210,"18"11,19 109,14 130,15 138,15 136,16 142,12 113,152 1674,-138-1306,-52-613,-6-150,-8-159,-14-152,-24-131,-31-114,-20-85,23 45,-48-113,-5-21</inkml:trace>
  <inkml:trace contextRef="#ctx0" brushRef="#br0" timeOffset="19832.455">15669 12187,'1861'0,"-1077"0,256-2,243-15,158-28,4340-380,-4610 304,-202 19,-248 26,-237 21,-200 16,-148 10,-88 8</inkml:trace>
  <inkml:trace contextRef="#ctx0" brushRef="#br0" timeOffset="21500.528">18638 9132,'400'23,"802"-14,-767-11,3747 2,-4119-1,-36-1,0 1,1 2,-1 1,0 1,0 1,0 1,0 1,-1 2,19 14,-2 1,-1 2,-1 2,-1 2,-1 1,34 36,-40-37,604 514,-552-463,-3 4,-4 3,-3 3,-5 4,15 32,5 40,46 124,-84-176,330 731,-131-346,27-3,300 490,-414-721,90 103,-177-252,-96-120,-177-170,52 37,5 2</inkml:trace>
  <inkml:trace contextRef="#ctx0" brushRef="#br0" timeOffset="24859.014">24773 8705,'-2'-27,"-2"0,-1 0,-2 0,0 0,-2 1,-1 0,0 1,-2 0,-1 1,-1 0,-2 1,0 1,-1 0,-2-1,-42-40,-2 3,-2 3,-3 2,-2 4,-2 2,-46-20,3 7,-3 5,-2 5,-2 6,-3 5,-1 5,-1 6,-2 5,-15 5,-125-4,-2 12,-162 18,159-1,148-5,-121 2,1 10,-7 11,122 0,1 6,1 5,1 6,3 5,2 6,2 5,-91 58,-505 319,660-394,1 2,1 3,3 2,2 2,2 3,2 1,-19 32,51-60,1 1,1 1,1 0,1 0,2 1,0 0,2 1,1-1,1 1,2 0,1 0,1 1,1 2,9 485,-8-475,1 0,2 0,2 0,2-1,2-1,1 1,7 11,14 20,4-1,2-2,4-1,2-3,4-1,1-3,4-2,44 37,-53-59,1-2,1-1,2-3,1-2,1-3,2-1,0-3,1-3,1-1,1-3,0-3,0-2,1-2,24-2,256 10,100-18,-260 0,1049-7,-964-7,0-12,-2-11,-2-12,169-59,24-14,-5-20,360-173,-786 310,0-1,-1 0,0-2,-1-1,0 0,-1-1,-1 0,0-2,0 0,-2-1,0 0,0-1,7-14,121-282,-121 259,-4 14,-2 0,-2-2,-1 0,-3 0,-1 0,-2-1,-2-1,-2 1,-2 0,-1-1,-7-33,-7 17,-3 0,-2 1,-3 1,-2 2,-3 0,-3 1,-1 2,-3 2,-26-30,-21-34,-5 3,-5 4,-4 4,-73-59,82 98,-3 4,-2 4,-79-35,86 50,-2 3,-2 4,-1 4,-1 3,-2 5,0 4,-1 4,-69-1,-196 4,-53 18,164 0,12-8,1 11,0 10,2 11,0 9,-10 14,-133 73,5 16,-41 38,241-104,161-72,-68 27,2 3,2 3,1 4,2 3,2 2,-35 34,32-6,4 3,3 4,4 1,4 4,3 2,4 2,5 2,3 3,4 0,3 7,12-26,3 1,4 1,3 1,3 0,4 0,3 0,6 41,-2-29,-3-42,2 0,3 0,1-1,3 1,1-1,3 0,2-1,3 1,16 20,3-2,3-1,3-2,3-2,2-2,47 47,-49-61,1-2,3-2,1-2,2-2,1-2,2-3,1-2,2-2,24 6,-14-15,0-2,2-4,-1-2,1-4,1-2,57-5,-115 0,1064-7,-999 7,343-4,168-32,-360 9,-2-10,-1-10,-3-10,-2-9,0-11,646-303,-299 131,-499 214,-1-3,-2-2,-2-4,-2-2,-1-3,-3-2,-3-3,-1-2,29-43,-2-10,-5-3,-4-3,-6-4,30-78,-70 137,-3-2,-3 0,-2-2,-3 1,-3-2,-2 0,-1-57,-6-106,-17-125,13 320,-2 1,-1 0,-1-1,-2 2,-1-1,-1 1,-2 0,-1 1,-2 1,0 0,-2 1,-2 1,0 1,-1 0,-2 1,-1 2,0 0,-25-17,-31-12,-2 4,-3 4,-1 3,-2 4,-1 4,-2 4,-1 3,-61-12,-2 6,-1 7,-1 7,-24 5,-634 6,534 11,-1311 2,1443-7,-1 7,1 6,-126 28,-129 62,-275 114,135-11,-397 216,572-233,337-172,2 1,0 1,1 1,0 2,2 1,1 0,0 2,-16 22,3 9,2 1,3 1,2 2,2 1,4 1,-12 44,13-13,3 1,5 1,4 1,3 0,6 0,5 65,-1-111,1 0,3 1,1-2,3 1,2-1,17 45,15 14,4-2,5-3,63 92,-50-103,5-2,3-3,4-4,3-3,61 44,-107-94,2-2,1-1,0-2,2-1,1-2,0-2,2-2,0-1,10 0,92 22,2-7,0-6,2-6,21-5,599-1,-632-14,104 1,149 3,0-18,-1-16,3-17,-96-15,-2-12,-5-13,-3-12,-5-12,-5-13,50-41,-8-6,-7-14,103-91,-389 260,0 0,-1-2,-1-1,-1 0,-1-2,0 0,-2-1,-1-1,-1-1,0-1,-2 0,-1 0,-2-1,3-10,2-41,-4-1,-3 1,-4-2,-3 1,-8-70,4 49,2-7,-4 1,-5 0,-4 1,-6 0,-20-65,6 77,-3 2,-5 1,-3 3,-5 1,-2 3,-5 2,-3 2,-3 3,-34-29,74 83,-16-23,-2 2,-2 2,-2 2,-1 2,-2 2,-1 2,-2 2,-21-8,2 17,-1 4,-1 2,-1 4,0 3,0 3,-1 3,-26 4,98-1,-650 5,510 0,1 5,0 7,-23 11,-39 16</inkml:trace>
  <inkml:trace contextRef="#ctx0" brushRef="#br0" timeOffset="26131.438">25116 9275,'0'0</inkml:trace>
  <inkml:trace contextRef="#ctx0" brushRef="#br0" timeOffset="26390.481">25116 9275,'0'10,"0"8,0 10,0 26,5 12,1 5,10 5,2 0,-2 0,-4 8,-3-6,-4-16</inkml:trace>
  <inkml:trace contextRef="#ctx0" brushRef="#br0" timeOffset="26647.238">25202 10246,'0'9,"0"9,0 25,0 20,0 9,0-3,0-9,-5-4,-1-7,-6-11,1-9,-4-3,-3-2,0-4</inkml:trace>
  <inkml:trace contextRef="#ctx0" brushRef="#br0" timeOffset="26819.403">25087 11131,'0'14,"0"15,0 17,0 15,0 2,0 1,0-7,0-3,0-10</inkml:trace>
  <inkml:trace contextRef="#ctx0" brushRef="#br0" timeOffset="26991.949">25087 11873,'0'10,"0"7,0 2</inkml:trace>
  <inkml:trace contextRef="#ctx0" brushRef="#br0" timeOffset="27797.134">24803 13813,'42'56,"2"-2,3-2,2-2,49 38,-16-23,-81-64,0 0,0 0,0 0,0 0,0-1,0 1,0 0,0-1,0 1,0-1,1 1,-1-1,0 1,0-1,1 0,-1 1,0-1,1 0,-1 0,0 0,1 0,-1 0,0-1,1 1,-1 0,0-1,0 1,1 0,-1-1,0 0,0 1,0-1,0 0,0 1,0-1,0 0,0 0,0 0,0 0,0 0,0 0,-1 0,2-1,0-11,-1-1,0 1,-1-1,0 1,-1-1,0 1,-2-1,-1-8,1 7,-104-446,71 333,-7 2,-20-34,-5-15,38 92,4-2,4-1,4 0,0-19,12 39,2 1,3-1,3-1,7-40,-8 96,1 0,0 0,0 0,1 0,1 0,0 0,0 1,1 0,0 0,4-6,14-11</inkml:trace>
  <inkml:trace contextRef="#ctx0" brushRef="#br0" timeOffset="28221.608">24460 12786,'0'9,"9"4,9-1,10-2,16-3,14-2,22-3,2-1,2-1,6-1,-8 1,-12-1,-14 1,-12 0,-3-1,-8 1</inkml:trace>
  <inkml:trace contextRef="#ctx0" brushRef="#br0" timeOffset="28718.776">25659 12815,'-4'0,"0"1,0-1,0 1,0 0,0 0,0 1,0-1,1 1,-1 0,1 0,-1 0,1 0,0 1,0-1,0 1,0 0,0 0,0 0,1 0,0 0,-1 1,1-1,1 1,-1-1,0 1,1 0,-1 1,-24 110,19-46,3 1,3-1,7 49,-7-109,1 0,0 0,1 0,0 0,0 0,1-1,0 1,1 0,0-1,0 1,1-1,0 0,0 0,1-1,0 1,0-1,1 0,0-1,0 1,1-1,0 0,0-1,0 1,0-1,1-1,0 0,0 0,0 0,1-1,6 2,56-3,-42-5</inkml:trace>
  <inkml:trace contextRef="#ctx0" brushRef="#br0" timeOffset="40373.407">1515 6565,'11'38,"16"90,-6 0,1 67,0-1,-4-62,58 555,-76-683,1 34,-14-56,-27-141,6-2,8-2,6-1,8 0,7 0,7-3,-2 142,-1 3,0-1,1 1,2 0,0 0,1 0,1 0,1 0,2 1,0 0,1-3,-6 20,0 0,0 1,0-1,1 0,-1 1,1-1,0 1,0 0,0 0,0 0,0 0,1 0,-1 1,1 0,0-1,0 1,-1 1,1-1,1 1,-1-1,0 1,0 0,0 1,1-1,-1 1,0-1,1 1,-1 1,0-1,1 1,-1-1,0 1,0 1,0-1,1 0,-1 1,-1 0,1 0,0 0,0 1,-1-1,2 2,4 8,0 0,-1 1,-1 0,0 0,0 1,-2 0,1 1,-2-1,0 1,-1 0,0 0,-1 0,-1 0,0 0,-2 10,3-5,1 6,-1-1,-2 1,0-1,-2 1,-1-1,-5 23,-4-22,-2-10</inkml:trace>
  <inkml:trace contextRef="#ctx0" brushRef="#br0" timeOffset="40728.42">2113 6707,'0'15,"10"38,8 54,5 38,0 29,5 22,3 13,0 0,-4-21,-7-28,-7-37,-1-33,2-29,-1-33,-2-56,-4-42,-3-10</inkml:trace>
  <inkml:trace contextRef="#ctx0" brushRef="#br0" timeOffset="41456.189">2398 6849,'15'0,"14"0,22 0,26 0,5 0,-6 0,3 0,-2-5,-10-1,-10 0,-16 6,-15 12,-11 5</inkml:trace>
  <inkml:trace contextRef="#ctx0" brushRef="#br0" timeOffset="41710.158">2599 7649,'0'5,"0"6,9 1,14-1,31-2,17-4,10-1,7-3,-8 0,-12-6,-12-2,-7 1,-11 0</inkml:trace>
  <inkml:trace contextRef="#ctx0" brushRef="#br0" timeOffset="42092.263">3768 7391,'5'0,"17"0,13 0,11 0,12 0,11 0,8 0,15 0,22 0,10 0,9 0,-5-9,-8-9,-20-1,-23 3,-24 4</inkml:trace>
  <inkml:trace contextRef="#ctx0" brushRef="#br0" timeOffset="42397.541">3883 7848,'5'0,"21"0,30 0,20 0,17-5,27-6,21-11,12-2,-7 3,-22 6,-23 4,-23 5,-21 3,-5-2,-12-1</inkml:trace>
  <inkml:trace contextRef="#ctx0" brushRef="#br0" timeOffset="42967.192">7451 6422,'-1'0,"0"-1,0 0,0 1,0-1,-1 1,1-1,0 1,0-1,0 1,-1 0,1 0,0 0,-1-1,1 1,0 0,0 1,-1-1,1 0,0 0,0 0,-1 1,1-1,0 1,0-1,0 1,0-1,0 1,-1 0,1 0,0-1,1 1,-1 0,0 0,0 0,0 0,0 0,1 0,-1 0,0 0,1 1,-1-1,1 0,-16 19,2 1,0 0,1 0,2 1,0 1,1 0,1 1,2 0,0 0,1 0,2 1,0 0,2 0,1 24,1-30,2 1,0-1,1 0,1 0,1 0,1-1,1 0,0 0,1 0,1-1,0 0,2-1,0 0,0 0,2-1,5 4,30 31,2-3,2-2,50 32,348 255,-309-214,-140-117,0-1,-1 1,1-1,-1 1,1 0,0 0,-1-1,1 1,-1 0,0 0,1 0,-1-1,0 1,0 0,1 0,-1 0,0 0,0 0,0 0,0-1,0 1,0 0,0 0,0 0,0 0,-1 0,1 0,0 0,-1-1,1 1,0 0,-1 0,1 0,-1-1,1 1,-1 0,0-1,1 1,-1 0,0-1,1 1,-1-1,0 1,0-1,1 1,-1-1,0 0,0 1,0-1,0 0,1 0,-1 1,0-1,0 0,0 0,0 0,0 0,0 0,-26 5,-1-1,1-1,-1-1,0-1,1-2,-4-1,-7 1,-12-1,0-1,1-3,-1-2,2-2,-1-3,1-1,1-2,-17-11,21 5</inkml:trace>
  <inkml:trace contextRef="#ctx0" brushRef="#br0" timeOffset="43735.69">8393 6736,'3'1,"0"-1,1 1,-1 0,0 0,0 0,0 0,0 1,0-1,0 1,0 0,-1 0,1 0,0 0,-1 0,0 1,1-1,-1 1,0 0,0-1,-1 1,1 0,-1 0,1 0,-1 0,0 0,0 0,0 1,0-1,-1 0,1 1,-1 0,14 50,-3 1,-2 0,2 53,-3-32,39 598,-48-621,-14-81,-15-126,7-1,7 0,5-46,10 180,-3-51,-4-40,5-1,11-101,-7 199,1 0,0 0,1 0,0 0,1 1,1-1,0 1,1 1,4-6,-7 15,1 0,0 1,0 0,1-1,-1 2,1-1,-1 0,1 1,0 0,0 0,0 1,0-1,0 1,0 0,1 0,-1 1,0-1,0 1,1 0,-1 1,0 0,0-1,1 1,-1 1,0-1,0 1,0 0,0 0,-1 1,1-1,-1 1,1 0,-1 0,0 0,0 1,0 0,-1 0,1 0,-1 0,0 0,0 0,0 1,1 3,5 15,-1 1,-1 0,-1 0,-1 1,-1 0,-2-1,0 24,0-37,0 0,-2 0,1 0,-1 1,-1-1,0 0,-1 0,0 0,0 0,-1 0,-1 0,0-1,0 1,-1-1,-1 0,1 0,-1-1,-1 0,-7 8,11-15,0 1,0-1,0 0,0 1,1 0,-1 0,1 0,0 0,0 0,0 0,0 1,0-1,1 0,0 1,-1 0,1-1,0 1,1 0,-1-1,1 1,0 0,0 0,0 0,0-1,0 1,1 0,0 0,0-1,0 1,0 0,1 1,9 14,1 0,0-1,1 0,1-1,1 0,0-1,2-1,-1-1,2 0,0-1,0-1,1-1,1 0,0-1,0-2,16 6,3-3,1-2,-1-1,2-3,-1 0,0-3,1-1,10-3,128-16,-96-1</inkml:trace>
  <inkml:trace contextRef="#ctx0" brushRef="#br0" timeOffset="44061.183">9990 6251,'-74'104,"51"-54,3 0,1 1,3 1,2 1,2 0,3 1,2 0,2 0,3 54,-2-34,4 0,2 0,4 0,3-1,4 0,2-1,25 70,-32-119,2-1,0 0,1 0,1-1,1 0,5 5,-13-20,0 0,0 0,0 0,1 0,0-1,1 0,-1-1,1 1,0-1,0-1,0 1,0-1,1 0,-1-1,1 1,0-2,-1 1,1-1,0 0,5-1,26-3,-5-4</inkml:trace>
  <inkml:trace contextRef="#ctx0" brushRef="#br0" timeOffset="39210.473">29 5851,'-4'0,"-3"29,1 34,2 40,0 61,2 61,1 50,1 27,0 6,0-21,10-34,3-66,-1-93,-2-87,-3-45</inkml:trace>
  <inkml:trace contextRef="#ctx0" brushRef="#br0" timeOffset="39707.2">2 6820,'112'21,"-84"-19,7 3,0-2,0-1,0-1,0-3,0 0,0-2,0-2,-1-1,0-2,0-1,-1-2,14-8,-36 16,-1-2,-1 0,1 0,-1 0,0-1,0-1,-1 1,0-1,0-1,-1 0,0 0,-1 0,0-1,0 1,-1-2,-1 1,1 0,-2-1,4-11,-4-159,-7 100,6 53,7 31,25 121,80 310,-70-233,-9 3,-8 0,-9 16,-11-72,-2-105</inkml:trace>
  <inkml:trace contextRef="#ctx0" brushRef="#br0" timeOffset="44697.652">5396 8247,'5'0,"11"0,32 0,37 0,28 0,39 0,71 0,75 0,94 0,72 0,65 0,38 0,1 0,-47 0,-74 0,-113 0</inkml:trace>
  <inkml:trace contextRef="#ctx0" brushRef="#br0" timeOffset="45087.48">6679 9076,'-4'9,"-8"14,0 27,1 19,2 22,4 16,1 3,3 22,0 8,1 0,1-9,-1-14,1-15,-1-21,0-19,1-21</inkml:trace>
  <inkml:trace contextRef="#ctx0" brushRef="#br0" timeOffset="45433.268">6880 9988,'625'18,"-320"-5,-303-13,1 0,0 1,0-1,0 0,-1 0,1-1,0 1,0-1,-1 1,1-1,0 0,-1 0,1 0,0 0,-1-1,0 1,1-1,-1 1,0-1,0 0,0 0,0 0,0 0,2-2,10-27</inkml:trace>
  <inkml:trace contextRef="#ctx0" brushRef="#br0" timeOffset="45689.317">7280 9304,'0'24,"0"23,0 32,0 18,0 16,0 3,0-2,0-3,0-14,0-19,4-19,2-13,10-15,17-13,2-10</inkml:trace>
  <inkml:trace contextRef="#ctx0" brushRef="#br0" timeOffset="46157.454">8563 9247,'-1'55,"0"-19,1 0,1 0,2 0,2-1,5 16,10 7,4-1,1-1,4-2,1 0,33 41,-40-58,-17-31,-1 1,0-1,0 1,-1 1,0-1,-1 1,1-1,-1 1,-1 0,1 0,-1 0,-1 0,0 1,0-1,0 0,-1 1,0-1,-1 0,0 1,0-1,-1 0,0 0,0 0,-1 0,0 0,-1 0,1-1,-4 4,-9 3,0 0,-1-2,-1 0,0-1,-1 0,0-2,0 0,-1-1,0-2,0 1,-1-2,0-1,0-1,0 0,0-2,-7 0,-209 9,189-12</inkml:trace>
  <inkml:trace contextRef="#ctx0" brushRef="#br0" timeOffset="46870.022">8935 9191,'25'27,"-22"-20,11 30,-2 1,-2 0,-1 0,-2 1,0 7,1 10,29 237,-55-747,17 411,-1 29,1-1,0 0,2 1,-1-1,2 0,0 0,0 1,2 0,0-1,0 1,3-4,-6 16,-1 0,1 0,0 1,0-1,-1 1,1-1,0 1,0-1,0 1,1-1,-1 1,0 0,0 0,1-1,-1 1,1 0,-1 0,1 0,-1 1,1-1,0 0,-1 1,1-1,0 1,0-1,-1 1,1 0,0 0,0 0,-1 0,1 0,0 0,0 0,0 0,-1 1,1-1,0 1,-1-1,1 1,0 0,-1 0,1 0,-1 0,1 0,-1 0,2 1,47 71,-22 32,-28-102,1 1,-1 0,0 0,0 0,0 0,-1 0,0 0,1 0,-1 0,-1-1,1 1,0 0,-1-1,0 1,0-1,0 1,0-1,0 0,-1 0,1 0,-1 0,0-1,0 1,0 0,0-1,-2 1,-18 6,21-8,0-1,-1 0,1 1,0-1,0 1,0 0,0-1,0 1,0 0,0 0,1 0,-1 1,0-1,0 0,1 1,-1-1,1 1,-1 0,1-1,0 1,0 0,0 0,0 0,0 0,0 0,0 0,0 0,1 0,-1 0,1 0,0 0,-1 0,1 2,1 0,0 0,0 0,1 0,-1 0,1 0,0 0,0 0,0 0,0-1,1 1,-1-1,1 1,0-1,0 0,0 0,1-1,-1 1,1-1,-1 1,1-1,0 0,0 0,0-1,0 1,0-1,0 0,4 0,123 10,-116-11,35 0,-3-1</inkml:trace>
  <inkml:trace contextRef="#ctx0" brushRef="#br0" timeOffset="47174.426">9791 8733,'27'127,"-20"-105,283 735,-268-699,3 9,2-1,4-1,10 11,-35-65,0-1,1 0,0 0,0-1,1 0,1 0,-1-1,1 0,1-1,-1 1,1-2,1 0,-1 0,1 0,0-2,0 1,2-1,27 3,1-2,-1-1,1-3,-1-1,1-1,31-7,-49 6,21-2</inkml:trace>
  <inkml:trace contextRef="#ctx0" brushRef="#br0" timeOffset="47743.549">5880 11187,'11'212,"8"24,11 101,16 100,7 82,-5 60,142 2496,-151-2602,-5-102,-9-108,-25-119,0-143,0 0,0 0,0 0,0 0,0 0,0 0,-1 0,1 0,0 0,0 0,-1 0,1 0,-1 0,1 0,-1 0,1 0,-1 0,0 0,0 0,1-1,-1 1,0 0,0-1,0 1,0 0,1-1,-1 1,0-1,0 1,0-1,0 0,0 1,0-1,0 0,-1 0,1 0,0 0,0 0,0 0,0 0,0 0,0 0,0 0,0-1,0 1,0 0,0-1,0 1,-1-1,-54-56,-4-33</inkml:trace>
  <inkml:trace contextRef="#ctx0" brushRef="#br0" timeOffset="48205.256">2856 14583,'2225'0,"-1103"0,250 0,141 0,43 0,-68 0,-177 0,-249 0,-291 0,-283 0,-246-5,-153-1</inkml:trace>
  <inkml:trace contextRef="#ctx0" brushRef="#br0" timeOffset="51040.238">4396 16866,'1'1,"0"0,0 0,0 0,0 0,0 0,0-1,1 1,-1-1,0 1,0-1,1 1,-1-1,0 1,0-1,1 0,-1 0,0 0,1 0,-1 0,0 0,1 0,-1 0,0 0,1-1,-1 1,0 0,0-1,1 1,-1-1,0 0,0 1,0-1,0 0,0 0,0 1,0-1,0 0,0 0,0 0,0 0,0 0,-1-1,1 1,-1 0,1 0,0-1,105-158,7-10,-11 13,7 5,75-77,262-176,-370 326,-14 17,-3-2,47-68,31-71,-120 165,2 0,1 2,2 0,1 1,2 2,16-17,125-180,-116 153,143-258,213-225,-66 173,-306 346,26-30,2 2,47-38,13-15,-96 92,2 1,0 2,2 1,1 1,1 1,0 2,26-12,-27 22,1 1,0 2,0 2,1 1,23-2,1 0,122-11,0 7,170 12,-186 2,2259-1,-2074-8,168-32,-389 25,160-18,263 6,-374 28,-130-1</inkml:trace>
  <inkml:trace contextRef="#ctx0" brushRef="#br0" timeOffset="51747.358">8135 12415,'0'5,"0"26,0 7</inkml:trace>
  <inkml:trace contextRef="#ctx0" brushRef="#br0" timeOffset="52017.626">8106 13242,'0'10,"0"13,0 12,0 5,0 0,0 4,0-1,0 1,0-1,0 1,0-6</inkml:trace>
  <inkml:trace contextRef="#ctx0" brushRef="#br0" timeOffset="52207.261">8106 14098,'0'10,"0"8,5 5,2 5,-1 2,-1 0,-1 1,-2-1,-1-5</inkml:trace>
  <inkml:trace contextRef="#ctx0" brushRef="#br0" timeOffset="52709.89">7878 16239,'39'143,"6"-2,6-2,52 95,-58-129,5-3,4-2,4-2,9 3,7-29,-73-72,1 1,-1 0,1 0,-1-1,1 1,0-1,-1 1,1-1,0 1,-1-1,1 0,0 0,0 0,-1 0,1 0,0-1,-1 1,1 0,0-1,-1 1,1-1,0 0,-1 0,1 1,-1-1,1 0,-1 0,0 0,1 0,-1-1,0 1,0 0,1-1,33-88,-21-10,-4 0,-5 0,-6-72,1 160,-12-228,-11 0,-10 2,-11 1,-10 1,40 179,-4-8,4 0,1-1,4 0,3-1,3 0,2 1,4-2,-3 57,1 0,0-1,1 1,0 0,1 0,1 1,-1-1,2 0,-1 1,1 0,1 0,0 1,0-1,1 1,0 1,1-1,0 1,0 1,1-1,-1 1,2 1,-1 0,1 0,0 1,0 0,0 0,7-1,83-6,-59 12</inkml:trace>
  <inkml:trace contextRef="#ctx0" brushRef="#br0" timeOffset="53064.194">8307 15611,'-1'0,"1"0,-1 0,0 1,1-1,-1 0,0 1,1-1,-1 0,1 1,-1-1,1 1,-1-1,1 1,-1-1,1 1,-1-1,1 1,0-1,-1 1,1 0,0-1,-1 1,1-1,0 1,0 0,0-1,0 1,-1 0,1 0,0-1,0 1,0 0,0-1,1 1,-1 0,0-1,0 1,0 0,1-1,-1 1,0 0,0-1,1 1,-1-1,1 1,-1 0,0-1,1 1,-1-1,1 1,-1-1,1 0,0 1,-1-1,1 1,15 11,0 1,1-2,0-1,0 0,1-1,1 0,-1-2,1 0,2-1,19 3,1-2,1-2,-1-2,1-1,0-2,8-3,12 2,124-2,-144 2</inkml:trace>
  <inkml:trace contextRef="#ctx0" brushRef="#br0" timeOffset="53435.119">9249 15583,'-2'0,"1"0,-1 0,1 0,-1 0,1 0,-1 0,0 0,1 1,0-1,-1 0,1 1,-1-1,1 1,-1 0,1-1,0 1,-1 0,1 0,0 0,0 0,0 0,0 0,0 0,0 0,0 1,0-1,0 0,1 1,-1-1,0 0,1 1,-1-1,1 1,-1-1,1 1,0-1,0 1,0-1,0 1,0-1,0 1,0-1,0 1,0-1,-8 50,3 0,1 1,3-1,2 0,2 1,7 31,-4-35,2-1,2 1,3-2,1 1,2-2,3 0,1-1,2-1,2-2,2 0,24 30,-43-61,-1-1,1 1,1-1,0-1,0 1,1-2,-1 1,2-1,-1 0,1-1,0 0,1 0,-1-2,1 1,0-1,0 0,0-1,1-1,-1 0,1 0,-1-1,1 0,0-1,-1-1,1 0,0 0,-1-1,11-4,21-17,-4-5</inkml:trace>
  <inkml:trace contextRef="#ctx0" brushRef="#br0" timeOffset="56437.494">9477 14299,'-4'2,"1"0,0 0,0 1,0-1,0 1,0 0,1 0,-1 0,1 0,0 1,0-1,0 0,0 1,1 0,-1-1,1 1,0 0,0 0,0 0,1 2,-2-1,-90 336,19-108,71-229,1-1,-1 1,1-1,-1 1,0-1,0 0,-1 0,1 0,0 0,-1 0,0-1,0 1,0-1,0 0,0 0,0 0,-1 0,1 0,-1-1,1 1,-1-1,1 0,-1 0,0-1,0 1,1-1,-1 1,0-1,0 0,0-1,1 1,-1-1,0 0,0 1,1-2,-1 1,1 0,-1-1,1 1,-1-1,1 0,0 0,0-1,0 1,0-1,0 1,1-1,-1 0,-23-21,1-2,1 0,1-2,2 0,1-1,-8-17,-31-65,5-1,6-3,4-2,5-2,6-1,-11-87,10 52,7 0,7-2,6 0,7-1,8 0,13-92,-4 210,2 0,1 2,2-1,1 2,2 0,2 1,1 1,2 0,1 2,2 1,1 1,1 2,2 0,17-11,7-14,3 3,2 2,2 3,2 3,29-14,47-10,2 6,3 6,143-34,2 20,2 13,126-1,47-9,626-128,-112 27,-798 144,0 8,1 8,74 10,-236-4,1 1,-1 0,0 2,1 0,-1 1,0 1,0 1,-1 1,0 0,0 2,0 0,-1 0,0 2,0 0,-1 1,0 1,5 13,-1 0,-1 1,-1 1,-1 0,-1 1,4 15,4 5,98 185,-11 6,30 113,-98-223,-6 1,-5 2,-6 2,-6 0,-6 2,-6-1,-6 9,-3-122,2 16,-1 1,-3-1,-1 1,-2-1,-1-1,-2 1,-14 34,10-44,-2 0,0-1,-2 0,-1-2,-1 0,-2-1,0-1,-1-1,-1-1,-1-1,-1-1,-1-1,-25 12,-42 18,-1-4,-3-4,-54 13,128-45,-421 128,-24-14,454-119,-395 93,-3-18,-367 20,-99-63,-47-40,738 3,129 2,11 2,0-2,-1-2,1-2,0-2,1-2,0-2,0-2,-37-16,31-1,0-2,3-2,1-2,-24-24,11 11,26 21,1-1,1-2,2-1,1-1,1-2,-18-29,-5-29,5-2,4-2,-9-38,31 81,-11-29,-66-167,-28-131,106 295,4-1,4 0,3-1,4-1,6-58,-1 104,-2 27,1 0,0 0,1 0,1 0,0 0,1 0,0 1,2-1,0 1,0-1,1 1,1 1,0-1,1 1,0 0,2 0,-1 1,1 0,3-2,20-7,0 1,2 2,0 1,0 2,2 1,0 2,0 1,1 2,0 2,22-2,645-98,-365 61,1025-171,-1341 213,1775-280,-1238 232,1 24,235 32,-534-3,-255 0,0 0,-1 0,1 1,0 0,-1 0,1 1,-1-1,1 1,-1 1,0-1,0 1,-1 0,1 1,-1-1,0 1,0 0,0 0,-1 1,0-1,0 1,0 0,-1 0,0 0,0 1,0-1,0 3,6 20,-1 1,-1-1,-1 1,-2 0,0 14,11 224,-14 106,-2-273,-1 44,-5 0,-7-1,-6 0,-33 114,-36 32,-56 104,62-174,42-108,-269 666,287-727,-2-1,-3-1,-2-1,-1-1,-20 19,36-49,0-1,-1-1,-1 0,-1-1,0 0,0-2,-1 0,-1-2,0 0,-1-1,0 0,0-2,0-1,-1-1,-3 0,-57 5,0-4,-1-3,-21-5,52 1,-37 0,-251-2,0-14,-51-22,-930-169,1162 186,-1651-267,1565 231,230 51,1-1,0-1,0 0,1-1,0-1,1 0,0 0,0-1,2-1,-1 0,2 0,-1-1,2 0,0-1,1 0,0 0,0-5,-22-35,-63-122,8-3,8-4,8-3,8-3,-6-64,-70-391,104 503,6-2,7 0,6-1,6-1,9-82,-2 221,0 0,0 0,0 0,1 0,1 0,-1 0,1 1,0-1,0 0,1 1,0 0,0-1,0 1,1 0,0 1,0-1,1 1,0 0,-1 0,2 0,-1 1,5-4,7 0,0 1,1 1,-1 0,2 2,-1 0,0 0,1 2,3 0,141-10,0 8,8 7,-29-1,148 0,60 0,468-11,379-69,258-98,-787 127,-439 31,76 8,-301 10,-1 0,0-1,1 1,-1 0,0 1,0-1,1 0,-1 1,0 0,0 0,0 0,1 0,-1 0,0 1,-1-1,1 1,0 0,0 0,-1 0,1 0,-1 0,0 1,1-1,-1 1,0-1,-1 1,1 0,0 0,-1 0,1 0,-1 0,0 0,0 0,0 1,17 158,-20 750,-3 615,-6-1241,11-283,1 0,-1 0,0 1,0-1,-1 0,1 0,-1 0,1 0,-1 0,0 0,0 0,-1 0,1-1,0 1,-1 0,0-1,1 1,-1-1,0 1,0-1,-1 0,1 0,0 0,-1 0,1 0,-1 0,0-1,1 1,-1-1,0 0,0 0,0 0,0 0,0-1,0 1,0-1,0 1,-1-1,-2-1,-174-31,136 21,-296-76,165 40</inkml:trace>
  <inkml:trace contextRef="#ctx0" brushRef="#br0" timeOffset="56978.433">8249 13528,'-7'1,"0"0,1 1,-1 0,0 0,1 0,0 0,0 1,-1 0,2 1,-1-1,0 1,1 0,-1 1,1 0,-8 4,-305 257,182-147,7 5,4 6,7 6,-26 45,-85 151,-110 223,158-273,145-237</inkml:trace>
  <inkml:trace contextRef="#ctx0" brushRef="#br0" timeOffset="57477.959">6223 14242,'0'1738,"6"-1488,-7-245,1-1,-1 1,1-1,0 1,1 0,-1-1,1 1,0-1,0 1,0-1,1 0,-1 1,1-1,0 0,0 0,1 0,-1 0,1 0,0-1,0 1,0-1,0 0,1 0,-1 0,1 0,0-1,0 1,0-1,0 0,0 0,0 0,1-1,-1 0,1 0,0 1,11-3,0 0,0-1,-1-1,0-1,1 0,-1 0,0-2,-1 0,13-7,518-257,-313 183,4 10,66-5,-256 70</inkml:trace>
  <inkml:trace contextRef="#ctx0" brushRef="#br0" timeOffset="59347.399">25401 10246,'0'-20,"-1"16,0 0,0 1,1-1,-1 0,1 0,0 0,0 0,0 0,1 0,-1 0,1 0,0 0,0 1,1-1,-1 0,1 1,-1-1,1 1,0-1,1 1,-1 0,1 0,-1 0,1 0,0 0,0 1,0-1,0 1,0 0,1 0,-1 0,1 0,-1 1,1-1,0 1,161-14,-135 15,11 2,-1 1,0 3,-1 1,1 1,-1 3,-1 1,0 2,0 1,2 5,52 27,-3 4,80 61,-93-58,-2 3,-3 3,-3 4,-3 2,-2 3,-4 3,8 19,42 81,-9 5,-7 4,-9 4,-5 9,47 145,-15 6,-15 3,14 160,-86-362,-21-79,-3-67,1 0,-1-1,0 1,0 0,0-1,0 1,0-1,-1 1,1 0,0-1,0 1,0 0,0-1,0 1,0 0,-1 0,1-1,0 1,0 0,0-1,-1 1,1 0,0 0,0-1,-1 1,1 0,0 0,0 0,-1-1,1 1,0 0,-1 0,1 0,0 0,-1 0,1 0,0 0,-1 0,1 0,0 0,-1 0,1 0,0 0,-1 0,1 0,-1 0,1 0,0 0,-1 0,1 0,0 1,0-1,-1 0,1 0,0 0,-1 1,1-1,0 0,0 0,-1 1,1-1,0 0,0 0,0 1,0-1,-1 0,-22-62,-1-24</inkml:trace>
  <inkml:trace contextRef="#ctx0" brushRef="#br0" timeOffset="60649.076">26914 10559,'100'90,"-2"25,-6 4,29 54,-116-165,63 89,-4 4,-5 2,-4 2,-5 3,-5 2,-4 2,16 79,-23 5,-8 1,-9 1,-9 1,-11 101,4-200,-5-1,-3 1,-6-1,-3-1,-5-1,-22 62,42-151,-1 0,0 0,0 0,-1 0,0 0,-1-1,0 1,0-1,0 0,-1 0,0 0,0-1,-1 0,0 0,0 0,0-1,-1 0,1 0,-1 0,0-1,-1 0,1-1,-1 1,0-1,0-1,0 0,0 0,-1 0,3-4,0 0,0-1,0 1,0-1,0-1,1 1,-1-1,1 0,0 0,0 0,0-1,1 0,-1 0,1 0,0 0,1-1,-1 1,1-1,1 0,-2-2,-10-15,-57-89,4-4,6-2,-5-25,-108-210,90 154,118 263,44 90,6-3,7-3,7-5,5-4,72 69,-158-186,2-1,0-1,1-1,1 0,1-2,23 14,-43-29,0 0,0-1,1 1,-1-1,0 1,1-1,-1 0,1 0,0 0,-1 0,1 0,0-1,0 1,-1-1,1 0,0 0,0 0,0 0,-1 0,1 0,0-1,0 0,-1 1,1-1,0 0,-1 0,1 0,-1-1,2 0,4-9,-1 0,-1-1,0 1,0-1,-2-1,1 1,-1 0,-1-1,-1 0,1 0,-1-8,-1 13,17-139,-6-1,-8-143,-4 241,1 5,1-194,-10 1,-37-213,22 323,-5 0,-7 2,-4 2,-7 1,-4 3,-22-31,40 95,-3 1,-1 2,-3 1,-2 3,-3 1,-1 2,-2 2,-38-26,40 41,44 29,1 0,-1 0,0-1,1 1,-1 0,1 0,-1 0,0 0,1 0,-1 0,0 0,1 0,-1 0,1 0,-1 0,0 0,1 0,-1 1,1-1,-1 0,0 0,1 1,-1-1,1 0,-1 1,1-1,-1 1,1-1,0 1,-1-1,1 0,-1 1,1 0,0-1,-1 1,1-1,0 1,0-1,-1 1,1 0,0-1,0 1,0-1,0 1,0 0,0-1,0 1,0-1,0 1,0 0,0-1,0 1,0 0,1-1,-1 1,0-1,0 1,1-1,-1 1,0-1,1 1,-1-1,1 1,-1-1,0 1,1-1,-1 1,1-1,-1 0,2 1,87 196,-20-21,-7 3,-9 2,-7 2,-9 2,-7 2,-9 1,-6 57,-9-168,-3 1,-4 0,-3-1,-4 1,-3-1,-3-1,-4 0,-3-1,-22 50,34-104,-2-1,0 0,-1 0,-1-2,0 1,-2-2,0 0,-1 0,0-1,-2-2,0 1,0-2,-1-1,-1 0,-5 1,-21 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24:12.4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31064 3509,'4'0,"13"10,2 18,13 38,10 36,13 46,12 40,-1 28,-2 10,-12-23,-14-41,-15-43,-10-43</inkml:trace>
  <inkml:trace contextRef="#ctx0" brushRef="#br0" timeOffset="842.54">29352 5708,'0'0,"1"0,0 0,-1 0,1 0,-1-1,1 2,0-1,-1 0,1 0,0 0,-1 0,1 0,-1 0,1 1,0-1,-1 0,1 0,-1 1,1-1,-1 1,1-1,-1 0,1 1,-1-1,1 1,-1-1,0 1,1-1,-1 1,0-1,1 1,-1 0,0-1,0 1,1-1,-1 1,0 0,0-1,0 1,0-1,0 1,0 0,0-1,0 1,0 0,0-1,0 1,-1 0,1-1,0 1,0-1,-1 1,1-1,0 1,-1 0,1-1,0 1,-1-1,1 1,-1-1,1 0,-1 1,1-1,-1 1,1-1,-1 0,1 0,-1 1,0-1,142 19,340-8,168-31,-601 18,1688-100,-1310 72,251-56,-563 65</inkml:trace>
  <inkml:trace contextRef="#ctx0" brushRef="#br0" timeOffset="1309.468">29751 6106,'0'10,"0"18,5 18,7 41,15 29,13 30,-1-2,-6-4,-9-13,-9-17,-7-24,-4-20,-4-22</inkml:trace>
  <inkml:trace contextRef="#ctx0" brushRef="#br0" timeOffset="1694.586">30322 6677,'10'0,"13"0,31 10,16 3,26 0,6-3,14-3,13-2,-6-3,-10-1,-14-1,-15 0,-16-1,-20 0</inkml:trace>
  <inkml:trace contextRef="#ctx0" brushRef="#br0" timeOffset="2072.615">30808 6278,'5'0,"10"9,14 24,16 20,5 25,8 14,10-4,-8-11,-13-15,-15-13,-13-10,-10-6,-6-4,-4-3,-1-5</inkml:trace>
  <inkml:trace contextRef="#ctx0" brushRef="#br0" timeOffset="2932.08">31863 6336,'-39'-18,"-101"8,135 10,0 1,1-1,-1 1,0 0,0 1,1-1,-1 1,0 0,1 0,0 0,-1 1,1-1,0 1,0 0,1 0,-1 1,0-1,1 1,0 0,0 0,0 0,1 0,-1 0,1 0,0 1,-1 4,1 6,1 1,1 0,0 0,1 0,1 0,1 0,0-1,1 1,1-1,0 0,1 0,0-1,2 1,-1-2,2 1,0-1,0 0,9 8,5 13,2-1,1-1,2-1,1-1,1-2,2-1,0-1,27 15,5 2,-64-43,0 1,1-1,-1 1,0 0,1-1,-1 1,0 0,0-1,0 1,0 0,0-1,0 1,0 0,0-1,0 1,0 0,0-1,0 1,0 0,-1-1,1 1,0-1,0 1,-1 0,1-1,0 1,-1-1,1 1,-1-1,1 1,-1-1,1 1,-1-1,1 1,-1-1,1 0,-1 1,1-1,-1 0,0 0,1 1,-1-1,0 0,1 0,-1 0,0 0,1 0,-1 0,0 0,1 0,-1 0,0 0,1 0,-1 0,0 0,1 0,-1-1,1 1,-1 0,0-1,1 1,-1 0,1-1,-288 7,190-9,28 2,13 0</inkml:trace>
  <inkml:trace contextRef="#ctx0" brushRef="#br0" timeOffset="3962.365">32091 6307,'0'799,"-6"-735,5-64,0 1,0-1,0 0,0 0,0 1,0-1,0 0,0 0,0 0,0 0,0 0,0 0,0 0,0 0,0-1,0 1,0 0,0-1,0 1,0-1,0 1,0-1,1 1,-1-1,0 1,0-1,0 0,1 1,-1-1,0 0,1 0,-1 0,1 0,-1 0,1 1,-1-1,1 0,-1 0,1 0,0-1,-17-28,2 0,1-2,1 0,2 0,1-1,2 0,1-1,2 0,1 0,2 0,1-1,2 0,-4-9,0 24,1-1,1 1,1-1,0 0,2 0,0 1,1-1,1 1,2 0,-1 0,2 0,1 1,4-8,-5 20,1 0,0 1,0 0,0 0,1 0,-1 1,1 1,0 0,1 0,-1 0,1 1,0 1,0 0,0 0,0 1,0 0,0 0,0 1,0 1,0 0,0 0,0 1,0 0,0 1,-1 0,5 2,-10-4,0 0,0 1,0 0,1-1,-2 1,1 1,0-1,0 1,-1-1,1 1,-1 0,0 0,0 0,0 1,-1-1,1 1,-1 0,1 0,-1-1,0 1,-1 1,1-1,-1 0,0 0,0 1,0-1,0 0,-1 1,0-1,0 1,0-1,0 0,-1 1,0-1,0 0,0 1,0-1,-1 0,1 0,-1 0,0 0,-1 0,1 0,0-1,-1 1,0-1,0 1,0-1,-1 0,-39 17,36-18,1 0,-1 1,1 0,0 0,0 0,0 1,0 0,0 0,1 0,0 1,0 0,0 0,0 0,-2 5,6-6,0 1,1-1,0 1,-1-1,2 1,-1-1,0 1,1-1,0 1,0-1,0 1,1-1,-1 0,1 0,0 1,1-1,-1-1,0 1,1 0,0-1,0 1,0-1,2 2,3 5,233 278,-236-280,1-1,0 0,0 0,0-1,1 0,0 0,0 0,1-1,0 0,0-1,0 0,0 0,1 0,-1-1,1-1,0 1,0-1,8 0,-1-1,0-1,-1-1,1 0,-1-2,1 1,-1-2,0 0,0-1,0 0,1-2,27-13</inkml:trace>
  <inkml:trace contextRef="#ctx0" brushRef="#br0" timeOffset="4576.467">33461 6079,'-5'-4,"-1"1,1-1,-1 2,0-1,0 1,0 0,-1 0,1 0,0 1,-1 0,1 1,-1-1,1 1,-1 0,1 1,-1-1,1 1,0 1,-1-1,1 1,0 0,0 1,0-1,0 1,1 0,-3 2,-3 7,1 0,0 0,1 1,1 0,0 0,0 1,2 0,-1 1,2-1,0 1,1 0,0 1,2-1,-1 1,2-1,0 10,-13 129,7 1,8 79,0-185,-1-24,-2 1,1 1,1-1,1 1,1-1,1 0,2 0,1 0,1 0,0-1,2 0,2 0,0-1,1-1,14 20,-17-35,1-1,0-1,0 0,1 0,-1-1,1 0,0 0,1-2,-1 1,1-2,0 1,0-1,0-1,0 0,0-1,0-1,-1 1,1-2,0 0,1 0,0-3,0 0,0-1,0 0,-1-1,0-1,0 0,-1 0,0-1,0-1,-1 0,-1 0,1-1,-2 0,1 0,-2-1,3-5,-1 5,29-42</inkml:trace>
  <inkml:trace contextRef="#ctx0" brushRef="#br1" timeOffset="-202101.98">1697 1113,'0'15,"0"19,10 23,3 21,9 18,6 5,-3-8,-5-16,-5-15,-2-14,-2-16</inkml:trace>
  <inkml:trace contextRef="#ctx0" brushRef="#br1" timeOffset="-201364.741">1812 998,'16'-57,"2"-87,-17 143,0-1,0 1,-1 0,1 0,0-1,0 1,0 0,0 0,0 0,0 0,0 0,1 0,-1 1,0-1,1 0,-1 0,0 1,1-1,-1 1,1-1,-1 1,1 0,-1 0,1-1,-1 1,1 0,-1 0,1 1,-1-1,0 0,1 0,-1 1,1-1,-1 1,1-1,-1 1,1 0,127 71,-89-36,-1 2,-2 1,-2 2,-1 1,-3 1,-1 2,-3 2,-1 0,-2 2,-3 0,-2 1,12 49,0 4,-5 1,-4 1,-5 1,-4 1,-5 0,-5 67,-4-161,2-9,0 1,0-1,-1 0,1 0,-1 1,0-1,0 0,-1 0,0 1,1-1,-1 0,0 0,-1 0,1 0,-1 0,0 0,0 0,0-1,0 1,-1-1,0 1,1-1,-1 0,0 0,-1 0,1-1,0 1,-1-1,0 1,0-1,-91-4,65-2</inkml:trace>
  <inkml:trace contextRef="#ctx0" brushRef="#br1" timeOffset="-196951.494">11600 5365,'-1'1,"1"0,-1 0,0 1,0-1,0 0,0 0,1 1,-1-1,1 0,-1 1,1-1,-1 0,1 1,0-1,0 1,0-1,0 1,0-1,0 1,0-1,0 0,0 1,1-1,-1 1,1-1,-1 0,1 1,-1-1,1 0,0 0,-1 1,1-1,0 0,0 0,0 0,0 0,0 0,0 0,1 0,-1 0,0-1,0 1,1 0,-1 0,64 32,-5-17,1-2,0-3,0-2,1-4,1-1,50-6,-73 2,1333-2,-1233-15,-108 5</inkml:trace>
  <inkml:trace contextRef="#ctx0" brushRef="#br1" timeOffset="-196119.306">12799 5451,'3'58,"3"0,2 0,9 31,-5-28,180 987,-152-825,-39-176,-18-45,-51-96,-99-264,149 304,3-1,3-1,2 0,2-1,3-11,-6-32,11 100,0 0,0 0,1 0,-1 0,0 0,1 0,-1 0,0 0,1 0,-1-1,3 11,125 408,-46-180,-46-143,-3 2,-5 1,-2 17,-19-71</inkml:trace>
  <inkml:trace contextRef="#ctx0" brushRef="#br1" timeOffset="-195563.807">12143 7305,'4'5,"8"7,5 1,10-2,10-2,19-4,4-1,11-3,8 0,11-1,4-1,0 1,24-1,-4 1,-2 0,-10-1,-12 1,-23 0</inkml:trace>
  <inkml:trace contextRef="#ctx0" brushRef="#br1" timeOffset="-194722.59">12285 7363,'1'4,"0"0,0 0,0-1,1 1,-1-1,1 1,0-1,0 1,0-1,1 0,-1 0,1 0,0-1,-1 1,1 0,0-1,4 2,3 5,310 239,-40 64,-201-239,-76-71,0-1,0 1,0-1,1 0,-1 0,0 0,0 0,1 0,-1-1,1 0,-1 1,0-1,1-1,-1 1,1 0,-1-1,0 0,1 1,-1-1,0-1,0 1,0 0,0-1,0 0,0 1,0-1,0 0,-1-1,1 1,1-2,14-18,0 0,-2-1,0-1,-2-1,-1 0,0-1,-2 0,-1-1,8-14,112-235,-114 243,-4 5</inkml:trace>
  <inkml:trace contextRef="#ctx0" brushRef="#br1" timeOffset="-198192.977">5779 2967,'23'12,"94"-1,824-2,-628-11,134 2,-429 0,-15 1,0 0,0 0,1-1,-1 1,1-1,-1 0,0 0,1 0,-1 0,1-1,-1 1,0-1,1 0,-1 0,0 0,0 0,1-1,-1 1,0-1,-1 0,1 0,0 0,0 0,-1 0,1-1,-1 1,0-1,0 1,0-1,0 0,0 0,0-1,1-163,4 114,-2 5,3 0,1 1,3 0,10-23,-22 66,1 1,0-1,0 1,1 0,-1 0,1 0,-1-1,1 1,0 1,0-1,0 0,0 0,1 1,-1 0,1-1,0 1,0 0,-1 0,1 0,1 1,-1-1,0 1,0-1,0 1,1 0,-1 0,1 1,-1-1,0 1,1 0,-1-1,1 2,-1-1,1 0,-1 1,1-1,-1 1,0 0,1 0,-1 1,0-1,2 2,23 14,-1 2,-1 1,0 1,-2 2,-1 0,-1 1,0 1,12 22,-31-43,300 414,-303-417,0 0,1 0,-1 0,0 0,1 0,-1 0,1-1,-1 1,1 0,-1 0,1 0,-1-1,1 1,0 0,-1-1,1 1,0 0,0-1,0 1,-1-1,1 0,0 1,0-1,0 1,0-1,0 0,0 0,0 0,0 1,0-1,0 0,0 0,0 0,-1 0,1-1,0 1,0 0,0 0,0-1,0 1,0 0,0-1,0 1,0-1,-1 1,1-1,0 1,0-1,-1 0,1 1,0-1,-1 0,1 0,-1 1,1-1,-1 0,1 0,-1 0,1 0,-1 0,0 1,0-1,1-1,58-148,42-176,-98 317,1-7,0-1,2 0,0 1,0 0,2 1,0-1,1 2,9-13,-16 25,0 0,-1 0,1 0,0 1,0-1,0 0,1 1,-1 0,0 0,0-1,1 1,-1 1,1-1,-1 0,1 1,-1-1,1 1,-1-1,1 1,0 0,-1 0,1 1,-1-1,1 0,-1 1,1 0,-1-1,1 1,-1 0,0 0,1 0,-1 1,2 0,61 62,-35-21,-3 1,-2 2,-2 0,18 48,26 54,-64-140,-2-6,-1 0,1 0,-1 0,1 0,0 0,-1 1,1-1,0 0,1-1,-1 1,0 0,0 0,1 0,-1-1,1 1,0-1,-1 1,1-1,0 0,0 1,0-1,0 0,0 0,0-1,0 1,0 0,0-1,0 1,0-1,1 1,-1-1,0 0,0 0,1 0,-1 0,0-1,0 1,0-1,1 1,9-9,0 0,-1-1,1 0,-2 0,0-1,0-1,-1 0,0 0,2-6,178-303,78-78,-265 395,60-68,-61 70,1 0,0 0,0 0,0 0,0 1,0-1,0 1,1 0,-1 0,0 0,1 0,-1 0,1 0,-1 0,1 1,0-1,-1 1,1 0,-1 0,1 0,0 0,-1 0,1 1,-1-1,1 1,-1-1,1 1,-1 0,1 0,-1 0,2 2,3 4,0 1,0 0,-1 1,0 0,0 0,-1 0,0 1,-1-1,0 1,0 0,-1 0,-1 1,2 8,2 3,14 56,-13-44,1-1,2 0,1 0,1-1,2-1,2 0,14 22,-22-44,0 0,0 0,1-1,0 0,0 0,1-1,0-1,1 1,-1-1,1-1,0 0,1-1,-1 0,1-1,9 2,187 11,-186-16,1325-9,-754 9,-574 0,-15-1,0 0,0 1,0-1,0 1,0 0,0 0,0 0,1 0,-1 1,-1 0,1 0,0 0,0 0,0 1,0-1,-1 1,1 0,-1 0,1 0,-1 1,0-1,0 1,0-1,0 1,0 0,-1 0,1 1,1 2,2 14,-1 0,-1 0,-1 1,0-1,-2 0,0 20,-1-39,0 562,6 129,34-164,-38-492</inkml:trace>
  <inkml:trace contextRef="#ctx0" brushRef="#br1" timeOffset="-197590.805">11429 4708,'1918'0,"-1895"0</inkml:trace>
  <inkml:trace contextRef="#ctx0" brushRef="#br1" timeOffset="-192818.053">9460 1113,'16'226,"6"-112,5 0,4-2,43 98,-67-188,-23-49,-12-27,4 0,1-2,3-1,-2-18,9 25,2-2,2 1,2-2,3 1,1 0,4-2,-1 49,0 0,0 0,1 0,0 0,0 0,0 0,1 0,-1 1,1-1,1 0,-1 1,0 0,1-1,0 1,0 0,0 1,1-1,-1 0,1 1,0 0,0 0,0 0,0 0,0 1,1-1,-1 1,1 0,0 1,0-1,-1 1,1 0,0 0,5 0,104 5,-110-3,-1 0,1 0,-1 0,1 1,-1-1,1 1,-1 0,0 0,0 1,0-1,0 1,0-1,0 1,-1 0,0 0,1 0,-1 0,0 0,0 1,-1-1,1 1,-1-1,0 1,1-1,-2 1,1 0,0 0,-1 1,-1-1,0 0,0-1,0 1,-1 0,1-1,-1 1,0-1,0 0,0 0,-1 0,1 0,-1 0,0 0,0-1,0 1,0-1,0 0,0 1,-1-2,1 1,-1 0,1-1,-1 1,0-1,1 0,-1-1,0 1,0 0,0-1,0 0,1 0,-1 0,0-1,0 1,-2-1,-10 2,10 0,5-1,0-1,1 1,-1 0,0 0,0 0,0-1,0 1,1 0,-1 0,0 0,0 1,0-1,0 0,1 0,-1 0,0 0,0 1,0-1,1 1,-1-1,0 0,0 1,1-1,-1 1,0-1,1 1,-1 0,1-1,-1 1,1 0,-1-1,1 1,-1 0,1 0,0-1,-1 1,1 0,0 0,0 0,-1-1,1 1,0 0,0 0,0 0,0 0,0-1,0 1,0 0,0 0,1 0,-1 0,0-1,0 1,1 0,-1 0,1 0,111 130,261 238,81 134,-441-489,6 7,1-1,1-1,0-1,1-1,1-1,1-1,22 11,-41-24,-1 0,1 0,0 0,0 0,0-1,0 0,0 0,0 0,0-1,0 0,0 0,0 0,1 0,-1-1,0 0,0 0,0 0,0-1,-1 1,1-1,0 0,-1-1,1 1,-1-1,0 0,4-3,58-103,-59 94,147-350,-98 222,-40 116</inkml:trace>
  <inkml:trace contextRef="#ctx0" brushRef="#br1" timeOffset="-191377.992">14710 4794,'-2'-32,"-2"0,-2 1,0-1,-3 1,0 1,-2-1,-1 2,-1-1,-2 2,-1 0,-1 1,-1 0,-7-5,23 27,-1 0,0 0,0 0,0 1,0-1,-1 1,0 0,0 0,0 0,0 0,-1 1,1-1,-1 1,0 1,0-1,0 1,0-1,-1 1,1 1,-1-1,1 1,-1 0,1 0,-1 1,0 0,1 0,-1 0,0 0,1 1,-1 0,1 0,-1 1,1-1,-1 1,1 0,0 1,0-1,0 1,0 0,1 1,-1-1,-2 3,-5 13,2 0,0 1,1-1,1 2,1-1,1 1,1 0,0 1,2-1,0 1,1 9,-9 116,5 0,12 106,-6-251,0 21,0 0,1 0,2 0,0 0,1 0,2-1,0 0,1 0,2 0,0-1,5 9,-5-24,-1 1,1-1,0-1,0 1,1-2,0 1,0-1,0-1,0 0,0 0,1-1,-1 0,1-1,-1 0,1-1,0 0,-1 0,1-1,0-1,-1 0,1 0,-1-1,0 0,0-1,1-1,12-4,-1-1,0-1,0-1,-2 0,1-2,-1-1,-1 0,-1-1,0-1,-1-1,-1 0,-1-2,-1 1,0-2,-1 0,-2 0,0-1,0-4,4-14</inkml:trace>
  <inkml:trace contextRef="#ctx0" brushRef="#br1" timeOffset="-172338.206">12513 2683,'59'1,"0"-3,-1-2,1-2,45-13,38-24,-2-6,79-43,-39 16,48-18,-74 1,-131 77</inkml:trace>
  <inkml:trace contextRef="#ctx0" brushRef="#br1" timeOffset="-171659.064">13913 942,'159'293,"-60"-100,181 255,0 13,-274-451,31 35,-36-44,0-1,0 1,0-1,0 1,0-1,0 1,0-1,0 0,0 0,0 1,0-1,0 0,1 0,-1 0,0 0,0 0,0-1,0 1,0 0,0 0,0-1,0 1,0 0,0-1,0 1,0-1,0 0,0 1,0-1,-1 0,1 1,0-1,0 0,-1 0,1 0,0 0,-1 0,1 1,-1-1,1 0,-1 0,0 0,1-1,-1 1,0 0,0 0,1 0,24-63,-2-1,-3-2,3-27,3-8,135-594,-70 305,-41 123,-43 238</inkml:trace>
  <inkml:trace contextRef="#ctx0" brushRef="#br1" timeOffset="-170138.835">15396 1513,'-4'1,"-1"1,0-1,1 1,-1 0,1 1,0-1,-1 1,1 0,1 0,-1 0,0 0,1 1,-1-1,1 1,0 0,0 0,1 0,-1 1,1-1,0 0,0 1,0 0,1-1,0 1,0 0,0 0,0 0,1 0,0 0,0 0,0-1,0 1,1 0,1 3,-3-4,-5 53,3 1,1-1,4 0,2 1,2-1,3-1,2 1,10 23,41 35,-59-111,0 0,1-1,0 1,-1-1,1 1,1-1,-1 0,0-1,1 1,-1-1,1 0,0 0,-1 0,1-1,0 0,0 1,0-2,0 1,1-1,-1 0,0 0,0 0,0 0,0-1,0 0,0-1,-1 1,1-1,-1 0,1 0,-1-1,0 1,0-1,0 0,-1 0,1 0,0-1,-1 1,0-1,0 0,0 1,-1-2,1 1,-1 0,0 0,0-1,0 1,-1-1,1 0,-1 0,16-124,-22-247,4 353,-1 0,-2-1,0 2,-2-1,0 0,-1 1,-3-3,7 18,0-1,-1 1,0 0,-1 0,1 0,-1 0,-1 1,1 0,-1 0,0 0,-1 1,1 0,-1 0,0 0,0 1,-1 0,1 1,-1-1,0 2,1-1,-7 0,8 0,0 1,0 0,1 1,-1 0,0 0,-1 0,1 1,0-1,0 2,0-1,0 0,0 1,0 1,0-1,0 1,0 0,0 0,1 0,-1 1,1 0,0 0,0 0,0 1,0 0,0 0,1 0,-3 3,3 2,1-1,0 2,1-1,0 0,0 0,1 1,0-1,1 1,0-1,0 1,1-1,0 1,1-1,0 0,0 0,1 0,0 0,1 0,0 0,0-1,2 3,-2-8,0-1,0 1,0-1,0 0,0 0,0 0,0-1,1 1,-1-1,1 0,-1 0,1-1,-1 0,1 1,-1-1,1-1,0 1,-1-1,1 1,-1-1,0-1,1 1,-1-1,0 1,0-1,1 0,-2-1,1 1,0-1,0 0,-1 1,3-4,53-36,-2-3,-1-2,-3-2,-2-3,-2-2,-3-2,8-17,-27 38,-16 18,1 1,1-1,1 2,0 0,0 1,2 0,0 1,0 1,2 0,6-3,-19 15,1-1,0 1,-1 0,1 0,-1 1,1-1,0 1,-1 1,0-1,1 1,-1 0,0 0,0 0,0 1,0 0,0 0,-1 0,1 0,-1 1,0 0,0 0,0 0,0 0,-1 0,0 1,0 0,0 0,0 0,-1 0,0 0,0 0,0 1,15 33,-1 1,-2 0,-2 1,-2 0,5 40,3 9,53 177,-12-163,-58-102,1-1,0 1,-1-1,1 0,0 1,0-1,0 0,0 0,0 0,0-1,0 1,0 0,0-1,0 1,0-1,1 0,-1 0,0 0,0 0,0 0,1 0,-1 0,0-1,0 1,0-1,0 0,0 1,0-1,0 0,0 0,0-1,0 1,0 0,-1 0,1-1,0 1,-1-1,1 0,-1 1,0-1,1-1,51-81,-25 11,-3-1,-3-1,-3-1,1-30,-4 26,-15 76,-1 2,0 0,-1-1,1 1,0-1,0 1,1-1,-1 1,0-1,1 1,0-1,-1 1,1 0,0-1,0 1,0 0,1 0,-1 0,1 0,-1 0,1 0,-1 0,1 0,0 0,0 1,0-1,0 1,0 0,0-1,0 1,1 0,-1 0,0 0,1 1,-1-1,1 0,-1 1,1 0,-1 0,1-1,2 5,0 0,0 0,0 0,-1 1,0 0,1 0,-2 0,1 0,0 0,-1 1,0-1,0 1,-1 0,1 1,45 89,-30-57,0-1,3-1,1 0,2-2,1-1,2 0,-23-29,0 0,1 0,-1-1,1 1,0-1,0 0,0-1,1 1,-1-1,1 0,0 0,0-1,0 0,0 0,0 0,1-1,-1 1,0-2,1 1,-1-1,1 0,-1 0,1-1,-1 0,0 0,1 0,-1-1,0 0,6-2,37-30,-7-7</inkml:trace>
  <inkml:trace contextRef="#ctx0" brushRef="#br1" timeOffset="-169613.083">17365 0,'0'49,"3"1,1-1,3 0,5 18,141 694,-132-645,6-2,24 64,3-9,41 126,42 65,-73-240,-63-119,-1 0,1 0,0 0,-1 0,1 0,0 0,-1 0,1 0,0 0,0 0,0-1,0 1,0 0,0-1,0 1,0-1,0 1,1-1,-1 1,0-1,0 0,0 1,0-1,1 0,-1 0,0 0,0 0,0 0,1 0,-1-1,0 1,0 0,0 0,1-1,-1 1,0-1,0 1,0-1,0 0,0 1,0-1,0 0,0 0,0 1,-1-1,2-1,22-57,24-206,-36 180</inkml:trace>
  <inkml:trace contextRef="#ctx0" brushRef="#br1" timeOffset="-169112.839">17022 971,'27'17,"226"-7,-166-9,1-3,-1-4,0-3,-1-5,0-3,-2-4,7-6,-37 3,-2-2,0-3,-2-1,-1-3,-2-2,37-35,-53 43</inkml:trace>
  <inkml:trace contextRef="#ctx0" brushRef="#br1" timeOffset="-168118.864">6179 2940,'-35'57,"-95"211,-7 52,62-133,-8-4,-8-3,-93 134,178-306,1 4,-2 0,0-1,0 0,-1 0,-1 0,1-1,-2-1,1 0,-1 0,-1 0,0-2,0 1,0-1,-1-1,0 0,0-1,0 0,-1-1,-5 1,12-5,-1 0,1-1,-1 0,1-1,0 1,-1-1,1-1,0 1,0-1,1 0,-1 0,1-1,-1 1,1-1,0 0,0-1,-44-39</inkml:trace>
  <inkml:trace contextRef="#ctx0" brushRef="#br1" timeOffset="-167736.214">4751 3766,'18'60,"186"559,-132-383,1 6,46 88,-117-323,1 2,0-1,0 1,1-1,1 1,-1-1,1 0,0-1,1 1,0-1,0 0,0-1,7 6,32-13,-23-13,0 0,-1-1,0-1,-2-1,0-1,13-15,209-257,-108 122,-81 104,-11 14</inkml:trace>
  <inkml:trace contextRef="#ctx0" brushRef="#br1" timeOffset="-167140.635">2354 5336,'4'8,"90"89,231 263,-17 13,47 101,-277-369,-22-50,-55-55,0 1,0-1,0 1,0-1,1 0,-1 1,0-1,0 0,0 0,0 0,1 0,-1 0,0 0,0 0,0-1,0 1,1 0,-1 0,0-1,0 1,0-1,0 1,0-1,0 0,0 1,0-1,0 0,0 0,0 0,-1 1,1-1,0 0,-1 0,1 0,0 0,-1 0,1 0,-1-1,1 1,28-96,0-82,9-78,62-381,99-713,-186 1254,-3 38</inkml:trace>
  <inkml:trace contextRef="#ctx0" brushRef="#br1" timeOffset="-166756.572">4124 5993,'0'5,"4"6,8 11,5 7,5 13,9 13,8 4,13 4,2 8,-4-10,-9-18,-13-28,-10-40,-9-30,-6-6</inkml:trace>
  <inkml:trace contextRef="#ctx0" brushRef="#br1" timeOffset="-166013.286">4266 5279,'-5'0,"-6"0,-7 0,0 10,4 8,3 10,4-9,4-22,1-16,2-14,0-1</inkml:trace>
  <inkml:trace contextRef="#ctx0" brushRef="#br1" timeOffset="-165308.244">4438 5765,'2'30,"2"0,1 0,2 0,1-1,1 0,11 24,-17-45,2 8,1 0,1-1,0 1,1-1,0 0,1-1,1 0,4 4,-13-17,-1-1,0 1,1-1,0 1,-1-1,1 1,-1-1,1 0,-1 1,1-1,0 0,-1 1,1-1,0 0,-1 0,1 0,0 1,-1-1,1 0,0 0,0 0,-1 0,1 0,0-1,-1 1,1 0,0 0,-1 0,1 0,0-1,-1 1,1 0,0-1,-1 1,1 0,-1-1,1 1,-1-1,1 1,-1-1,1 1,-1-1,1 0,-1 1,0-1,1 1,-1-1,0 0,0 1,1-1,-1 0,0 1,0-1,0 0,0 1,0-1,0 0,9-46,0-293,-9 334,1 0,0 0,0 1,1-1,0 1,0-1,0 1,0 0,1-1,0 1,0 0,0 1,0-1,1 1,0-1,0 1,0 0,1 1,-1-1,1 1,0 0,0 0,0 0,0 0,1 1,-1 0,1 0,-1 1,1 0,-1 0,1 0,0 0,0 1,-1 0,2 0,7 2,0 0,0 1,-1 1,1 0,-1 1,0 0,0 1,0 0,-1 1,0 1,-1 0,1 0,-1 1,-1 1,5 5,137 168,58 114,-133-218,-75-77,1-1,-1 1,0-1,1 0,-1 1,1-1,-1 0,1-1,-1 1,1 0,0-1,-1 1,1-1,0 0,-1 0,1 0,0 0,0-1,-1 1,1-1,-1 1,1-1,0 0,-1 0,1 0,-1-1,0 1,1 0,-1-1,0 0,0 1,0-1,0 0,0 0,0 0,-1 0,1-1,67-137,-52 95,69-124,-61 133</inkml:trace>
  <inkml:trace contextRef="#ctx0" brushRef="#br1" timeOffset="-153151.492">20448 1113,'849'-1,"-797"1,-1-3,0-1,0-3,0-2,0-3,-6-6,-12-2</inkml:trace>
  <inkml:trace contextRef="#ctx0" brushRef="#br1" timeOffset="-151694.195">21046 1113,'2'-3,"-1"1,1-1,-1 1,1-1,0 1,0 0,0 0,0 0,0 0,0 0,1 0,-1 1,1-1,-1 1,1-1,0 1,-1 0,1 0,0 0,0 1,0-1,0 1,0-1,0 1,-1 0,1 0,0 0,0 1,0-1,0 1,0 0,0-1,-1 1,1 0,0 1,-1-1,1 0,0 1,1 1,6 7,-1 1,0 0,0 1,-1 0,0 0,-1 0,-1 1,0 1,-1-1,2 6,54 152,-7 2,-8 2,-7 2,-8 1,-8 2,-8 1,4 94,-27-199,8-75,-1 0,1 0,-1 0,1 0,-1 0,1 0,-1 0,1 0,-1 0,0 0,0 0,0 0,1 0,-1-1,0 1,0 0,0-1,0 1,0 0,0-1,0 0,-1 1,1-1,0 1,0-1,0 0,0 0,-1 0,1 0,0 0,0 0,0 0,0 0,-1 0,1 0,0-1,0 1,0-1,0 1,0 0,0-1,0 0,0 1,0-1,0 0,0 1,0-1,0 0,0 0,1 0,-1 0,0 0,0 0,1 0,-1 0,1 0,-1 0,1 0,0 0,-1 0,1 0,0-1,0 1,-23-30,1 0,1-2,2 0,-8-22,-2-2,-24-49,5-3,5-1,4-2,6-1,-11-72,-22-172,64 318,2 39,0 1,0-1,0 0,0 1,1-1,-1 1,0-1,0 0,1 0,-1 1,0-1,0 0,1 1,-1-1,0 0,1 0,-1 0,1 1,-1-1,0 0,1 0,-1 0,0 0,1 0,-1 0,1 0,-1 0,0 0,1 0,-1 0,1 0,-1 0,0 0,1 0,-1 0,1 0,-1 0,0 0,1-1,-1 1,0 0,1 0,-1-1,65 160,186 455,-93-60,-75-294,-72-231,-27-48,-77-178,-194-489,29-15,147 294,100 356</inkml:trace>
  <inkml:trace contextRef="#ctx0" brushRef="#br1" timeOffset="-150654.244">21875 1427,'34'-18,"4"16,0 2,1 2,-1 1,0 2,-1 2,1 1,-1 2,-1 1,0 2,0 2,-2 1,0 2,4 3,-23-13,657 319,-402-234,-268-94,0 1,0 0,0 1,0-1,0 0,0 0,0 1,0-1,-1 1,1 0,0 0,0-1,-1 1,1 0,-1 0,1 1,0-1,-1 0,0 0,1 1,-1-1,0 1,0-1,0 1,0 0,0-1,0 1,0 0,0 0,-1-1,1 1,-1 0,0 0,1 0,-1 0,0 0,0 0,0-1,0 1,0 0,-1 0,1 0,0 0,-1 0,0 0,0 0,-9 18,-2 0,0-1,-2-1,0 0,0-1,-18 15,11-10,-303 278,140-138,148-129</inkml:trace>
  <inkml:trace contextRef="#ctx0" brushRef="#br1" timeOffset="-149820.916">22959 1170,'2'-2,"0"1,1-1,-1 1,0 0,1 0,-1 0,1 1,-1-1,1 0,0 1,-1 0,1 0,-1 0,1 0,0 0,-1 0,1 0,-1 1,1 0,0-1,-1 1,1 0,45 13,-1 1,0 3,-2 2,0 2,-1 1,40 30,-16-13,54 33,4-5,3-6,23 3,73 5,-225-70,6 1,-1-1,0 1,0 0,0 1,0 0,0-1,0 2,0-1,0 0,-1 1,1 0,-1 0,0 0,0 1,0-1,0 1,-1 0,0 0,1 1,-1-1,-1 0,2 3,0 6,0 1,-2-1,1 1,-1 0,-1 0,-1 0,0 0,-1-1,0 1,-1 0,0 0,-1-1,-1 1,0-1,-1 0,-6 10,-11 22,-1-2,-3-1,-1-1,-5 2,-183 247,181-245</inkml:trace>
  <inkml:trace contextRef="#ctx0" brushRef="#br1" timeOffset="-148635.733">24528 1427,'2'-2,"-1"0,1 1,0-1,-1 1,1-1,0 1,0-1,0 1,0 0,0 0,0 0,1 0,-1 1,0-1,0 1,1-1,-1 1,0 0,1-1,-1 1,0 0,1 1,-1-1,0 0,0 1,1-1,0 1,1-1,181 9,-68-1,0-4,1-6,-1-6,18-6,126-34,-205 52,-55-3,0 0,1-1,-1 1,0 0,0 0,0-1,-1 1,1 0,0 0,0 0,0 0,-1 0,1 1,0-1,-1 0,1 0,-1 0,0 0,1 1,-1-1,0 0,0 0,1 1,-1-1,0 0,0 1,-1-1,1 0,0 0,0 1,-1-1,1 0,0 0,-1 1,1-1,-1 0,0 0,1 0,-1 0,0 0,-11 22,-2-1,0-1,-1 0,-2-1,0-1,0 0,-12 8,-5 6,25-23,-18 14,2 2,1 0,1 2,1 0,1 2,2 0,1 1,1 1,-8 24,12-9,3 2,1-1,2 2,3-1,2 0,2 1,2-1,3 11,-4-48,0-1,1 1,0 0,1-1,0 1,0-1,2 0,-1 0,2-1,-1 1,1-1,1 0,0 0,0-1,1 0,0-1,0 1,1-1,1-1,-1 0,1 0,0-1,0 0,1-1,4 2,13-2,0-2,-1 0,1-2,0-1,0-1,10-3,-16-2,0 0,0-2,-1 0,0-1,0-2,-1 0,0-1,-1-1,-1 0,0-2,0 0,-2-1,0-1,11-14,-10 10,-1-1,0-1,-2 0,0-1,6-19,7-9,-5 12</inkml:trace>
  <inkml:trace contextRef="#ctx0" brushRef="#br1" timeOffset="-147771.944">19933 1140,'207'23,"-63"-15,-1-6,1-7,110-18,-143 1,0-5,-2-5,-1-4,2-8,196-62,-145 66,-127 32</inkml:trace>
  <inkml:trace contextRef="#ctx0" brushRef="#br1" timeOffset="-163753.72">2239 12128,'10'0,"12"0,38 0,31 0,36 0,14 0,4 0,5 0,7 0,21 10,8 3,2 0,-21-3,-29-3,-33-2,-36-3</inkml:trace>
  <inkml:trace contextRef="#ctx0" brushRef="#br1" timeOffset="-163010.879">3923 9988,'15'23,"-2"0,0 1,-1 1,-2 0,7 22,-9-23,26 83,-6 2,4 43,-6-28,1 30,-7 2,-3 53,-11-127,3 444,-11-312,2-214</inkml:trace>
  <inkml:trace contextRef="#ctx0" brushRef="#br1" timeOffset="-161919.908">3810 9646,'20'1,"1"1,-1 1,0 0,0 2,0 0,0 2,-1 0,0 1,13 7,37 17,2-3,1-4,1-2,2-4,-1-3,2-3,61 2,391 6,30 17,-553-38,0 0,0 0,0 0,0 1,0 0,0 0,0 0,0 0,0 1,0 0,-1 0,1 0,-1 1,1-1,-1 1,0 0,0 1,0-1,-1 1,1-1,-1 1,0 0,0 0,0 0,0 1,-1-1,0 1,0 0,1 1,3 16,0 1,-2-1,0 1,-2 0,0 1,-1-1,-2 1,4 59,125 641,-74-172,-27-329,-22-191,-2-4</inkml:trace>
  <inkml:trace contextRef="#ctx0" brushRef="#br1" timeOffset="-161413.481">6120 11872,'1'2,"0"-1,0 1,0-1,0 1,0-1,0 0,1 0,-1 1,0-1,1 0,-1 0,0 0,1-1,-1 1,1 0,0-1,-1 1,1 0,0-1,-1 0,1 1,0-1,-1 0,1 0,0 0,-1 0,3-1,0 2,351 6,1663-8,-1975 1</inkml:trace>
  <inkml:trace contextRef="#ctx0" brushRef="#br1" timeOffset="-160749.169">7976 9502,'32'106,"93"232,-16 6,-8 33,-77-265,-6 1,-5 0,-4 1,-6 58,-4-127,3-1,1 1,2-1,10 37,64 318,-40-297,-45-96,-41-54,22 7</inkml:trace>
  <inkml:trace contextRef="#ctx0" brushRef="#br1" timeOffset="-158620.039">7918 9588,'1984'0,"-1841"-4,-1-6,27-10,21 1,-182 21,0 1,0 1,0-1,0 1,-1 0,1 1,-1 0,0 0,0 1,-1 0,0 0,0 0,0 1,-1 0,0 0,0 0,-1 0,1 1,-2 0,1 0,-1 0,-1 0,1 1,-1-1,-1 1,0 0,0-1,0 5,22 112,-6 1,-5 0,-5 1,-8 48,2-162,-5 1048,4-1058,-1 45,2 1,3-1,2 0,2 0,2-1,2 1,36 86,-47-128,1-1,0 0,0 0,0 0,1 0,-1-1,1 1,0-1,1 1,-1-1,1 0,0 0,0-1,0 1,0-1,1 0,-1 0,1 0,0-1,0 0,0 1,0-2,0 1,0-1,1 1,-1-2,1 1,31 1,-1-2,1-2,0-1,-1-2,0-1,17-7,12 0,372-57,2 18,3 20,259 20,-203 17,-493-4,0 0,-1 0,1-1,0 1,0-1,0 0,0 0,0-1,0 1,0-1,0 0,0-1,-1 1,1-1,0 0,-1 0,0 0,1-1,-1 1,0-1,0 0,0 0,-1-1,1 1,-1-1,0 0,0 0,0 0,0 0,-1 0,1-1,-1 1,0-1,-1 0,2-3,0-30,-1 1,-2-1,-2 1,-1 0,-2-1,-1 1,-2 1,-2-1,-1 2,-2-1,-10-17,-3-22,-65-234,2-53,84 343,-29-126,-159-617,152 607,39 153,1-1,-1 0,1 0,0 0,0 0,0 0,1 0,-1 0,0 0,1-1,0 1,0 0,0 0,0 0,1 0,-1-1,1 1,0 0,0 0,0 0,0 0,0 0,1 0,-1 1,1-1,0 0,0 1,0-1,0 1,0 0,1-1,-1 1,0 0,1 1,0-1,-1 0,1 1,0-1,0 1,0 0,2-1,16-1,1 2,-1 0,0 0,0 2,0 1,1 1,7 2,34 3,339 22,1-17,94-22,-7-29,-2-22,224-66,-674 118,83-4,-117 13,-1 1,1 0,-1 0,0 0,0 0,0 0,0 1,0-1,0 1,-1 0,1 0,-1 0,0 0,0 0,0 0,0 1,0-1,-1 1,1-1,-1 1,0-1,-1 1,1 0,0 0,-1 0,0-1,0 1,0 0,-1 1,7 71,-4 0,-8 74,2-50,-17 1269,19-1287,4 0,4 0,3 0,4-1,3 0,4-1,8 14,-25-84,0 0,0-1,1 1,0-1,1 0,0 0,1 0,0 0,0-1,1 0,0 0,0-1,0 0,1 0,0-1,1 0,0 0,-1-1,2 0,8 3,149 12,797-26,1301 2,-1958 14,-242 3</inkml:trace>
  <inkml:trace contextRef="#ctx0" brushRef="#br1" timeOffset="-157531.455">3866 12300,'-22'64,"9"-2,3-1,2 1,4 0,2 1,3 26,12-2,-12-85,0 0,-1 0,1 0,0 0,0 0,0 0,0-1,0 1,1 0,-1-1,0 1,1-1,-1 0,1 1,-1-1,1 0,0 0,0 0,-1 0,1 0,0 0,0-1,0 1,0 0,0-1,0 0,0 1,0-1,0 0,0 0,0 0,0-1,0 1,0 0,0-1,0 1,0-1,0 0,0 1,0-1,1-1,16-9,0-1,-1-1,-1-1,0 0,0-1,-2-1,0 0,0-1,-2-1,0-1,-1 1,7-17,-10 19,0-1,-1 0,-1 0,-1-1,0 0,-1 0,-1-1,-1 1,0-1,-2 1,0-1,-1 0,-1 0,-1 1,-3-16,4 29,0 0,-1 0,0 0,0 0,0 1,0-1,-1 1,0-1,0 1,0 0,-1 0,1 0,-1 0,0 1,0 0,0-1,0 2,-1-1,1 0,-1 1,0 0,1 0,-1 0,0 0,0 1,-1 0,1 0,0 1,0-1,0 1,-5 0,-29 0,2 1</inkml:trace>
  <inkml:trace contextRef="#ctx0" brushRef="#br1" timeOffset="-157010.438">2525 8847,'10'5,"7"6,7 11,3 7,-2 3,-1 1,-5 0,-5-1,-5-1,-4 4,-3-5</inkml:trace>
  <inkml:trace contextRef="#ctx0" brushRef="#br1" timeOffset="-156190.962">3038 8790,'-1'83,"-2"-41,1 0,3 0,1 0,3-1,1 1,2-1,1 0,14 33,88 103,-111-175,0-1,1 1,-1-1,0 1,1-1,-1 0,1 1,0-1,-1 0,1 1,0-1,0 0,0 0,0 0,0 0,0 0,0 0,0 0,0 0,0 0,1 0,-1-1,0 1,0-1,1 1,-1-1,1 1,-1-1,0 1,1-1,-1 0,1 0,-1 0,1 0,-1 0,1 0,-1 0,1-1,-1 1,0 0,1-1,-1 1,0-1,1 0,-1 1,0-1,1 0,-1 0,0 0,0 0,0 0,0 0,0 0,0 0,0 0,0 0,-1-1,1 1,0 0,-1-1,1 1,-1-1,12-154,-13 115,-5-300,7 328,0 1,-1 0,-1-1,0 1,0 0,-1 0,-1 0,0 0,-1 0,0 0,-1 1,0 0,-1 0,0 0,0 1,-1 0,-1 0,0 1,0-1,-1 2,0-1,0 1,-1 1,-5-3,4 5,0 1,-1 0,1 1,-1 0,0 1,0 0,0 1,0 0,1 1,-1 1,0 0,0 0,0 1,0 1,1 0,-1 0,1 1,0 1,0 0,0 0,1 1,-1 0,2 1,-6 4,-4 12</inkml:trace>
  <inkml:trace contextRef="#ctx0" brushRef="#br1" timeOffset="-155583.376">2467 8646,'5'10,"1"13,6 27,18 38,6 25,1 11,-1 0,-2-2,-7-16,-7-8,-3-15,-4-17,-4-15,-4-11,2-8,1-8</inkml:trace>
  <inkml:trace contextRef="#ctx0" brushRef="#br1" timeOffset="-137939.963">5863 12271,'1'-2,"1"0,-1 0,1 0,0 0,0 1,-1-1,1 0,0 1,0 0,1 0,-1-1,0 1,0 0,1 1,-1-1,0 0,1 1,-1-1,0 1,1 0,-1 0,1 0,-1 0,2 0,-1 0,357-3,51 2,-295-32,-81 16</inkml:trace>
  <inkml:trace contextRef="#ctx0" brushRef="#br1" timeOffset="-137154.415">6348 12128,'3'26,"1"1,1-1,1-1,1 1,1-1,1 0,2-1,0 0,2 0,9 23,25 72,-6 1,8 53,-24-86,7 33,-4 0,1 51,-73-336,-12-36,12 49,-18-122,54 229,0 7</inkml:trace>
  <inkml:trace contextRef="#ctx0" brushRef="#br1" timeOffset="-136431.28">7690 12614,'-5'4,"-16"18,-14 23,-11 33,-17 18,-7 8,-12 0,-6 2,7-18,8-8,10-13,18-18</inkml:trace>
  <inkml:trace contextRef="#ctx0" brushRef="#br1" timeOffset="-135833.79">7204 13327,'57'-18,"-36"14,0 0,-1 2,1 0,0 1,0 1,19 2,-35 2,0-1,0 0,0 1,-1 0,0 0,1 1,-1-1,0 1,-1 0,1 0,-1 0,0 0,-1 1,1-1,-1 1,0-1,0 1,-1 0,0 0,0 0,0 0,0 0,-1 0,0 0,-1 0,1 0,-1 1,1 1,3 19,-1 0,-2 0,0 1,-2-1,-1 0,-1 0,-2 0,0-1,-2 0,-1 2,-4 0,18-18,94-44,322-162,-307 134</inkml:trace>
  <inkml:trace contextRef="#ctx0" brushRef="#br1" timeOffset="-135324.498">8775 12329,'2'-2,"0"0,0 0,0 0,0 0,0 1,0-1,0 1,1 0,-1-1,1 1,-1 0,1 0,-1 1,1-1,-1 0,1 1,0 0,-1 0,1-1,-1 1,2 1,0-2,36-2,1 2,-1 1,1 2,28 6,31 1,-10-2,1-4,0-4,-1-4,1-3,49-14,-98 12,-8 2</inkml:trace>
  <inkml:trace contextRef="#ctx0" brushRef="#br1" timeOffset="-134923.594">9489 12271,'-5'0,"-2"14,1 35,1 27,1 12,2 4,1 7,1-4,5-8,1-10,1-13,-2-12,-1-15</inkml:trace>
  <inkml:trace contextRef="#ctx0" brushRef="#br1" timeOffset="-134382.613">11544 12814,'0'0</inkml:trace>
  <inkml:trace contextRef="#ctx0" brushRef="#br1" timeOffset="-134114.38">12770 12699,'5'0,"7"0,10 0,7 0,3 0,6 0,-4 0</inkml:trace>
  <inkml:trace contextRef="#ctx0" brushRef="#br1" timeOffset="-133823.213">13997 12471,'10'0,"7"0,7 0,-1 0</inkml:trace>
  <inkml:trace contextRef="#ctx0" brushRef="#br1" timeOffset="-133551.539">14739 12415,'10'0,"3"0</inkml:trace>
  <inkml:trace contextRef="#ctx0" brushRef="#br1" timeOffset="-117292.535">4009 9646,'-1'175,"-21"148,-37 294,53-28,8-332,-1 40,1-283,0-1,1 1,1-1,0 0,1 0,0-1,1 0,0 0,1 0,0 0,1-1,9 9,12 21,31 103,-35-101,-1-6</inkml:trace>
  <inkml:trace contextRef="#ctx0" brushRef="#br1" timeOffset="-109461.092">7290 11929,'-131'-54,"103"45,-1 1,-1 1,1 2,-1 1,0 1,0 2,-1 1,-13 2,-2-2,-292 4,323-5,1 2,-1-1,0 2,0 0,1 1,-1 0,1 1,0 1,0 0,1 1,0 1,-1 0,2 0,-1 1,1 1,1 0,0 1,0 0,1 1,0 0,-8 11,-70 182,60-136,4 0,2 2,4 0,2 1,4 1,3 0,3 1,3 24,6 332,-3-408,2 0,0-1,1 0,1 0,1 0,1 0,1 0,0-1,1 0,1-1,1 0,1 0,1-1,0-1,1 0,1 0,10 12,2-1,1-2,1 0,1-2,1-1,1-2,1-1,17 7,160 94,-149-82,1-2,2-4,29 10,118 25,-177-62,0-1,0-2,0-1,0-1,17-4,-25 1,0-1,0-1,-1-1,0-1,0-1,-1-1,0-2,0 0,-1-1,-1-1,0-1,8-9,45-75,-53 63,-3-3,-3 0,-1-1,-1 0,-3-1,-1 0,-2-1,-1 0,-3 0,-1 0,-2-1,-2 1,-6-30,5-47,3 68,-1-1,-3 0,-2 1,-3 0,-8-28,-2 23,-2 1,-3 1,-2 0,-2 2,-3 2,-1 0,-3 3,-2 0,-1 3,-10-6,-117-75,40 37,91 58,17 12,0 1,-1 1,-1 1,0 1,-1 0,-1 1,1 1,-2 2,0 0,0 1,-19-4,1 7,0 1,0 3,-1 1,1 2,-5 2,33 0,-1-1,1 2,0-1,0 2,0 0,1 0,0 1,0 0,1 1,0 0,-3 4,0-2,-27 25,1 1,3 2,1 2,1 1,3 2,1 0,-7 19,21-29,1 1,1 0,2 1,2 1,-3 20,0 17,4 0,2 0,5 1,2 0,4 7,-1 65,-4-129,1 0,1 0,1 0,0-1,1 1,1-1,1 1,0-1,1 1,127 227,-117-219,0-2,2 0,1-1,1 0,1-2,9 7,58 62,42 51,-71-83,47 31,-85-77,1-1,0-1,1-1,0-1,0-1,0-1,1-1,0-1,-1-1,17-1,9 0,-21 0,-1-1,1-1,0-2,0 0,-1-2,8-3,-6-1,1 0,-1-3,-1 0,0-2,0 0,-2-3,0 0,11-10,146-107,-174 125,0 0,-1 0,1-1,-2 0,1 0,-2-1,1 0,-2 0,1-1,-1 1,-1-1,0 0,-1-1,0 1,0-7,3-195,-8 152,-4-417,5 443,-3 1,-1-1,-1 1,-2 0,-2 1,-1 0,-12-24,-199-429,205 454,-2 1,-1 1,-1 1,-1 1,-2 1,-24-22,-81-34,86 61,-227-131,254 146,0 1,0 0,0 1,-1 1,0 1,0 0,-1 1,1 1,0 0,-1 2,1 0,-1 1,1 0,-14 4,8 0,0 0,0 2,1 1,0 0,0 2,1 1,0 0,-2 4,-32 15,42-24,1 0,0 1,0 1,1 0,0 0,0 2,1-1,0 1,1 0,0 1,-4 7,-15 22,3 1,1 2,1 0,3 1,-1 10,15-28,1 0,1 1,2 0,1-1,1 1,1 0,2 8,0 33,3 314,45-214,-21-87,-6-3,-3 1,9 79,-26-137,0 1,1-1,1 0,1 0,1-1,10 19,56 162,34-6,-10 26,-88-201,2 0,0-1,1-1,1 0,1 0,1-2,11 11,-26-27,9 12,2-1,-1-1,1 0,1-1,0 0,0-1,1 0,-1-1,2-1,-1 0,1-1,0-1,0 0,0-1,2 0,278-8,-279 5,-1-1,1 0,-1-1,1-1,-1 0,0-1,0 0,0-2,0 0,-1 0,0-1,-1-1,1-1,-2 0,1 0,-1-1,0-1,-1 0,-1 0,5-7,47-54,-3-3,28-48,-71 96,0-1,-2-1,0 0,-3 0,0-2,-2 1,-1-1,-1 0,1-26,-4-337,-7 238,2-201,-4 321,-2 1,-1 0,-2 0,-1 0,-2 1,-1 1,-2 1,-1 0,-10-12,-10-26,-4-2,-3 3,-4 2,-2 1,-3 3,-57-52,78 84,-1 1,-2 3,-1 0,-33-17,34 29,-1 1,0 2,-1 2,0 1,-1 2,0 2,0 1,0 2,0 2,-1 1,-20 4,-25-3,63-1,0 1,0 0,1 2,-1 0,1 2,0 0,0 1,1 1,-7 4,5-3,0 0,1 1,0 0,1 2,0 1,1 0,0 1,1 1,1 1,0 0,1 1,1 0,1 2,-8 12,-73 206,80-191,3 1,1 0,3 1,2-1,1 1,3 0,2 0,4 21,-2 55,2 315,6-378,3-1,3-1,2-1,3 0,2-2,20 34,-33-68,0-1,2 0,0-1,1 0,1-1,1-1,1 0,13 10,353 306,-361-317,1 0,0-2,1 0,1-2,0-1,1-1,0-1,0-1,1-1,1-2,-1 0,1-2,12 0,514-10,-542 7,0-2,0 1,-1-1,1-1,0 0,-1-1,1 0,-1 0,0-2,0 1,0-1,-1-1,0 0,0 0,0-1,-1 0,0-1,0 0,-1-1,0 1,0-2,-1 1,0-1,-1 0,0 0,3-8,-2-11,-1 0,-1 0,-1 0,-2-1,-1 1,-1-1,-2-8,0 0</inkml:trace>
  <inkml:trace contextRef="#ctx0" brushRef="#br1" timeOffset="-104586.512">4009 9588,'2'1,"-1"0,1 1,0-1,-1 1,1-1,-1 1,1 0,-1 0,0-1,0 1,0 0,0 0,0 0,0 0,0 0,-1 1,1-1,-1 0,0 0,1 0,-1 0,0 1,0-1,0 0,-1 0,1 1,0 3,9 393,-10-268,0-25,-2 11,6 0,4 0,22 108,11 111,-29 103,28-218,-24-157,-4-17,-3 0,-2 1,-2 0,-2 0,-3 36,1-83,1 0,-1 0,1 0,-1 0,0 0,1 1,-1-1,0 0,0 0,0 0,0 1,0-1,0 0,0 0,0 0,-1 1,1-1,0 0,-1 0,1 0,-1 0,1 0,-1 0,0 0,1 0,-1 0,0 0,0 0,0 0,1 0,-1 0,0-1,0 1,0 0,0-1,0 1,-1-1,1 1,0-1,0 1,0-1,0 0,-1 0,1 1,0-1,0 0,0 0,-1 0,1 0,0-1,0 1,0 0,-1 0,1-1,0 1,0-1,0 1,0-1,0 1,0-1,0 0,0 1,0-1,0 0,0 0,-8-13,0 0,0-1,2 0,0 0,1-1,0 1,1-1,1-1,-2-12,1 7,-22-85,6-1,4-1,-2-95,13 69,-6 0,-17-70,8 52,8-1,6-1,10-85,-2 67,0 141,1-1,1 0,2 0,1 1,1 0,3 0,66-245,-42 223,-22 62,3 101,-11 521,-8-332,5 435,3-656,3 1,4-2,12 41,13 87,-32-168,-2-7</inkml:trace>
  <inkml:trace contextRef="#ctx0" brushRef="#br0" timeOffset="-87895.235">3980 12071,'2'1,"26"-4,-34-18,-89-61,95 81,0 0,0 1,0-1,0 0,0 1,1-1,-1 1,0-1,0 0,0 1,0-1,1 1,-1-1,0 0,1 1,-1-1,0 1,1-1,-1 1,1-1,-1 1,1 0,-1-1,1 1,-1-1,1 1,-1 0,1-1,0 1,-1 0,1 0,-1 0,1-1,0 1,-1 0,1 0,0 0,-1 0,1 0,-1 0,1 0,0 0,-1 1,1-1,0 0,-1 0,1 0,-1 1,1-1,0 0,-1 1,1-1,-1 0,1 1,-1-1,1 1,-1-1,0 1,1-1,-1 1,1-1,-1 1,0-1,0 1,1-1,-1 1,7 5,-1 0,0 1,0-1,-1 1,0 1,0-1,0 1,-1 0,0 0,-1 0,1 0,-2 0,1 1,-1 0,-1-1,1 1,-1 0,-1 0,0 0,0 1,1-7,-1-1,1 1,-1 0,0 0,0 0,0-1,0 1,0 0,0 0,-1 0,1-1,-1 1,0 0,0 0,0-1,0 1,-1-1,1 1,-1-1,1 0,-1 1,0-1,0 0,0 0,0 0,0 0,0-1,-1 1,1 0,0-1,-1 0,1 0,-1 1,0-1,1-1,-1 1,0 0,0-1,0 1,1-1,-1 0,0 0,0 0,0 0,1-1,-1 1,0-1,0 0,1 0,-2 0,-57-56,60 55,0 1,0-1,0 1,0-1,1 0,-1 1,0-1,1 0,-1 1,1-1,0 0,-1 0,1 0,0 1,0-1,0 0,1 0,-1 0,0 1,1-1,-1 0,1 1,-1-1,1 0,0 1,0-1,0 1,0-1,0 1,0-1,0 1,0-1,0 1,1 0,-1 0,1 0,-1 0,1 0,-1 0,1 0,0 1,-1-1,1 0,1 0,-1 1,0 0,-1 0,1-1,0 1,0 0,0 1,0-1,0 0,0 0,0 1,0-1,-1 1,1 0,0-1,0 1,-1 0,1 0,0 0,-1 0,1 1,-1-1,0 0,1 1,-1-1,0 1,0-1,0 1,0-1,0 1,0 0,0-1,0 1,-1 0,1 0,-1 0,1 1,13 71,-14-73,0 0,0 0,0 0,0 0,-1 0,1 0,0 0,0 0,-1 1,1-1,0 0,-1 0,1 0,-1-1,1 1,-1 0,0 0,1 0,-1 0,0 0,0-1,0 1,1 0,-1-1,0 1,0-1,0 1,0-1,0 1,0-1,0 1,0-1,0 0,0 0,0 0,-1 1,1-1,0 0,0 0,0 0,0-1,0 1,0 0,0 0,0-1,0 1,0 0,0-1,0 1,0-1,0 1,-1-2,-47-34,40 26,1 0,0-1,0 1,1-2,0 1,1-1,1 0,0 0,0 0,1-1,1 1,-1-5,4 15,0-1,-1 1,1-1,0 1,1-1,-1 0,0 1,1-1,-1 1,1-1,0 1,0 0,0-1,0 1,0 0,0 0,1-1,-1 1,1 0,0 0,-1 1,1-1,0 0,0 0,0 1,0-1,1 1,-1 0,0 0,1 0,-1 0,0 0,1 0,-1 1,1-1,0 1,95-6,-93 6,0 0,-1 1,1-1,0 1,-1 0,1 0,-1 0,0 1,1 0,-1 0,0 0,0 0,0 0,0 1,0 0,-1 0,1 0,-1 0,0 0,0 1,0 0,0-1,-1 1,1 0,-1 0,0 1,0-1,-1 0,1 1,-1-1,0 1,0-1,-1 1,1-1,-1 1,0 0,0-1,0 1,-1 0,0 2,-2-3,-1 1,1-1,-1 0,1 0,-1-1,-1 1,1-1,0 0,-1 0,0 0,1 0,-1-1,0 0,0 0,-1 0,1-1,0 0,0 0,-1 0,1 0,-1-1,1 0,-1 0,1-1,0 1,-1-1,1 0,0-1,-1 1,1-1,0 0,0 0,0-1,1 1,-1-1,0-1,-1 0,-1-1,1-1,0 1,1-1,-1 0,1 0,0 0,1-1,-1 0,2 0,-1 0,1 0,-1 0,2-1,-1 0,1 1,1-1,-1 0,1 0,1 0,-1 0,1 0,1-4,3 7,-1 2,1-1,0 0,0 1,0-1,0 1,1 0,-1 1,1-1,0 1,-1 0,1 0,0 0,0 1,1-1,-1 1,0 1,0-1,1 1,-1 0,0 0,1 0,-1 1,0 0,0 0,0 0,0 1,0-1,0 1,0 1,2 0,-1 0,-1 1,1 0,-1 0,0 0,0 0,0 1,0 0,-1 0,0 0,0 1,0-1,-1 1,1 0,-2 0,1 0,-1 0,1 1,-2-1,1 1,-1-1,0 1,0 0,-1-1,0 1,0 0,0-1,-1 1,0 0,-1-1,-1 6,2-9,0 1,0-1,0 0,-1 0,0 0,1 0,-1 0,0 0,0 0,-1-1,1 1,0-1,-1 1,0-1,0 0,1 0,-1 0,0 0,0-1,-1 1,1-1,0 0,0 0,-1 0,1 0,-1-1,1 1,-1-1,1 0,-1 0,1 0,-1 0,1-1,-3 0,-4 0,-1-1,1-1,0 1,0-1,1-1,-1 0,1-1,-1 1,1-2,1 1,-3-3,3 0,0 0,1 0,0-1,0 0,1 0,0-1,1 1,0-1,0 0,1-1,1 1,0-1,0 0,1 0,0 0,1 0,0 0,1 0,0 0,1-1,0-2,0 11,0-1,-1 1,1 0,0-1,1 1,-1 0,0 0,1 0,0 0,0 0,0 0,0 0,0 1,0-1,1 1,0-1,-1 1,1 0,0 0,0 0,0 1,0-1,0 1,0-1,0 1,1 0,-1 0,1 0,-1 1,0-1,1 1,-1 0,1 0,-1 0,1 1,-1-1,0 1,1 0,-1-1,1 2,-1-1,0 0,0 1,0-1,0 1,0 0,2 1,-1 0,0 0,-1 0,1 0,-1 0,1 0,-1 1,0 0,0 0,-1-1,1 2,-1-1,0 0,0 0,0 1,0-1,-1 1,0-1,0 1,0 0,0-1,-1 1,0 0,0 0,0-1,-1 1,1 0,-1 0,0-1,-1 1,1-1,-1 1,0-1,0 0,0 1,-1-1,1 0,-1 0,0-1,0 1,0-1,-1 1,1-1,-1 0,-2 1,-36-12,41 8,1-1,0 0,-1 0,1 1,0-1,0 0,-1 0,1 0,0 0,0 1,0-1,0 0,0 0,0 0,0 0,0 0,0 1,1-1,-1 0,0 0,0 0,1 1,-1-1,1 0,-1 0,1 1,-1-1,1 0,-1 1,1-1,-1 0,1 1,0-1,-1 1,1-1,0 1,0 0,-1-1,1 1,0 0,0-1,0 1,-1 0,1 0,0 0,0 0,0-1,0 1,0 1,2-3,1 0,-1 0,1 1,-1-1,1 1,0 0,-1 0,1 0,0 1,0-1,0 1,0 0,-1 0,1 1,0-1,0 1,0-1,-1 1,1 0,0 1,-1-1,1 1,-1-1,0 1,1 0,-1 0,0 1,0-1,0 1,0-1,-1 1,1 0,1 2,0 6,-1 0,0 0,-1 1,0-1,-1 1,0-1,-1 1,0-1,0 1,-2-1,1 1,-3 8,3-17,0 1,0-1,0 1,-1-1,1 1,-1-1,0 0,0 0,0 0,0 0,0 0,-1 0,1-1,-1 1,0-1,0 1,0-1,0 0,0 0,0-1,-1 1,1-1,-1 1,1-1,-1 0,1 0,-1-1,0 1,1-1,-1 0,0 0,1 0,-1 0,0 0,1-1,-2 0,2-1,0-1,0 0,0 1,0-1,1 0,-1 0,1 0,0-1,0 1,0 0,0-1,1 1,-1-1,1 0,0 0,0 1,1-1,-1 0,1 0,-1 0,1 0,1-3,-2-1,-1-158,2 162,1 1,0-1,1 1,-1 0,1 0,-1-1,1 1,0 0,0 0,0 1,1-1,-1 0,1 1,-1-1,1 1,0 0,0 0,0 0,0 0,0 1,1-1,-1 1,0 0,1-1,-1 2,1-1,-1 0,1 1,-1 0,1-1,-1 1,1 1,0-1,-1 0,1 1,-1 0,1 0,-1 0,0 0,1 1,-1-1,0 1,0 0,0 0,0 0,0 0,0 0,-1 1,1-1,-1 1,0 0,1 0,-1 0,0 0,-1 0,3 3,-1 0,0 0,0 1,-1-1,0 1,0 0,-1-1,1 1,-1 0,-1 0,0 0,0 0,0 0,0 0,-1-1,0 1,-1 1,1-6,0 0,0 0,0-1,0 1,-1-1,1 1,0-1,-1 0,1 1,-1-1,1 0,-1 0,0 0,0 0,1 0,-1 0,0-1,0 1,0-1,0 1,0-1,1 0,-1 1,0-1,0 0,0 0,0 0,0-1,0 1,0 0,0-1,0 1,0-1,1 0,-1 0,0 0,0 0,-64-42,60 36,-1 1,2-1,-1-1,1 1,0-1,1 0,0 0,0 0,1 0,0-1,0 1,1-1,0 0,0 0,1 0,0 0,1 0,0 0,1-9,2 14,0 0,0 1,1-1,-1 1,1-1,0 1,0 0,0 1,0-1,0 1,1-1,-1 1,1 1,-1-1,1 0,0 1,0 0,0 0,0 1,-1-1,1 1,0 0,0 1,0-1,0 1,0 0,0 0,-1 0,1 1,0 0,-1-1,1 2,-1-1,0 0,0 1,0 0,0 0,0 0,0 1,0 0,0 0,0 0,-1 0,1 0,-1 1,0-1,0 1,0 0,0 0,-1 0,0 0,0 0,-1 0,1 1,-1-1,0 1,0-1,-1 1,0-1,0 1,0 0,-1-1,1 1,-1-1,-1 0,1 1,0-5,1 0,-1 0,0 0,1-1,-1 1,0 0,1-1,-1 1,0-1,0 1,0-1,0 1,1-1,-1 1,0-1,0 0,0 1,0-1,0 0,0 0,0 0,0 0,0 0,0 0,0 0,0 0,0 0,0 0,0 0,0-1,0 1,0 0,1-1,-1 1,0-1,0 1,0-1,0 1,1-1,-1 0,0 1,0-1,1 0,-1 0,1 1,-1-1,1 0,-1 0,1 0,-1 0,1 0,0 0,-1 0,1 1,0-1,0 0,0 0,0 0,0 0,0 0,0 0,0 0,0 0,0 0,1-1,-1-1,-1 1,1-1,0 1,1-1,-1 1,0-1,1 1,-1-1,1 1,0 0,0-1,0 1,0 0,0-1,0 1,1 0,-1 0,1 0,0 0,-1 0,1 1,0-1,0 0,0 1,0 0,0-1,1 1,-1 0,0 0,0 0,1 0,-1 0,1 1,-1-1,1 1,1 0,-1-1,1 0,0 0,0 1,0-1,0 1,0 0,0 0,0 1,0-1,0 1,0 0,0 0,-1 0,1 1,0-1,-1 1,1 0,-1 0,1 0,-1 0,0 1,0-1,1 3,-2-4,0 1,0 0,0 0,-1 1,1-1,-1 0,0 0,0 1,0-1,0 1,0-1,0 1,0-1,-1 1,1-1,-1 1,0 0,0-1,0 1,0 0,0-1,-1 1,1-1,-1 1,0 0,0-1,0 1,0-1,0 0,0 1,0-1,-1 0,0 0,1 0,-1 0,0 0,0 0,0 0,0-1,0 1,0-1,0 1,-1-1,1 0,0 0,-1 0,1 0,-2 0,0-1,0-1,0 1,1-1,-1 0,0 0,1 0,-1-1,1 1,-1-1,1 0,0 0,-1 0,1 0,0-1,1 1,-1-1,0 0,1 0,-1 0,0-2,1 3,1 1,-1-1,1 0,0 1,0-1,0 0,0 0,0 0,0 0,0 0,1 0,-1 0,1 0,-1 0,1 0,0-1,0 1,0 0,0 0,0 0,1 0,-1 0,1 0,-1-1,1 1,0 0,-1 0,1 1,0-1,0 0,1 0,-1 0,0 1,1-1,-1 0,2 0,-1 2,0-1,0 1,0 0,-1 1,1-1,0 0,0 0,0 1,0-1,0 1,-1 0,1-1,0 1,-1 0,1 0,0 0,-1 0,1 1,-1-1,0 0,1 0,-1 1,0-1,0 1,0-1,0 1,0 0,0-1,0 1,-1 0,1 0,0 0,-1-1,0 1,1 0,-1 0,0 0,0 0,0 0,0 0,0-1,-1 3,1-2,0 0,0 0,-1 0,1 0,0 0,-1 0,1-1,-1 1,0 0,0 0,0 0,0-1,0 1,0 0,0-1,0 1,-1-1,1 0,-1 1,1-1,-1 0,1 0,-1 0,0 0,0 0,1 0,-1 0,0-1,0 1,0-1,0 1,0-1,0 0,0 0,0 1,0-1,0-1,0 1,0 0,1 0,-1-1,0 1,0-1,0 0,0 0,0 1,1-1,-1 0,0 0,1-1,-1 1,1 0,-1 0,1-1,0 1,-1-1,1 1,0-1,0 0,0 0,-36-64,36 65,0 0,0 0,0-1,0 1,0 0,0 0,1-1,-1 1,0 0,1-1,-1 1,1-1,-1 1,1-1,0 1,0-1,-1 1,1-1,0 1,0-1,1 0,-1 1,0-1,0 1,1-1,-1 1,1-1,-1 1,1 0,0-1,0 1,-1 0,1-1,0 1,0 0,0 0,0 0,0 0,1 0,-1 0,0 0,0 0,1 0,-1 1,1-1,-1 0,0 1,1-1,-1 1,1 0,0-1,3 5,-1 0,0 1,0-1,0 1,0 0,-1 0,1 0,-1 0,-1 1,1-1,-1 1,0-1,0 1,-1 0,1 0,-1 0,-1 0,1 0,-1 0,0 0,0 0,-1 0,0 4,0-7,0-1,0 1,-1 0,1 0,0-1,-1 1,0-1,0 0,1 1,-1-1,-1 0,1 0,0 0,0 0,-1 0,1-1,-1 1,0-1,1 0,-1 1,0-1,0 0,0-1,1 1,-1-1,0 1,0-1,0 0,0 0,0 0,0 0,0 0,0-1,0 0,0 1,0-1,0 0,1 0,-1-1,0 1,-2-2,-13-10</inkml:trace>
  <inkml:trace contextRef="#ctx0" brushRef="#br0" timeOffset="-84686.322">3894 12101,'1'-1,"0"0,0 0,0 0,1 0,-1 0,-1-1,1 1,0 0,0 0,0-1,-1 1,1 0,0-1,-1 1,0-1,1 1,-1 0,0-1,0 1,1-1,-1 1,0-1,-1 1,1-1,0 1,0-1,-1 1,1-1,0 1,-1-1,0 1,1 0,-1-1,0 1,0 0,1 0,-1 0,0-1,0 1,0 0,-1 0,1 0,0 0,0 0,-46-94,46 92,1 0,-1 0,0 0,1 0,-1 0,1-1,0 1,0 0,0 0,1 0,-1 0,1 0,0 0,-1 0,1 0,1 0,-1 0,0 0,1 0,-1 0,1 1,0-1,0 1,0-1,0 1,1 0,-1 0,0 0,1 0,-1 0,3 0,-3 0,0 0,1 1,-1 0,0-1,1 1,-1 0,1 0,-1 1,1-1,-1 0,1 1,0 0,-1-1,1 1,0 0,-1 0,1 1,0-1,-1 0,1 1,-1 0,1-1,-1 1,1 0,-1 1,1-1,-1 0,0 1,0-1,1 1,-1-1,-1 1,2 1,-3-1,-1-1,0 1,0 0,0-1,0 1,0-1,0 1,0-1,-1 0,1 1,0-1,-1 0,1 0,-1 0,1 0,-1 0,0 0,1 0,-1-1,0 1,0-1,0 1,1-1,-1 0,0 1,0-1,0 0,0 0,-1-1,-39-2,53-5,-7 9,-1 1,1 0,0 0,-1 0,1 1,-1-1,1 1,-1 0,0-1,0 2,-1-1,1 0,-1 0,1 1,-1 0,0-1,0 1,-1 0,1 0,-1 0,0 0,0 0,0 0,0 0,-1 0,0 1,0-1,0 0,0 0,-1 0,0 3,-1-3,1 1,-2-1,1 0,0 1,-1-1,0 0,0-1,0 1,0 0,-1-1,1 0,-1 0,0 0,0 0,0 0,0-1,-1 0,1 0,-1 0,1 0,-1-1,0 0,1 0,-1 0,0-1,0 1,0-1,0 0,1 0,-1-1,0 0,0 1,0-2,1 1,-1 0,1-1,-1 0,1 0,-1 0,1-1,-2-1,5 2,0 1,1-1,-1 1,1-1,-1 0,1 1,0-1,0 1,0-1,0 0,0 1,0-1,0 0,0 1,0-1,1 0,-1 1,1-1,-1 1,1-1,0 1,0-1,0 1,-1-1,1 1,1 0,-1 0,0-1,0 1,0 0,0 0,1 0,-1 0,1 0,-1 1,1-1,-1 0,1 1,-1-1,1 1,-1-1,1 1,0 0,-1 0,1-1,0 1,-1 0,1 1,0-1,-1 0,1 0,-1 1,2-1,2 1,0-1,0 1,-1 0,1 1,0-1,0 1,-1-1,1 1,-1 1,0-1,1 1,-1 0,0-1,-1 2,1-1,0 0,-1 1,0 0,0 0,0 0,0 0,-1 0,1 0,-1 1,0-1,0 1,-1 0,0 0,1-1,-2 1,1 0,0 0,-1 0,0 0,0 0,-1 0,1 0,-1 0,0-1,-1 3,1-3,-1 0,-1 0,1 0,0 0,-1-1,0 1,0-1,0 0,0 1,-1-1,1-1,-1 1,0 0,0-1,0 0,0 0,0 0,0 0,0-1,-1 0,1 0,0 0,-1 0,1 0,-1-1,1 0,-1 0,0 0,1-1,0 0,-1 1,1-2,-1 1,1 0,0-1,0 0,0 0,0 0,0 0,0-1,0 1,-1-3,0-1,0 0,1 0,-1 0,1-1,1 0,0 0,0 0,0 0,0 0,1-1,1 1,-1-1,1 1,0-1,1 0,0 1,0-1,1-1,-1 6,0-1,1 0,0 1,0-1,0 1,0-1,0 1,1-1,0 1,-1 0,1 0,0 0,1 0,-1 0,0 0,1 1,0-1,0 1,-1-1,1 1,1 0,-1 0,0 1,0-1,1 1,-1-1,1 1,-1 0,1 0,-1 1,1-1,0 1,-1-1,1 1,0 1,0-1,-1 0,1 1,-1 0,1-1,0 2,-1-1,0 0,1 1,-1-1,0 1,0 0,1 0,-2 0,1 1,0-1,0 1,-1-1,1 1,1 4,0 0,0 0,0 0,-1 1,0-1,0 1,-1-1,0 1,-1 0,1 0,-2 0,1 0,-1 0,0 0,-1 0,1 0,-2 0,1 0,-1 0,0-1,-1 1,0-1,0 1,-1-1,1 0,-2 0,1 0,-1-1,0 0,0 0,-4 4,7-9,0 0,0 1,1-1,-1 0,0 0,0 0,-1 0,1 0,0-1,0 1,0-1,0 1,-1-1,1 0,0 0,0 0,-1 0,1 0,0 0,0-1,0 1,-1-1,1 1,0-1,0 0,0 0,0 0,0 0,0 0,0-1,1 1,-1 0,0-1,1 1,-1-1,1 0,-1 0,1 1,0-1,0 0,0 0,0 0,0 0,0 0,0-1,1 1,-1 0,1 0,0 0,-1-1,1 1,0 0,0 0,1-2,3-3,0 1,1-1,0 1,0 0,0 1,1-1,0 1,0 0,0 1,1-1,-1 1,1 1,0-1,0 1,0 0,1 1,-1-1,1 2,0-1,-1 1,1 0,0 0,0 1,0 0,2 1,-81-45,64 39,1-2,0 1,1-1,0 0,0 0,0 0,1-1,0 1,0-1,1 0,0 0,-1-6,3 11,0 0,1 0,-1 0,1 0,-1-1,1 1,0 0,0 0,0-1,1 1,-1 0,1 0,-1 0,1 0,0-1,1 1,-1 0,0 1,1-1,0 0,-1 0,1 1,0-1,0 1,1-1,-1 1,0 0,1 0,0 0,-1 0,1 1,0-1,0 1,1-1,16-4</inkml:trace>
  <inkml:trace contextRef="#ctx0" brushRef="#br0" timeOffset="-80337.266">4379 8903,'-1'-21,"-1"1,-1-1,-1 0,-1 1,-1-1,-6-13,5 13,-87-253,83 247,-5-15,-2 2,-1 0,-2 1,-2 1,-15-18,-250-290,279 332,-1 0,0 0,-1 1,-1 0,0 1,-1 1,0 0,-1 0,0 1,0 1,-1 1,-1 0,1 1,-16-5,19 8,-1 1,0 1,0 0,0 1,-1 0,1 1,0 0,0 1,0 1,0 0,0 1,0 0,1 1,-1 0,1 1,0 1,0 0,1 0,-1 1,-4 5,-18 12,1 1,2 2,0 1,2 1,1 2,2 1,1 1,1 1,2 1,2 1,-7 17,-5 19,3 2,4 0,3 2,3 1,2 10,-44 245,49-231,5 0,4 1,6 29,-1-19,-1 1426,27-1016,-5-228,-12-204,4-1,3 0,4-1,14 28,5 25,-14-58,3 0,4-2,4-2,3-1,3-2,14 13,2 5,-35-50,1-1,2-1,2-1,2-2,1-1,2-2,2-1,1-2,15 8,296 142,-342-179,1 1,-1-1,1 0,-1-1,1 0,0 0,0 0,1-1,-1-1,0 1,1-1,-1-1,1 1,-1-2,1 1,-1-1,0 0,1-1,-1 0,0 0,0-1,0 0,2-1,7-12,-1 0,-1-2,0 1,-1-2,-1 0,0-1,-2 0,0-1,-2 0,7-22,36-93,-7-2,-3-8,24-81,124-376,-52 83,-114 387,-7-1,0-115,4-40,15-102,-15-144,-23-442,3 948,-2 0,-1 0,-1 0,-2 1,-1-1,-1 1,-1 1,-1-1,-2 1,-1 1,-1 0,-1 0,-1 2,-1 0,-5-4,-22-27,26 32,0 1,-1 1,-2 1,0 0,-1 1,0 2,-11-7,-126-71,147 87,-1 0,-1 1,1 1,-1 0,0 0,-1 2,1-1,-1 2,0 0,0 0,0 2,0 0,0 0,-7 1,-220 5,209-5</inkml:trace>
  <inkml:trace contextRef="#ctx0" brushRef="#br0" timeOffset="-72264.037">3952 12243,'36'-162,"-25"109,-9 42,-1 1,1-1,1 1,0 0,0-1,1 1,0 0,1 1,0-1,0 1,1 0,2-2,9-7,-7 8,0 0,0-1,-1-1,-1 0,0 0,0-1,-1 0,-1 0,1-4,26-96,-24 88</inkml:trace>
  <inkml:trace contextRef="#ctx0" brushRef="#br0" timeOffset="-70977.774">3894 12271,'28'-108,"3"26,25-102,-49 154,1 0,1 1,1 1,2 0,14-25,42-124,-56 145</inkml:trace>
  <inkml:trace contextRef="#ctx0" brushRef="#br0" timeOffset="-69777.98">3781 12214,'1'-48,"3"1,1-1,3 1,7-21,47-114,8 46,-52 94,2 0,2 1,2 1,2 2,9-11,9 1,-37 41,1-1,-1 1,0-1,-1-1,0 1,0-1,-1 0,0 0,0-1,0-3,42-207,-40 192</inkml:trace>
  <inkml:trace contextRef="#ctx0" brushRef="#br0" timeOffset="-68484.94">3980 12101,'-1'-1,"1"1,0-1,0 1,0 0,-1-1,1 1,0 0,-1-1,1 1,0 0,-1 0,1-1,0 1,-1 0,1 0,0 0,-1-1,1 1,-1 0,1 0,-1 0,1 0,0 0,-1 0,1 0,-1 0,1 0,-1 0,1 0,0 0,-1 0,1 0,-1 0,1 0,0 1,-1-1,1 0,-1 0,1 0,0 1,-1-1,1 0,0 1,-1-1,1 0,0 1,0-1,-1 0,1 1,0-1,0 0,-1 1,1-1,0 1,0-1,0 0,0 1,0-1,0 1,0-1,-6-42,6 40,-3-606,2 558,0 28,0 1,1-1,2 1,0 0,1-1,1 1,4-8,147-323,-69 218,-68 109,-1 0,-2-1,-1 0,0-1,-2-1,6-23,-7 18,-1 7</inkml:trace>
  <inkml:trace contextRef="#ctx0" brushRef="#br0" timeOffset="-67156.626">4180 10816,'22'-74,"46"-202,7 48,-68 212,1 1,0 0,1 1,1 0,0 1,1 0,0 0,1 1,9-7,8-5</inkml:trace>
  <inkml:trace contextRef="#ctx0" brushRef="#br0" timeOffset="-63947.426">4352 10301,'6'-1,"1"-1,0-1,-1 0,0 1,0-2,0 1,0-1,0 0,0 0,-1-1,0 1,0-1,0 0,-1-1,0 1,4-3,4-7,0-1,0 0,-2-1,0 0,-1-1,6-17,-8 18,1-1,1 1,0 1,1 0,1 0,1 1,6-7,2 2,-13 11,0 0,1 1,0 0,0 1,1 0,0 0,0 1,1 0,-1 1,1 0,1 0,-1 1,0 0,1 1,0 0,0 1,6-1,356 7,-2-4,-179 27,-100-7,-67-15</inkml:trace>
  <inkml:trace contextRef="#ctx0" brushRef="#br0" timeOffset="-62388.231">5806 9902,'-9'0,"1"0,2 5,7 6,9 7,1 4,0 4,-2 3,-3-5</inkml:trace>
  <inkml:trace contextRef="#ctx0" brushRef="#br0" timeOffset="-51958.885">5806 9931,'2'-2,"0"0,0 0,0 0,0 1,0-1,0 1,0-1,1 1,-1 0,1 0,-1 0,1 0,-1 0,1 0,-1 1,1 0,0-1,-1 1,1 0,1 0,3 2,-1 0,0 0,0 1,0 0,0 0,-1 0,1 1,-1 0,0 0,0 0,0 1,-1 0,0-1,1 2,-2-1,1 0,-1 1,1 0,-1-1,-1 1,1 1,-1-1,0 0,-1 0,0 1,0-1,0 1,5 22,-2 0,-1 1,-1-1,-2 1,-1-1,-1 7,1 102,42 2,-5-35,-4-19,-21-73,0 1,0 1,-1 0,-1 0,-1 1,0 0,-1 0,-1 1,1 3,42 216,-4-78,115 211,-153-355,1-1,0 0,1 0,1-1,0 0,0 0,1-1,1-1,0 0,0-1,13 8,146 116,-152-122,1-2,0 0,0-1,1-1,0 0,1-2,0-1,-1 0,21-1,352-5,-132-54,152 55,45 1,-455 1,1-1,-1 1,0-1,0 0,1-1,-1 1,0-1,0 1,0-1,0-1,0 1,0 0,0-1,0 0,0 0,-1 0,1 0,-1-1,1 1,-1-1,0 0,0 0,0 0,-1-1,1 1,-1 0,0-1,1 0,-2 1,1-1,0 0,-1 0,0 0,0 0,0-1,0 1,-3-261,2-628,1 880,0 0,1 1,0-1,1 1,0 0,1 0,1 0,0 0,0 1,1 0,7-10,50-148,-54 135,66-165,36 22,-91 147,2 0,2 1,0 2,2 0,27-21,-40 35,0 1,1 1,0 0,0 1,1 0,0 2,1-1,0 2,0 0,1 1,0 1,0 0,0 2,8-2,317 8,846-3,-1183-1,-1 1,1-1,0 1,0 0,0 0,0 1,0 0,0-1,-1 1,1 1,0-1,-1 1,1 0,-1 0,1 0,-1 1,0-1,0 1,0 0,-1 0,1 1,-1-1,3 3,3 13,-2 1,0 0,0 0,-2 0,-1 0,0 1,-2 0,0 5,7 37,25 149,-23-60,11 49,-10-146,-2 1,-3 0,0 38,-6-90,26 227,12-73,-34-134,2 0,0 0,2-1,0 0,2 0,0-1,1-1,2 0,7 9,114 165,-124-180,1-1,0 0,1-1,1 0,0-1,1-1,0 0,0-1,1 0,1-2,-1 0,2 0,-1-2,1 0,0-1,0-1,0 0,0-2,1 0,16-1,989-4,-762-26,308 28,-563 2,0-1,0-1,0 0,1 0,-1 0,0-1,0 0,-1 0,1-1,0 0,-1 0,1 0,-1-1,0 0,0 0,-1-1,1 0,-1 0,0 0,0 0,-1-1,0 0,0 0,0 0,0 0,-1-1,0-1,7-22,-2-1,-1 0,-1 0,-2 0,-1-1,-1-10,3-27,38-261,-29 252,-3 0,-3 0,-4-1,-4-4,14-153,1 156,3 2,3 0,4 1,3 1,4 2,28-48,-50 101,1 1,1 0,1 1,1 0,0 1,2 0,0 1,0 1,2 1,0 0,1 2,0 0,1 1,0 0,10-2,-1 0,2 2,0 1,0 1,1 1,0 2,0 2,7 0,455 5,129 0,-151-58,-145 47,21-7,-346 17,1 1,0-1,0 1,0 0,0 0,0 1,0-1,0 0,0 1,-1 0,1 0,0 0,0 0,-1 0,1 0,-1 1,1-1,-1 1,1 0,-1-1,0 1,0 0,0 1,0-1,0 0,0 0,-1 1,1-1,-1 1,0 0,1-1,-1 1,0 2,79 325,-14-26,6 2,61 69,-40-130,-80-209,1 0,2-1,1-1,2-1,1-1,2 0,5 3,-3-1,30 75,-49-93,1-1,1 1,1-1,0-1,1 0,0 0,1-1,2 2,13 11,-9-7,1 0,1-2,0 0,1-1,1-1,0-1,2-1,7 4,140 64,-92-38,-64-34,0-1,1-1,0 1,0-2,1 0,-1-1,1-1,1 0,6 1,32-2,0-3,-1-2,0-2,1-2,-1-3,26-9,175-6,-196 21,194-42,-94 9,-3 8,-40 6,0 4,1 6,43 3,55 5,-157-24,-39 11</inkml:trace>
  <inkml:trace contextRef="#ctx0" brushRef="#br0" timeOffset="-49814.634">4009 14725,'-18'-40,"5"-88,-17-5,-5 0,-8-5,21 67,-114-338,-24-10,2 40,-235-605,268 624,16-6,5-53,79 277,6-2,7 0,6 0,12-122,-6 224,-1 30,0 0,2 0,-1 1,1-1,1 0,0 0,1 0,0 1,1 0,4-10,7 2,1 2,0 0,2 1,0 0,1 1,0 2,1 0,0 1,1 0,1 2,-1 1,2 0,-1 2,20-4,508-160,-179 53,5 16,4 17,116 0,1186-146,61-97,931-129,293 169,-2383 238,2665-124,-2628 174,-522 1,-1 3,0 5,0 4,-1 5,-1 3,85 32,-62 1,-2 4,-2 6,-3 5,-4 5,-2 4,-5 5,39 43,84 74,-9 9,-9 9,-9 9,-11 8,-10 8,113 214,-240-371,-3 1,-5 2,-3 2,-4 2,-5 1,9 52,-31-93,-3 0,-2 0,-2 0,-2 0,-3 0,-3 7,2-36,-1-1,-1 0,-1-1,-1 0,-1 0,0-1,-2-1,0 0,-2 0,0-1,-1-1,-1-1,0 0,-2-2,0 0,-9 6,-57 43,-3-3,-3-5,-2-3,-2-4,-2-5,-2-4,-71 18,-88 20,-64 6,-66 5,-76 7,-93 13,-102 10,-99 3,519-85,-2850 475,2300-358,48-6,50-3,-325 87,-499 104,796-202,-79 5,481-83,-2687 443,2274-392,70-9,72-13,70-14,66-11,60-9,46-5,52-5,52-5,-197 50,408-81,14-3</inkml:trace>
  <inkml:trace contextRef="#ctx0" brushRef="#br0" timeOffset="-14869.189">17393 4365,'29'0,"31"1,0-3,0-2,51-11,53-20,-30 4,1 7,2 5,94 0,-136 11,-74 3</inkml:trace>
  <inkml:trace contextRef="#ctx0" brushRef="#br0" timeOffset="-14114.286">18106 4195,'10'34,"4"26,-2 21,-2 13,-3 19,-2 9,7-1,2-7,3-12,-1-15,-3-12,-5-5,-2-8,1-6,1-8,-2-11</inkml:trace>
  <inkml:trace contextRef="#ctx0" brushRef="#br0" timeOffset="-13525.826">18479 4566,'9'-5,"9"3,5 17,5 11,-4 14,0 31,6 13,-4 6,0-2,0-7,-4-7,3-6,-2-11,-1-4,-3-12</inkml:trace>
  <inkml:trace contextRef="#ctx0" brushRef="#br0" timeOffset="-13040.668">18420 4423,'5'0,"7"0,5 0,16 0,15-10,10-7,0-2,5-7,-4-4,-2-6,-5-2,-8 5,-1 3,-3 3,1 0,-6 5</inkml:trace>
  <inkml:trace contextRef="#ctx0" brushRef="#br0" timeOffset="-12604.911">18621 4823,'5'5,"16"1,9 0,10-1,11-2,13-6,5-2,10-10,1-8,-8-4,-11-3,-11-1,-10 0,-11 5</inkml:trace>
  <inkml:trace contextRef="#ctx0" brushRef="#br0" timeOffset="-12260.315">19391 4566,'5'0,"11"0,8 0,5 5,16 1,11 1,10-2,4-2,-1-1,-1 0,-9-2,6 0,-8 0</inkml:trace>
  <inkml:trace contextRef="#ctx0" brushRef="#br0" timeOffset="-11890.914">19477 5137,'0'9,"5"4,21-1,20-2,18-3,16-2,6-3,-4-1,-14-6,-11-2,-4-5,-1-4,-5-6,-6 2,5-6,-1 2,-2 0,-10 4</inkml:trace>
  <inkml:trace contextRef="#ctx0" brushRef="#br0" timeOffset="-11358.928">20534 4252,'43'29,"-17"3,-1 1,-2 1,-1 1,-2 1,3 9,4 6,100 179,36 35,-27-67,-82-131,-52-65,-1-1,1 1,-1-1,1 0,0 1,0-1,-1 0,1 0,0 0,0-1,0 1,0 0,0-1,0 1,0-1,0 0,0 0,0 0,0 0,1 0,-1 0,0 0,0-1,0 1,0-1,0 1,0-1,0 0,-1 0,1 0,0 0,0 0,0 0,-1 0,1-1,-1 1,1-1,-1 1,0-1,1 1,-1-1,0 0,0 0,0 0,0 0,0 1,-1-1,1 0,-1 0,1 0,-1-1,0 1,1 0,-1 0,0-2,20-57,-1 0,-4-2,-2 0,3-46,-6 44,112-805,-112 764</inkml:trace>
  <inkml:trace contextRef="#ctx0" brushRef="#br0" timeOffset="-10075.512">21846 5051,'-151'-71,"134"59,12 8,0-1,-1 1,1 0,-1 1,0-1,0 1,0 0,-1 1,1-1,-1 1,1 1,-6-2,9 5,1 0,-1 0,0 0,1 0,-1 1,1-1,-1 1,1-1,0 1,0 0,0 0,1 0,-1 0,1 0,0 0,-1 0,1 1,1-1,-1 0,0 1,1-1,0 0,0 1,0-1,0 1,0-1,1 3,-1 0,-5 54,4 0,2 0,2 0,6 20,-8-67,1-1,0 1,1-1,1 0,0 0,0 0,1-1,1 0,-1 0,2 0,0 0,0-1,1 0,0-1,1 0,0 0,0-1,1 0,0 0,0-1,6 2,-14-8,0-1,1 1,-1-1,0 0,1 0,-1 0,0 0,1 0,-1 0,0-1,1 1,-1-1,0 0,0 1,0-1,0 0,1-1,-1 1,0 0,-1 0,1-1,0 1,0-1,-1 0,1 1,-1-1,1 0,-1 0,0 0,1 0,-1 0,0 0,-1 0,1-1,0 1,-1 0,1 0,-1-1,1 1,14-98,-16 77,-1-1,-1 1,-1 0,-1 0,-1 0,-1 1,-1 0,0 0,-2 0,-1 2,0-1,-10-11,15 26,-1 0,1 1,-1 0,1 1,-2-1,1 1,0 0,-1 1,1 0,-1 0,0 1,0 0,0 0,0 1,-1 0,1 0,0 1,-1 0,1 0,0 1,0 0,0 1,-8 2,-14-1,-28 6,58-9,0 0,1 0,-1 0,0 0,1 0,-1 0,0 0,1 0,-1 0,0 0,1 0,-1 0,0 0,1 0,-1 1,0-1,1 0,-1 0,0 0,0 1,1-1,-1 0,0 0,0 0,1 1,-1-1,0 0,0 1,0-1,0 0,1 0,-1 1,0-1,0 0,0 1,0-1,0 0,0 1,0-1,0 0,0 1,0-1,0 0,0 1,0-1,0 0,0 1,0-1,0 0,-1 1,1-1,0 0,0 0,0 1,0-1,-1 0,1 1,0-1,0 0,-1 0,1 0,32 7,2-7,-1-1,0-1,0-2,0-2,0-1,-1-1,0-1,0-2,-1-2,-1-1,0-1,-1-1,-1-1,0-2,-2-1,15-14,49-18,-87 51,0 0,1 0,-1 1,0-1,1 1,-1 0,1 0,-1 0,0 0,1 0,-1 1,1 0,-1-1,0 1,0 1,1-1,-1 0,0 1,0-1,0 1,0 0,-1 0,1 0,0 1,-1-1,0 1,1-1,-1 1,9 15,0-1,-1 2,-1-1,-1 1,-1 0,0 1,3 19,15 41,16-13,-29-74,8-185,-20 191,1 0,-1 0,0 0,1 0,-1 0,1 0,-1 0,1 0,-1 0,1 0,-1 1,1-1,0 0,0 0,-1 1,1-1,0 0,0 1,0-1,0 1,-1-1,1 1,0 0,0-1,0 1,0 0,0-1,0 1,0 0,0 0,0 0,0 0,0 0,1 0,-1 0,0 1,0-1,0 0,-1 1,1-1,0 0,0 1,0-1,0 1,0-1,0 1,0 0,-1-1,1 1,0 0,39 41,9 45,36 44,-60-114,-5-13</inkml:trace>
  <inkml:trace contextRef="#ctx0" brushRef="#br0" timeOffset="-9578.412">22674 4480,'28'75,"135"311,-65-35,-94-339,0 0,1-1,0 0,1 0,0 0,1-1,0 0,1 0,0-1,0 0,1 0,0-1,1 0,-1 0,2-1,4 2,-13-9,0 1,1-1,-1 0,1 0,-1 0,1 0,-1-1,1 1,-1-1,1 1,-1-1,0 0,1 0,-1 0,0 0,0 0,0-1,0 1,0 0,0-1,0 0,0 1,0-1,-1 0,1 0,-1 0,1 0,-1 0,0-1,0 1,0 0,0 0,0-1,-1 1,1-1,-1 1,1-1,-1 1,0-1,0 1,0-1,0 1,-1 0,1-1,0 1,-1-1,5-35</inkml:trace>
  <inkml:trace contextRef="#ctx0" brushRef="#br0" timeOffset="-9196.097">22760 4909,'5'0,"6"0,11 0,11 0,11-5,1-7,-1-5,-3-6,-9 2</inkml:trace>
  <inkml:trace contextRef="#ctx0" brushRef="#br0" timeOffset="-8822.373">23444 3796,'-5'14,"-1"20,-10 33,-2 29,2 18,4 4,4-3,3 7,3-7,1-3,1-7,1-16,9-13,18-1,10-8,2-15,-6-17</inkml:trace>
  <inkml:trace contextRef="#ctx0" brushRef="#br0" timeOffset="-8176.084">23986 4365,'-3'0,"-6"-1,-1 0,0 1,0 0,0 0,1 1,-1 0,0 1,1 0,-1 1,1 0,0 0,0 1,0 0,0 0,1 1,-1 1,1-1,-4 5,0 7,2 0,0 0,1 1,0 1,2-1,0 1,1 1,1-1,1 1,0 0,2 0,0 0,2 0,0 0,1 0,1 0,2 9,-1-15,0-1,0 0,2 0,-1 0,2 0,0-1,0 0,1 0,1 0,0-1,0 0,1-1,1 0,0 0,0-1,0 0,1-1,1 0,9 4,57 52,-75-61,0-1,1 0,-1 1,0-1,0 1,0 0,-1 0,1 0,-1 1,1-1,-1 1,0-1,0 1,-1-1,1 1,-1 0,0 0,0 0,0 0,0 0,-1 0,0 0,0 0,0 0,0 0,0 0,-1 0,0 0,0 1,-6 1,0-1,0 0,0 0,-1 0,0-1,0 0,0-1,-1 1,1-2,-1 1,1-1,-1-1,0 1,0-2,-6 1,6 0,-79 7,0-5,-65-6,146 3,-29-1</inkml:trace>
  <inkml:trace contextRef="#ctx0" brushRef="#br0" timeOffset="-7684.386">23643 3796,'5'0,"21"29,6 19,7 41,-2 24,-8 31,-9 12,-8 3,-16 3,-7-16,-11-18,-7-21,-8-19,-8-10,0-19,1-13,0-11,6-11</inkml:trace>
  <inkml:trace contextRef="#ctx0" brushRef="#br0" timeOffset="-6871.171">18906 6591,'5'10,"16"3,19 0,32-3,52-3,69-2,73-3,84-11,90-23,81-21,83-21,50-17,2-8,-43 3,-72 4,-129 17</inkml:trace>
  <inkml:trace contextRef="#ctx0" brushRef="#br0" timeOffset="-6185.908">21931 6735,'208'339,"-170"-281,407 589,-430-623,-10-15,1 0,-1 0,2 0,-1-1,1 0,0 0,1-1,0 0,6 5,-11-11,-1-1,1 0,-1 0,0 0,1 0,-1 0,1 0,-1 0,0-1,1 1,-1-1,0 0,0 0,1 0,-1 0,0 0,0 0,0 0,0-1,0 1,-1-1,1 1,0-1,-1 0,1 0,-1 0,1 0,-1 0,0 0,0 0,0 0,0 0,0-1,-1 1,1 0,0-1,-1-1,15-41,-1-1,-3-1,-2 0,2-33,-5 43,13-148,-7-1,-11-148,-2 294</inkml:trace>
  <inkml:trace contextRef="#ctx0" brushRef="#br0" timeOffset="-5749.077">23158 7506,'5'9,"6"14,7 26,4 20,0 8,4 5,4-1,1-10,0-12,-5-11,-2-10,-5-10</inkml:trace>
  <inkml:trace contextRef="#ctx0" brushRef="#br0" timeOffset="-5436.832">23158 7106,'0'0</inkml:trace>
  <inkml:trace contextRef="#ctx0" brushRef="#br0" timeOffset="-4820.892">23501 7305,'57'91,"109"261,-150-319,-8-18,-1-1,0 1,-1 0,0 0,-2 1,1-1,-2 1,0 0,-1 3,-2-19,-1-1,1 1,0 0,-1-1,1 1,0 0,-1-1,1 1,0 0,-1 0,1-1,-1 1,1 0,-1 0,1 0,0 0,-1 0,1 0,-1-1,1 1,-1 0,1 0,-1 0,1 0,-1 1,1-1,0 0,-1 0,1 0,-1 0,1 0,-1 0,1 1,0-1,-1 0,1 0,-1 1,1-1,0 0,-1 1,1-1,0 0,0 1,-1-1,1 0,0 1,0-1,-1 1,1-1,0 1,0-1,0 0,0 1,0-1,0 1,-1-1,1 1,0-1,0 1,1-1,-1 1,0-1,0 0,0 1,0 0,-5-11,0 0,1-1,0 1,0-1,1 0,1 1,0-1,0-1,1 1,0-2,0 1,-10-236,12 234,0 1,1-1,1 1,0 0,0 0,1 0,1 1,0-1,1 1,1 0,-1 0,2 1,0 0,0 0,1 1,0 0,1 1,4-4,-6 10,0 0,0 1,-1 0,1 1,1 0,-1 0,0 0,0 1,0 0,0 1,0 0,0 0,0 1,0 0,0 0,0 1,-1 0,0 0,1 1,-1 0,0 0,0 0,-1 1,0 0,0 1,0-1,0 1,-1 1,0-1,0 1,21 23,-1 1,-1 2,-2 0,15 31,-9-17,10 18,-22-34,1-1,2-1,1-1,1 0,25 23,-14-23</inkml:trace>
  <inkml:trace contextRef="#ctx0" brushRef="#br0" timeOffset="-4376.381">24985 6135,'0'-5,"10"23,12 18,13 17,5 10,1 3,-2 6,2-1,-1-6,-3-15,-2-16,3-14,13-25,-1-11</inkml:trace>
  <inkml:trace contextRef="#ctx0" brushRef="#br0" timeOffset="-2866.673">25384 6392,'-4'1,"0"1,0-1,0 1,0-1,0 1,0 1,0-1,0 0,1 1,-1 0,1 0,0 0,0 0,0 0,0 0,1 1,-2 2,-4 3,-7 14,0 0,1 1,1 1,2 0,0 1,2 0,1 0,1 1,1 0,1 1,1 4,-6 21,-23 145,9 2,5 73,15-205,2 0,4 0,2 0,4-1,2 0,4 0,2-1,3-1,9 15,-22-64,1 0,1-1,1 0,0-1,1 0,0 0,1-1,2 2,-9-11,0-1,0 0,0 0,0 0,1 0,-1-1,1 0,0 0,-1 0,1 0,0-1,0 0,0 0,0 0,0 0,0-1,1 0,-1 0,0 0,0-1,0 0,0 0,0 0,0 0,0-1,0 0,-1 0,1 0,-1-1,3-1,119-100,-125 103,47-50</inkml:trace>
  <inkml:trace contextRef="#ctx0" brushRef="#br0" timeOffset="-2241.022">25899 6820,'-18'34,"6"236,11-240,3 1,0 0,2-1,1 1,2-1,1-1,8 21,-10-36,0 0,1 0,0-1,1 0,1 0,0-1,1 0,0 0,0-1,1-1,1 0,0 0,0-1,1-1,0 0,8 3,-10-6,-2-2,-1 0,1 0,-1 1,0 0,0 1,0-1,-1 2,1-1,-1 1,0 0,-1 0,0 1,0 0,0 0,-1 1,0-1,0 1,-1 0,0 0,1 5,-3-6,0-1,-1 1,0-1,0 1,0 0,-1-1,0 1,-1 0,1 0,-1-1,-1 1,1-1,-1 1,0-1,0 0,-1 1,0-1,0-1,-1 1,1 0,-1-1,0 1,-1-1,1-1,-1 1,0 0,0-1,-1 0,1 0,-1-1,0 0,0 0,-4 2,-22 5,0-2,-1-1,0-2,0-1,0-1,-1-2,-27-3,26 2,-166-6,196 5,1 0,0-1,0 0,-1 0,1 0,0 0,1-1,-1 0,0 1,1-1,-1-1,1 1,0 0,0-1,1 0,-1 1,1-1,-1 0,1 0,0-1,1 1,-1 0,1-1,0 1,0-1,0 1,1-1,-1 1,1-1,0 1,1-3,-2-28</inkml:trace>
  <inkml:trace contextRef="#ctx0" brushRef="#br0" timeOffset="-1741.334">25813 5936,'16'-1,"1"1,-1 1,0 1,0 0,0 1,0 0,0 1,11 6,29 14,-2 2,-1 3,-1 2,-2 2,-1 2,-2 3,-1 1,33 39,-5 3,-3 3,-4 3,-4 3,21 44,-52-80,-1 2,-4 1,-1 1,-4 1,-2 1,-2 1,-3 3,-1 35,-4 1,-4 1,-7 90,0-128,-2-1,-3 1,-3-2,-2 1,-3-1,-3-1,-2 0,17-54,1-1,-2 1,1 0,0-1,-1 1,0-1,-1 0,1 0,-1 0,0 0,0-1,0 0,-1 0,1 0,-1 0,0 0,0-1,-1 0,1 0,-1-1,1 0,-1 1,0-2,0 1,0-1,0 0,-4 0,-58-6,39 0</inkml:trace>
  <inkml:trace contextRef="#ctx0" brushRef="#br0" timeOffset="-1071.288">26841 5108,'9'0,"14"5,16 1,13 1,10-2,21-2,14-1,16 0,27-2,4-14,-3-11,19-5,-9-3,-20 0,-22 5,-26 7,-16 8,-21 5</inkml:trace>
  <inkml:trace contextRef="#ctx0" brushRef="#br0" timeOffset="-627.779">27497 5365,'0'5,"15"6,14 1,12 4,8-1,11-3,5-3,6-4,29-2,27-2,7-1,-5-1,-20 1,-13-1,-14 0,-16 1,-14 0,-16 0</inkml:trace>
  <inkml:trace contextRef="#ctx0" brushRef="#br0" timeOffset="7868.233">14369 5279,'17'148,"12"0,6-1,29 67,-40-138,4-1,4-1,2-2,4-2,13 17,67 82,6-4,8-7,10-2,54 24,-159-151</inkml:trace>
  <inkml:trace contextRef="#ctx0" brushRef="#br0" timeOffset="8326.909">14796 6706,'317'346,"84"138,-391-471,1 0,0-1,1-1,0 1,1-2,0 0,1 0,0-2,14 7,-25-13,1-1,0 1,0-1,0 0,0-1,0 1,0-1,0 0,0 0,0 0,0 0,0-1,0 1,0-1,0 0,-1 0,1-1,0 1,0-1,-1 0,1 0,-1 0,0 0,1-1,-1 1,0-1,-1 0,1 0,0 0,-1 0,1 0,-1 0,1-2,55-130,-53 121,26-91,-3-1,11-104,-32 156</inkml:trace>
  <inkml:trace contextRef="#ctx0" brushRef="#br0" timeOffset="8752.087">16510 6278,'9'0,"14"9,11 38,16 45,13 35,1 31,-6 12,-7-8,-8-17,-11-23,-11-28,-10-15,-5-17,0-18,-1-17</inkml:trace>
  <inkml:trace contextRef="#ctx0" brushRef="#br0" timeOffset="9210.664">16196 7763,'40'16,"213"8,560-7,-727-17,-63 0,1-1,-1-1,0-2,0 0,-1-1,1-1,-1-1,0-1,5-4,0-1</inkml:trace>
  <inkml:trace contextRef="#ctx0" brushRef="#br0" timeOffset="10048.206">16738 8475,'0'1,"0"0,1 0,-1 0,1 0,-1-1,1 1,-1 0,1 0,0 0,-1 0,1-1,0 1,0 0,0-1,0 1,-1-1,1 1,0-1,0 1,0-1,0 1,0-1,0 0,0 0,0 0,0 1,0-1,0 0,0 0,0 0,1-1,-1 1,0 0,0 0,0 0,0-1,0 1,0 0,-1-1,1 1,0-1,0 0,0 1,0-1,0 0,-1 1,1-1,0 0,8-9,0-1,-1 0,0-1,-1 0,0 0,-1 0,0-1,-1 0,0 0,-1-2,0 3,15-38,-3-1,-2 0,-3-2,-1 1,1-48,-18 40,6 61,0-1,-1 1,1 0,0-1,0 1,0 0,0 0,0 0,0 0,1 0,-1 0,0 0,0 0,1 0,-1 1,1-1,-1 0,1 0,-1 1,1-1,0 0,0 1,-1-1,1 0,0 1,0-1,0 0,1 1,-1-1,0 1,-1 20,0-1,2 0,0 1,1-1,2 0,0 0,1 0,1-1,1 0,0 0,2 0,0-1,11 15,18 25,4-1,1-2,28 23,-58-64,-6-6,-1-4,-1 0,0 0,0 1,-1 0,0 0,0 0,0 0,-1 1,0-1,0 1,-1 0,1 0,0 5,-4-9,1-1,-1 0,1 1,-1-1,0 0,0 0,0 0,0 1,-1-1,1 0,0-1,-1 1,1 0,-1 0,0-1,0 1,1-1,-1 1,0-1,0 0,0 1,-1-1,1 0,0-1,0 1,0 0,-1-1,1 1,0-1,-1 0,1 1,-1-1,1-1,-2 1,-16 0,1-2,-1 0,1-1,-1-1,1-1,0-1,1 0,-1-2,1 0,1-1,0 0,0-2,-5-4,-23-16</inkml:trace>
  <inkml:trace contextRef="#ctx0" brushRef="#br0" timeOffset="10642.389">17365 7905,'0'10,"10"12,17 18,15 6,4-4,-1-9,-2-11,-5-9,2-6,-2-10,3-13,-1-15,3-15,-2-11,-2 0,-9 10</inkml:trace>
  <inkml:trace contextRef="#ctx0" brushRef="#br0" timeOffset="76216.837">28439 3423,'28'18,"57"83,-26 1,-5 2,-5 3,-4 2,-6 1,5 33,102 378,40 330,-24 198,-136-836,8 0,10-2,10-3,8-2,68 149,-37-157,-60-129</inkml:trace>
  <inkml:trace contextRef="#ctx0" brushRef="#br0" timeOffset="77705.249">28153 3310,'328'44,"-46"-28,122-16,-198-2,3988 1,-4185 1,-4-1,0 0,0 1,0 0,0 0,0 0,1 1,-1 0,0 0,0 0,0 0,0 1,0 0,-1 0,1 0,-1 0,1 1,-1 0,0 0,0 0,0 1,3 2,52 119,79 313,-72-212,33 115,15 144,47 299,-66-291,-55-166,-6 218,-5 209,-29-744,1-8,0 0,-1 0,0 1,1-1,-1 1,0-1,0 0,0 1,-1-1,1 0,0 1,-1-1,0 0,1 1,-1-1,0 0,0 0,0 0,-1 0,1 0,0 0,-1 0,1 0,-1 0,0-1,0 1,1-1,-1 1,-1-1,-93 8,-932-19,233 32,330 29,-216 61,-547 142,485-138,607-95,101-12</inkml:trace>
  <inkml:trace contextRef="#ctx0" brushRef="#br0" timeOffset="81813.672">30978 7277,'-4'2,"0"-1,0 0,1 1,-1-1,1 1,-1 0,1 1,0-1,0 0,0 1,0 0,0 0,0 0,1 0,-1 0,1 0,0 1,0-1,-3 4,-58 92,4 2,5 2,5 3,4 2,5 2,-6 41,28-96,-41 120,-328 918,371-1051,7-16,0-1,-2-1,0 1,-2-2,-1 0,0 0,-16 16,-6-8,5-15</inkml:trace>
  <inkml:trace contextRef="#ctx0" brushRef="#br0" timeOffset="82274.848">29352 8533,'11'47,"63"328,3 168,-23-144,-50-375,1 24,2 0,2 0,2-1,2 0,2-2,3 1,1-2,3 2,-17-38,0 0,1 0,0 0,1-1,-1 0,1 0,1-1,-1 0,1 0,0-1,1 0,-1 0,1-1,0 0,0 0,0-1,0 0,1-1,-1 0,1-1,0 0,0 0,-1-1,10 0,9-4,1-1,-1-1,0-2,-1-1,1 0,-2-2,0-2,0 0,-1-1,0-2,-2-1,0 0,-1-2,0 0,-2-2,0 0,371-364,-292 303,-68 65</inkml:trace>
  <inkml:trace contextRef="#ctx0" brushRef="#br0" timeOffset="84083.132">14227 12157,'-2'224,"0"100,38 308,43 7,-66-490,88 714,-46-578,88 266,259 719,-200-648,-173-534,-24-63</inkml:trace>
  <inkml:trace contextRef="#ctx0" brushRef="#br0" timeOffset="85568.006">12513 16380,'276'0,"1229"-24,-1140 4,2353-54,-2058 62,299-59,-570 24,582-56,35 75,-883 24,1-6,-2-6,8-6,63-5,-191 27,0 0,0 1,0-1,0 0,0 0,0 0,0-1,0 1,0 0,0-1,0 0,-1 1,1-1,0 0,0 0,0 0,-1 0,1 0,0 0,-1 0,1-1,-1 1,0-1,1 1,-1-1,0 1,0-1,0 0,0 1,0-1,0 0,0 0,-1 0,1 0,-1 0,1 0,-1 0,0 0,0 0,0 0,0 0,0 0,0 0,-1 0,1 0,-1 0,1 0,-1 1,0-1,1 0,-1 0,0 0,-15-18,-1 1,0 1,-1 0,-1 2,0 0,-22-13,-20-18,-141-137,179 157,33 26,232 148,301 198,-520-333,-12-8,0 1,-1 0,1 0,-1 1,0 0,-1 1,0 0,0 1,0 0,-1 0,0 0,-1 1,0 1,0-1,-1 1,0 0,-1 0,0 1,0 0,-1 0,-1 0,1 4,-6 13,-1-1,-1 1,-1-1,-1 0,-2 0,-1-1,-1 0,-1 0,-1-1,-1-1,-2 0,-15 20,-381 516,407-553,-1 0,1-1,-1 0,0 0,-1 0,1 0,-1-1,0 0,-1 0,1-1,-1 0,-2 1,-15 4</inkml:trace>
  <inkml:trace contextRef="#ctx0" brushRef="#br0" timeOffset="86749.515">14227 12015,'-141'370,"93"-228,6 2,-22 141,68-400,-3 26,-3 13,3 0,4 0,3 0,3 1,3 0,4 1,22-57,-38 126,0 0,0 0,1 0,-1 0,1 1,0-1,1 1,-1-1,1 1,0 0,0 1,0-1,0 1,1-1,-1 1,1 1,0-1,0 1,0-1,0 2,0-1,1 0,-1 1,0 0,1 0,-1 1,1-1,-1 1,1 1,-1-1,1 1,5 1,5 2,0 1,0 0,0 1,-1 1,0 1,0 0,12 9,-16-11,129 87,-4 6,0 10,-35-29,261 213,-356-289,-1 1,1-1,-1 0,1 0,0-1,1 1,-1-1,1-1,-1 1,1-1,0 0,0-1,0 0,0 0,0 0,0-1,0 0,0 0,0-1,0 0,0 0,-1-1,7-1,8-12</inkml:trace>
  <inkml:trace contextRef="#ctx0" brushRef="#br0" timeOffset="90739.571">14055 13555,'159'31,"14"7,-134-30,0-2,0-2,0-1,1-2,31-4,-4 2,2531 0,-2576 1,1 1,0 1,-1 1,0 1,0 0,0 2,0 1,-1 1,0 0,0 2,-1 0,-1 2,0 0,0 1,-1 1,-1 0,0 1,-1 1,1 3,19 25,1-1,2-2,2-2,2-2,42 29,90 64,194 277,-11-36,-23-66,-123-98,-67-80,120 137,-61-73,218 210,-73-93,55 55,-252-181,-66-68,-53-73,2-2,2-1,1-2,2-1,1-2,5-1,-15-13</inkml:trace>
  <inkml:trace contextRef="#ctx0" brushRef="#br0" timeOffset="92828.121">17393 13783,'0'5,"0"7,5 5,1 1</inkml:trace>
  <inkml:trace contextRef="#ctx0" brushRef="#br0" timeOffset="93114.475">17309 14354,'0'15,"0"24,0 15,0 3,0 7,0 2,0-6,0-12</inkml:trace>
  <inkml:trace contextRef="#ctx0" brushRef="#br0" timeOffset="93384.212">17365 15269,'0'9,"5"14,1 11,5 6,1 5,-3 1,-2-4,-2-8</inkml:trace>
  <inkml:trace contextRef="#ctx0" brushRef="#br0" timeOffset="93654.294">17422 16125,'0'4,"0"7,0 7,0 4,0-1</inkml:trace>
  <inkml:trace contextRef="#ctx0" brushRef="#br0" timeOffset="94065.474">17479 16581,'5'9,"11"14,8 21,0 14,0 6,2 3,-4-6,-6-4,-1-6,-2-12</inkml:trace>
  <inkml:trace contextRef="#ctx0" brushRef="#br0" timeOffset="94671.194">16851 17209,'2'4,"1"1,0-1,0 0,1 0,-1 0,1 0,0 0,0-1,0 1,0-1,0 0,1-1,0 1,-1-1,1 0,0 0,0 0,0 0,0-1,1 0,-1 0,0-1,0 0,1 1,-1-2,-2 2,101 12,1-4,0-5,34-6,-51 2,685-4,-520-18,-223 18</inkml:trace>
  <inkml:trace contextRef="#ctx0" brushRef="#br0" timeOffset="95679.884">17878 17493,'-20'110,"19"-81,-12 434,-15-349,28-114,0 1,0 0,-1 0,1-1,0 1,-1 0,1 0,0-1,-1 1,1 0,-1-1,1 1,-1 0,0-1,1 1,-1-1,1 1,-1-1,0 1,1-1,-1 0,0 1,0-1,1 0,-1 1,0-1,0 0,0 0,1 0,-1 0,0 0,0 0,0 0,1 0,-1 0,0 0,0 0,0-1,1 1,-1 0,0 0,0-1,1 1,-1 0,0-1,1 1,-1-1,0 1,1-1,-1 0,1 1,-1-1,0 0,-23-40,12 5,1-1,2 0,2-1,2 0,1 0,2 0,1-4,-2 19,1 0,1-1,1 1,1 0,1-1,1 1,1 0,2 0,0 1,1-1,1 1,1 1,6-10,-10 25,1-1,0 2,1-1,-1 1,1 0,0 0,0 1,1 0,-1 0,1 0,0 1,0 1,0-1,0 1,1 1,-1-1,1 1,-1 1,0 0,1 0,-1 0,6 2,-13-2,1 0,0-1,0 1,-1 0,1 0,0 1,0-1,-1 0,1 0,0 1,0-1,-1 1,1 0,0-1,-1 1,1 0,-1 0,1 0,-1 0,0 0,1 1,-1-1,0 0,0 0,0 1,0-1,0 1,0-1,0 1,0 0,0-1,-1 1,1 0,-1-1,1 1,-1 0,0 0,0-1,0 1,0 0,0 0,0-1,0 1,0 0,-1 0,1-1,-1 1,1 0,-1-1,0 1,0 0,0-1,0 1,0-1,0 0,0 1,0-1,0 0,-1 1,1-1,0 0,-2 0,-6 4,0-1,0 0,-1 0,1-1,-1 0,0-1,0 0,0-1,0 0,-10-1,-33 6,51-5,1 0,0 0,0 0,0 0,-1 1,1-1,0 0,1 0,-1 1,0-1,0 1,1-1,-1 1,0-1,1 1,0-1,-1 1,1-1,0 1,0 0,0-1,0 1,0-1,0 1,0 0,0-1,1 1,-1-1,1 1,-1-1,1 1,0-1,-1 1,1-1,0 0,0 1,0-1,0 0,0 0,0 0,0 1,1-1,-1-1,0 1,1 0,-1 0,0 0,1-1,1 2,242 225,-177-159,-31-28,2-3,2-1,35 24,-17-33,-30-20</inkml:trace>
  <inkml:trace contextRef="#ctx0" brushRef="#br0" timeOffset="96228.826">18849 17408,'-18'35,"5"28,2 0,3 0,3 1,4 57,0-108,1 0,1 0,0 0,1 0,0 0,1 0,0-1,1 1,1-1,0 0,0 0,1-1,1 1,0-1,0-1,1 1,1-1,0-1,0 1,0-2,1 1,1-1,0-1,0 0,0 0,0-1,1-1,0 0,1 0,-1-2,11 3,6-7,-1-2,-1-1,1-1,0-1,-1-1,0-2,-1 0,0-2,-1-1,0-1,0-2,-2 0,0-1,0-1,3-6,75-44,-45 33,-9 6</inkml:trace>
  <inkml:trace contextRef="#ctx0" brushRef="#br0" timeOffset="99025.644">11086 12329,'5'24,"1"27,6 40,4 66,15 66,21 53,7 32,3 13,-5-9,-6-44,-8-62,-5-66,-11-62,-8-63,-9-74,-5-26</inkml:trace>
  <inkml:trace contextRef="#ctx0" brushRef="#br0" timeOffset="99413.705">11571 12699,'10'15,"8"24,15 34,22 49,16 37,1 21,-8 14,-4-7,-7-10,-9-27,-11-33,-26-56,-29-53,-15-42,-7-31,5-3</inkml:trace>
  <inkml:trace contextRef="#ctx0" brushRef="#br0" timeOffset="99932.128">11914 13528,'44'0,"104"-9,-142 7,0 0,0 0,0 0,0 0,-1-1,1 0,-1-1,0 1,0-1,0 0,0 0,-1 0,1-1,-1 1,0-1,-1 0,1-1,-1 1,0 0,0-1,-1 0,1-2,6-25,-2 0,-2-1,-1 0,-1 0,-2 0,-1 0,-2-2,1-10,-7-235,7 420,6 1,20 117,40 64,88 246,-129-492,-10-61,-6-35</inkml:trace>
  <inkml:trace contextRef="#ctx0" brushRef="#br0" timeOffset="100433.622">12513 12415,'0'-5,"0"17,0 42,0 35,0 37,0 30,0 28,0 21,10 6,13-15,12-25,5-33,-4-34,-4-30,-2-24,-1-19,-2-15,-4-11</inkml:trace>
  <inkml:trace contextRef="#ctx0" brushRef="#br0" timeOffset="101955.225">12827 13099,'8'8,"0"1,0 0,-1 0,0 1,-1-1,0 1,-1 1,0-1,0 1,-1 0,-1 0,0 1,0-1,0 6,21 274,-20-269,32 94,-35-115,0-1,-1 0,1 0,0 0,-1 1,1-1,0 0,-1 0,1 0,0 0,-1 0,1 0,0 0,-1 0,1-1,0 1,-1 0,1 0,-1 0,1-1,0 1,-1 0,1-1,-1 1,1-1,-1 1,1-1,-1 1,1-1,-1 1,1-1,-1 1,0-1,1 1,-1-1,0 0,1 1,-1-1,0 1,0-1,0 0,0 1,0-1,1 0,-1 1,0-1,-1 0,1 1,0-1,0 0,0 1,0-1,0 0,-1 1,1-1,0 0,0 1,-1-1,1 1,-1-1,1-20,-1-1,-1 1,0 0,-2 0,-1 0,0 1,-3-6,2 5,-5-34,11 55,0-1,0 0,0 0,0 0,0 0,0 1,0-1,0 0,0 0,1 0,-1 1,0-1,1 0,-1 0,0 1,1-1,-1 0,1 1,-1-1,1 0,-1 1,1-1,0 1,-1-1,1 1,0-1,-1 1,1-1,0 1,0 0,0 0,-1-1,1 1,0 0,0 0,0 0,-1 0,1 0,0 0,0 0,0 0,-1 0,1 0,0 0,0 0,0 0,-1 1,1-1,0 0,0 1,-1-1,1 1,0-1,-1 1,1-1,0 1,-1-1,1 1,-1 0,1-1,-1 1,1 0,-1-1,1 1,-1 0,0 0,1-1,-1 1,0 0,0 0,81 105,20 19,-100-123,-1-1,1 0,0 0,0 0,0 0,0 0,0 0,0 0,0 0,0 0,0 0,0 0,0-1,1 1,-1 0,0-1,1 1,-1-1,0 0,1 1,-1-1,0 0,1 0,-1 0,1 0,-1 0,1 0,-1 0,0 0,1 0,-1-1,0 1,1-1,-1 1,0-1,1 1,-1-1,0 0,0 0,0 0,0 1,0-1,0 0,0 0,0-1,0 1,0 0,0 0,-1 0,1-1,3-68,-9 32</inkml:trace>
  <inkml:trace contextRef="#ctx0" brushRef="#br0" timeOffset="102380.465">13084 12385,'10'5,"8"26,5 22,5 27,1 28,6 40,-3 9,-7 7,-7-15,-8-22,-5-19,-3-23,-2-21,-1-16,-1-12,1-12</inkml:trace>
  <inkml:trace contextRef="#ctx0" brushRef="#br0" timeOffset="102966.271">13285 11787,'0'-5,"0"3,9 27,4 23,14 37,7 53,17 62,5 68,3 48,-4 19,-2 5,0-16,1-30,-5-44,-4-56,-7-51,-3-45,-9-39</inkml:trace>
  <inkml:trace contextRef="#ctx0" brushRef="#br0" timeOffset="111501.871">20475 2310,'-2'-9,"-1"1,0-1,0 1,-1-1,0 1,-1 0,1 1,-2-1,1 1,-1 0,0 0,0 1,-1-1,0 1,0 1,-1 0,1 0,-6-3,3 1,-36-25,-2 2,-1 3,0 1,-45-14,48 26,0 2,-1 3,0 1,-1 3,0 2,0 1,0 3,-26 5,-43-3,80-5,0 1,1 2,-1 2,0 1,0 2,1 2,0 1,1 1,0 3,1 0,0 2,-25 17,-77 68,4 6,-92 99,155-126,3 3,4 2,3 4,5 2,3 2,5 2,3 2,-26 92,-30 116,70-178,5 0,6 2,5 0,7 1,4 0,8 30,-4-23,1 518,2-539,5-1,5 0,5-1,5-1,5-1,19 39,54 103,10-4,12-5,80 110,436 650,-328-557,96 80,19-12,192 158,285 135,-825-739,895 722,-721-611,-208-135,-44-30</inkml:trace>
  <inkml:trace contextRef="#ctx0" brushRef="#br0" timeOffset="112499.204">22302 10644,'0'0,"1"-1,-1 0,1 0,0 1,-1-1,1 0,-1 1,1-1,0 0,0 1,-1-1,1 1,0-1,0 1,0 0,0-1,-1 1,1 0,0 0,0-1,0 1,0 0,0 0,0 0,0 0,0 0,0 0,0 0,-1 1,1-1,0 0,0 0,0 1,0-1,0 0,-1 1,1-1,0 1,0-1,-1 1,1 0,39 15,0 3,-2 1,-1 1,0 3,-2 1,-1 1,1 3,70 66,-5 5,-4 4,48 70,-57-69,344 457,-98-170,-332-391,3 2,0 1,-1-1,0 1,1-1,-1 1,0 0,-1 0,1 1,-1-1,0 0,0 1,0 0,-1-1,1 1,-1 0,0 0,-1-1,1 1,-1 0,0 0,0 0,0 0,-1 0,0 0,0-1,-1 5,-8 6,-1 0,-1-1,0-1,0 0,-1-1,-1 0,0-1,-1 0,0-1,-1-1,-5 2,-4 5,-205 130,-465 279,170-149,485-258</inkml:trace>
  <inkml:trace contextRef="#ctx0" brushRef="#br0" timeOffset="131004.72">24158 10644,'0'-5,"14"9,10 17,11 30,14 31,-2 10,1 15,-7 2,-11-6,-11-11,-8-17,-7-21</inkml:trace>
  <inkml:trace contextRef="#ctx0" brushRef="#br0" timeOffset="131452.943">23986 11872,'0'1,"-1"0,1-1,0 1,-1 0,1-1,0 1,-1 0,1-1,0 1,0 0,-1 0,1-1,0 1,0 0,0 0,0-1,0 1,0 0,0 0,0-1,1 1,-1 0,0-1,0 1,1 0,-1 0,0-1,1 1,-1 0,1-1,-1 1,1-1,-1 1,1-1,-1 1,1-1,-1 1,1-1,0 1,-1-1,1 0,0 1,13 10,1-1,0-1,1 0,0-1,0 0,0-1,7 1,-15-5,72 19,1-3,1-3,1-5,-1-2,1-5,0-3,81-9,-31 4,-45 3,-55 1</inkml:trace>
  <inkml:trace contextRef="#ctx0" brushRef="#br0" timeOffset="131917.796">24585 12128,'0'5,"0"11,5 8,11 5,13-3,21-6,11-1,15-4,4-5,-1-3,-5-4,-5-1,-10-3,-9 1,-15-1</inkml:trace>
  <inkml:trace contextRef="#ctx0" brushRef="#br0" timeOffset="132183.093">24985 12528,'0'29,"0"39,0 27,0 22,0 5,0 2,0-11,0-20,0-25</inkml:trace>
  <inkml:trace contextRef="#ctx0" brushRef="#br0" timeOffset="132746.853">26070 11015,'2'0,"-1"0,0 0,0 0,1 0,-1 1,0-1,0 0,1 1,-1-1,0 1,0-1,0 1,0 0,1-1,-1 1,0 0,0 0,-1 0,1 0,0 0,0 0,0 0,-1 0,1 0,0 0,-1 0,1 0,-1 0,1 1,-1-1,0 0,1 0,-1 1,0-1,0 0,0 0,0 1,0-1,0 0,0 1,-1-1,1 0,0 0,-1 1,1-1,-23 60,6-38,-2-1,0 0,-1-2,-1 0,-1-1,-1-2,0 0,-2-1,-18 9,-27 20,64-43,1 1,-1 0,1 0,0 1,0 0,1-1,-1 2,1-1,0 0,0 1,0 0,1 0,-1 0,1 0,0 1,1-1,0 1,-1 0,2-1,-1 1,1 0,0 0,0 3,3-1,1 1,0 0,0 0,1-1,0 0,1 0,0 0,0 0,1-1,0 0,0 0,0-1,1 1,7 4,38 30,2-3,2-2,1-2,2-3,14 4,-22-10,212 96,-227-105</inkml:trace>
  <inkml:trace contextRef="#ctx0" brushRef="#br0" timeOffset="133644.294">24015 12584,'15'0,"24"0,19 0,11 0,17 0,23 0,7-4,14-17,4-9,-16 0,-4 1,-12 5,2-8,-12 1,-13 7,-9 7,-17 6</inkml:trace>
  <inkml:trace contextRef="#ctx0" brushRef="#br0" timeOffset="134613.827">27412 10730,'-6'8,"-195"94,69-41,-320 165,432-216,1 1,0 1,1 1,0 1,1 0,1 1,0 1,-12 17,25-29,1-1,0 0,0 1,1-1,-1 1,1 0,-1 0,1-1,0 1,1 0,-1 0,1 0,0 0,0 0,0 0,0 0,1 0,-1 0,1 0,0 0,0 0,1-1,-1 1,1 0,0-1,-1 1,2-1,-1 0,0 0,1 1,-1-1,1-1,0 1,0 0,0-1,1 1,128 74,211 34,-86 16,-233-117,3 2,2 0,-1-2,1 0,1-3,0 0,0-2,0-1,1-1,18-3,-2-1</inkml:trace>
  <inkml:trace contextRef="#ctx0" brushRef="#br0" timeOffset="135027.671">28439 10017,'10'24,"12"32,32 51,12 21,-1 14,-11 1,-15 1,-14-4,-12-12,-7-23,-5-23,-3-27</inkml:trace>
  <inkml:trace contextRef="#ctx0" brushRef="#br0" timeOffset="135441.004">27554 11843,'2'5,"-1"0,1 0,0 0,1 0,-1-1,1 1,0-1,0 0,1 0,-1 0,1 0,0 0,0-1,0 0,0 0,1 0,-1 0,1 0,0-1,-1 0,1 0,0-1,1 1,-1-1,0 0,0 0,0-1,1 0,-1 0,65 12,0-3,1-3,-1-3,39-5,-71 2,220-14,-1-10,-1-12,122-38,-298 56,-18 2</inkml:trace>
  <inkml:trace contextRef="#ctx0" brushRef="#br0" timeOffset="136076.865">28010 12385,'30'29,"8"-7,1-2,1-2,1-2,0-1,1-2,1-2,0-2,0-1,1-3,17-1,-47-3,39 5,0-2,1-3,-1-2,0-3,0-2,0-2,22-8,-35-1,-40 9,-13 10,1 1,0 0,0 0,0 1,0 1,0 0,1 0,0 1,0 1,1 0,0 0,-9 9,-2 3,1 0,0 2,1 0,2 1,0 1,1 1,2 0,0 1,2 0,0 1,2 0,1 1,1 0,2 1,0 0,2 0,1 0,1 0,2 0,0 1,2-1,5 26,-6-47,0-1,0 1,0 0,1-1,0 1,1-1,-1 1,1-1,0 0,1 0,-1 0,1-1,0 1,1-1,-1 0,1 0,0 0,0-1,1 0,-1 0,1 0,0-1,0 1,0-1,0-1,1 1,-1-1,1-1,5 2,20 1,0 0,0-3,0 0,0-2,16-3,-9-5,0 0,-1-3,0-1,-1-2,0-1,-2-2,0-2,-1-1,-1-1,25-23,195-150,-207 154</inkml:trace>
  <inkml:trace contextRef="#ctx0" brushRef="#br0" timeOffset="137103.807">23388 15811,'1'-2,"0"1,0 0,0 0,0 0,1 0,-1 0,0 1,1-1,-1 0,0 0,1 1,-1-1,1 1,-1 0,1-1,-1 1,1 0,0 0,-1 0,1 0,-1 0,1 0,-1 0,1 0,-1 1,1-1,0 1,8 3,0 0,0 1,0 1,-1 0,1 0,-1 0,-1 1,1 1,-1 0,-1 0,1 0,-1 1,-1 0,0 0,1 3,6 5,124 160,-135-173,0-1,1 1,-1-1,1 1,0-1,0 0,0 0,1 0,-1-1,1 1,-1-1,1 0,0 0,0 0,0 0,0-1,0 1,1-1,-1 0,0 0,0-1,1 1,-1-1,0 0,1 0,-1-1,0 1,1-1,-1 0,0 0,0-1,1 1,-1-1,7-9,-1 0,0 0,0-1,-1-1,-1 0,0 0,-1 0,-1-1,0 0,-1 0,0-1,-1 1,0-1,-2 0,1 0,-1-11,7-56,-3 0,-4 0,-7-58,-5 56,-3 1,-5 1,-3 0,-3 1,-4 1,-4-16,3-1,6-2,0-22,12 23,4-1,5 0,6-41,-4 130,0 0,1 0,1 0,0 0,0 0,1 0,0 1,1-1,0 1,0 0,1 0,0 1,1-1,0 1,0 0,1 0,0 1,0 0,1 0,0 1,0 0,0 0,1 1,0 0,0 1,0-1,0 2,1-1,8 0,-11 1,-1 1,1 1,0-1,0 1,0 0,0 1,0 0,0 0,0 0,0 1,0 0,-1 1,1-1,0 1,-1 1,1-1,-1 1,1 0,-1 0,0 1,3 2,8 14</inkml:trace>
  <inkml:trace contextRef="#ctx0" brushRef="#br0" timeOffset="137467.385">23472 14555,'-5'5,"-1"6,15 6,20 10,15 1,10-5,19-6,8-6,0-5,-10-3,-6-3,-11-1,-8 0,-8 0,-10 0</inkml:trace>
  <inkml:trace contextRef="#ctx0" brushRef="#br0" timeOffset="137972.897">24300 14612,'18'46,"27"230,-27-223,2-1,3-1,2-1,7 7,-31-54,-1 0,1 0,0 0,1 0,-1-1,0 1,1 0,0-1,-1 1,1-1,0 0,0 1,1-1,-1 0,0 0,1-1,-1 1,1 0,-1-1,1 0,0 1,0-1,0 0,-1 0,1-1,0 1,0-1,0 1,0-1,0 0,0 0,0 0,0-1,0 1,0-1,0 1,0-1,0 0,2-1,3-6,-1 0,1-1,-1 0,-1 0,1-1,-2 1,1-1,-2-1,1 1,-1-1,-1 1,0-1,0 0,-1-1,0-9,7-25,-3-1,-1 0,-3 0,-2 0,-3-24,2 65,1 0,-2 0,1-1,0 1,-1 0,0 0,-1 0,1 1,-1-1,0 0,0 1,-1 0,0 0,0 0,0 0,0 1,-1-1,0 1,0 0,0 0,0 1,-1 0,1 0,-1 0,0 0,0 1,0 0,0 0,0 1,0 0,0 0,-1 0,1 1,-4 0,-66-1,39 2</inkml:trace>
  <inkml:trace contextRef="#ctx0" brushRef="#br0" timeOffset="138566.707">26154 14041,'1'1,"-1"0,1 1,-1-1,0 0,1 1,-1-1,0 0,0 1,0-1,0 0,-1 1,1-1,0 1,0-1,-1 0,1 1,-1-1,1 0,-1 0,0 0,1 1,-1-1,0 0,0 0,0 0,0 0,0 0,0 0,0 0,-1 0,-18 20,-1-1,-1-1,-1-1,-1-1,-17 9,-2 2,-34 23,-3-4,-77 33,-130 47,279-123,-51 32,58-36,0 1,0 0,0 0,0 0,0 1,0-1,1 0,-1 0,0 0,1 0,-1 1,1-1,-1 0,1 1,-1-1,1 0,0 1,0-1,0 1,0-1,0 0,0 1,0-1,0 1,0-1,1 0,-1 1,1-1,-1 0,1 0,-1 1,1-1,0 0,0 0,-1 0,1 0,0 1,0-1,0-1,0 1,0 0,0 0,1 0,14 11,1-1,0-1,1 0,0-2,1 0,0-1,0 0,0-2,1 0,11 0,-11 0,141 29,1-7,2-8,-1-6,149-9,-270-5</inkml:trace>
  <inkml:trace contextRef="#ctx0" brushRef="#br0" timeOffset="138997.501">27069 14155,'-11'17,"-1"-2,0 0,-1 0,-1-1,0-1,-1 0,0-1,-1 0,0-2,-1 0,0 0,-1-2,0 0,-13 3,14-3,-76 32,-133 72,223-110,-1-1,1 1,0-1,0 1,0 0,0 0,0 1,0-1,0 1,1-1,-1 1,1 0,0 0,0 0,0 0,0 0,0 0,1 1,-1-1,1 1,0-1,0 1,0-1,1 1,-1 0,1-1,0 1,0 0,0-1,0 1,1 0,0-1,0 1,0-1,0 1,0-1,0 1,1-1,0 0,0 0,1 3,10 7,1-1,0 0,1-1,0-1,1 0,0-1,0 0,1-1,0-1,0-1,3 0,-4 0,73 21,2-4,0-4,2-4,0-4,0-4,0-4,64-8,-79 4</inkml:trace>
  <inkml:trace contextRef="#ctx0" brushRef="#br0" timeOffset="139327.534">28667 13413,'0'19,"0"27,5 38,6 30,11 20,2-4,-3-9,-6-16,1-10,-4-18,-3-16,2-13,-1-16</inkml:trace>
  <inkml:trace contextRef="#ctx0" brushRef="#br0" timeOffset="139693.08">27554 14896,'15'0,"19"0,37 0,42 0,29 0,7 0,5 0,22-9,19-9,5-5,3-10,-28 2,-39 6,-38 7,-35 6</inkml:trace>
  <inkml:trace contextRef="#ctx0" brushRef="#br0" timeOffset="140406.203">28467 15411,'-6'407,"-21"-294,26-111,0 1,0-1,0 0,0 0,0 0,-1 0,1 0,-1 0,1 0,-1 0,0 0,0-1,0 1,0-1,0 0,0 1,0-1,0 0,-1 0,1 0,0-1,-1 1,1 0,0-1,-1 0,1 1,-1-1,1 0,-1 0,1 0,-1-1,1 1,0-1,-1 1,1-1,-1 0,1 0,0 0,0 0,0 0,0 0,-2-2,-6-5,0 1,1-1,1-1,-1 0,1 0,1-1,-1 0,2 0,-1 0,2-1,-1 0,-3-12,-12-33,2-1,3 0,2-2,3 1,2-2,3 1,2-1,5-56,-2 105,1-1,1 1,0-1,0 1,1 0,1 0,0 0,0 0,1 0,0 1,1-1,0 1,1 0,0 1,1-1,0 1,0 0,1 1,0 0,0 0,1 1,0 0,1 0,-1 1,1 0,1 1,5-1,0 1,0 0,0 2,0 0,1 1,0 0,-1 1,1 1,-1 1,1 0,11 3,-21 0,1-1,-1 2,0-1,-1 1,1-1,-1 2,0-1,0 1,-1 0,1 0,-1 0,-1 1,1 0,-1 0,0 0,-1 1,0-1,0 1,0 0,-1-1,0 1,-1 0,0 0,0 1,-1-1,0 0,0 6,2-5,0 1,-1-1,0 1,0-1,-1 1,0 0,0-1,-1 1,-1-1,1 1,-2-1,1 0,-1 0,-1 0,0 0,0 0,0-1,-1 0,-1 0,1 0,-1 0,0-1,-1 0,0 0,0-1,0 0,-1 0,-4 2,-162 47,173-54,0-1,0 0,0 0,1 0,-1 1,0-1,0 0,0 1,1-1,-1 1,0-1,0 1,1-1,-1 1,1-1,-1 1,0 0,1-1,-1 1,1 0,-1-1,1 1,0 0,-1 0,1 0,0-1,-1 1,1 0,0 0,0 0,0 0,0-1,0 1,0 0,0 0,0 0,0 0,0 0,0 0,1-1,-1 1,0 0,1 0,-1 0,0-1,1 1,-1 0,1-1,-1 1,1 0,0-1,-1 1,1 0,0-1,-1 1,1-1,0 1,0-1,-1 0,1 1,0-1,0 0,0 0,163 106,-153-100,79 48,3-4,2-4,31 8,-14-25,-74-24</inkml:trace>
  <inkml:trace contextRef="#ctx0" brushRef="#br0" timeOffset="140792.832">29523 15125,'-37'-1,"28"-1,-1 1,0 0,1 1,-1 0,1 0,-1 1,0 1,1-1,0 2,-1-1,1 1,0 0,0 1,1 0,-1 1,1 0,0 0,-5 4,4 5,0 1,1 0,0 1,1-1,1 2,0-1,2 0,0 1,0 0,2 0,0 0,1 0,0 5,1-17,-8 90,5 0,3 1,10 55,-11-141,1 0,0 0,1-1,0 1,1 0,0 0,1-1,-1 1,2-1,0 1,0-1,0-1,1 1,0-1,1 1,0-1,0-1,1 1,0-1,0-1,1 1,-1-1,2 0,-1-1,0 0,1 0,0-1,7 3,143 0,-116-9</inkml:trace>
  <inkml:trace contextRef="#ctx0" brushRef="#br0" timeOffset="144283.634">23530 17408,'11'-23,"-2"-69,-3-1,-5 0,-7-55,2 37,-24-389,-93-481,20 456,-68-161,67 355,101 326,-2 0,2 0,-1 0,0-1,1 1,0-1,1 1,-1-1,1 1,0-1,0 1,0-1,1 1,0-1,0 1,1 0,-1-1,1 1,0 0,1 0,1-2,4 0,0 1,0 0,1 1,0 0,0 1,1-1,-1 2,1-1,-1 2,1-1,1 1,-6 1,247-57,2 12,165-6,-274 35,1651-185,-88 107,-173 35,-343-22,-1001 80,-187 3,0-1,0 1,0 0,-1 0,1 1,0-1,-1 1,1 0,-1-1,1 2,-1-1,0 0,0 1,0-1,0 1,-1 0,1 0,-1 0,1 0,0 3,78 178,-9 52,-11 3,-10 3,-10 1,5 212,-14 94,-27 149,-5-682,1-2,-1-1,-1 1,0-1,-1 1,0-1,-1 1,0-1,-1 0,-1-1,-1 3,-9 9,-2-1,0-1,-2-1,0-1,-1 0,-1-1,-1-1,-1-2,0 0,-1-1,-1-1,0-2,-1 0,0-2,-16 4,-79 26,-1-6,-2-5,-1-5,-1-6,-79-1,-1122 68,-238 99,-399 36,1568-191,54-3,69 0,200-18,-40 3,1 5,-56 18,131-22,0 2,1 1,1 2,1 1,-14 11,-4 1,13-6,0 2,2 1,1 2,-10 12,38-33,-49 35,56-42,-1-1,0 1,1 0,-1-1,0 1,1-1,-1 0,0 1,0-1,0 0,1 0,-1 0,0 0,0 0,1-1,-1 1,0-1,1 1,-1-1,0 1,1-1,-1 0,1 0,-1 0,1 0,-1 0,1 0,0 0,-1 0,1-1,0 1,0 0,0-1,0 1,0-1,0 0,-44-140,-107-511,5-412,135 933,-72-593,-24 157,101 543,2-1,1 0,1-1,1 1,2 0,2-24,-1 44,1-1,0 1,1-1,0 1,0 0,0 0,1 0,0 0,0 0,0 1,1 0,0 0,0 0,0 0,0 1,1 0,0 0,0 1,0-1,0 1,0 1,1-1,2 0,-8 3,85-38,1 3,2 5,84-17,-108 29,487-121,82 10,1387-167,-166 30,-1845 264,545-88,135 13,-152 56,172 29,-705-9,1 1,-1 0,0 0,0 1,0-1,1 1,-1 1,0-1,0 0,0 1,-1 0,1 1,0-1,-1 1,1-1,-1 1,0 1,0-1,0 1,-1-1,1 1,-1 0,1 1,15 28,-1 1,-2 0,-1 1,-2 1,-2 0,-1 1,-1 0,-3 0,0 8,36 307,-16 3,-15-1,-17 30,5-157,-2 794,3-1013,2 5,-2 0,0 0,0-1,-1 1,-1 0,0-1,-1 1,0-1,-1 0,0 1,-1-2,0 1,-1-1,-2 4,-11 4,0-2,-1 0,-1-1,-1-1,0-2,0 0,-2-1,1-1,-2-1,1-1,-1-1,0-2,-1 0,-14 0,-113 16,0-8,-1-6,-89-10,89 2,-585 8,1 33,-578 112,662-21,-569 195,966-246,94-27,2 7,-97 54,218-90,36-21,-1 0,1 0,-1 0,0-1,0 0,0 0,0 0,-1 0,1-1,-1 0,0 0,1-1,-1 0,0 0,0 0,0 0,0-1,0 0,0 0,0-1,0 0,0 0,-5-1,2-6,1 1,-1-1,1-1,0 1,1-2,0 1,0-1,1 0,1 0,0 0,0-1,0 0,2 0,-1-1,-4-7,-470-1274,100 397,362 856,1-2,3 1,1-2,2 1,2-2,1 1,3 0,1-25,-3-128,4 192,0 1,1-1,0 0,-1 1,1-1,0 1,1-1,-1 0,1 1,0-1,-1 1,2-1,-1 1,0 0,1-1,-1 1,1 0,0 0,0 0,0 0,0 0,1 1,-1-1,1 1,0-1,0 1,0 0,0 0,0 0,0 1,0-1,0 1,1-1,-1 1,1 0,-1 1,30-8,1 1,-1 2,1 2,-1 1,22 2,-10-1,494-45,-446 35,254-30,67-12,2086-222,-2061 235,-61 5,-79 7,-173 17,531-65,-544 50,77-9,-80 19,-87 11</inkml:trace>
  <inkml:trace contextRef="#ctx0" brushRef="#br1" timeOffset="-170454.275">23786 17094,'-41'-38,"-138"-243,94 145,-42-64,9-4,-64-160,135 250,5-2,5-2,-9-65,-96-666,131 788,-11-58,6 0,4-1,4-83,9 193,-3-2,1 0,1 0,0 0,1 0,0 0,1 1,1-1,-1 0,2 0,0 1,0 0,1 0,0 0,1 1,0-1,1 1,0 1,0-1,1 1,8-7,197-85,36-15,-132 70,3 5,2 6,47-5,327-35,300 0,-701 67,1509-113,-870 38,-370 44,295 9,127 33,-726-2,-1 3,0 3,0 2,-1 2,0 3,5 5,-42-10,0 2,-1 0,-1 1,0 1,0 0,-1 2,-1 0,-1 1,0 1,-1 0,0 1,-2 1,0 0,-1 0,-1 2,-1-1,-1 1,-1 1,-1 0,0 2,4 19,-1 1,-3 1,-2 0,-1-1,-3 1,-2 14,3 44,48 318,-9-118,-23 13,-16 159,-4-292,2-174,0-1,0 0,0 0,-1 0,-1 0,1 0,-1 0,-1 0,1 0,-1-1,-1 1,0-1,0 0,0 0,0 0,-1-1,-1 1,1-1,-1 0,0-1,0 1,0-1,-1-1,0 1,0-1,-4 2,-30 9,0-1,-1-2,0-2,-1-2,0-1,-1-3,1-2,-1-1,-24-4,36 3,-203 0,19-3,0 9,-197 33,-192 75,-365 126,779-186,3 8,3 8,-159 87,-299 198,549-306,-6 6,-2-5,-1-4,-3-4,-91 21,77-10,76-42,0-3,-1-1,0-2,0-2,0-2,-42-5,11 3,-299-1,360 1,1-1,-1 0,0-1,1 0,0-1,0-1,0 0,0-1,1 0,0-1,0-1,1 0,0-1,1 0,-1-1,2 0,-3-3,-31-38,3-3,1-1,3-1,3-2,2-2,1-7,-66-150,9-4,-15-87,-30-75,-10-64,53 6,49 219,10-2,-1-216,14 147,15 284,1-1,0 1,0 0,1-1,0 0,1 1,0-1,1 0,0 1,0-1,1 1,0-1,1 1,0 0,1 0,0 0,0 1,0-1,1 1,1 0,-1 0,1 0,1 1,3-3,10-2,1 0,0 2,1 0,0 1,1 2,0 0,0 1,20-2,5-2,61-12,0 6,1 4,0 5,36 5,125-10,122-26,93-7,1010-10,-1344 51,665-38,156-19,479 65,-1431-4,0 1,0 1,0 1,0 1,-1 1,1 0,-1 2,1 1,121 49,-123-46</inkml:trace>
  <inkml:trace contextRef="#ctx0" brushRef="#br1" timeOffset="-167931.475">20762 3338,'5'5,"2"1,-4-25,-4-38,-3 1,-3-1,-2 1,-2 0,-3 1,-18-43,27 80,-307-903,34 153,249 686,3 0,4-2,3-1,4 0,3-14,12 92,-2 1,0-1,1 0,0 0,0 0,1 0,0 0,0 0,1 0,0 0,0 0,0 0,1 1,0-1,1 0,-1 1,1 0,0-1,1 1,0 0,0 1,0-1,0 1,1 0,0 0,4-3,9 3,0 1,0 0,1 2,-1 0,1 1,0 1,5 1,5-1,396-11,214-100,-228 76,2 17,100 22,-273-1,966-28,-198-80,-71 14,-632 67,172 13,-464 12,1 0,-1 1,1 1,-1 0,0 1,0 1,-1 0,1 0,-1 1,0 1,-1 0,1 0,-1 1,-1 1,0 0,0 0,0 1,0 2,19 25,-1 1,-2 2,-2 0,-2 2,4 11,-16-33,30 75,-4 1,-4 2,-4 1,9 70,-17-77,8 53,-7 1,1 137,6-35,0 76,-27-280,-14 113,11-149,-1 0,0-1,0 0,0 1,-1-1,0-1,-1 1,1-1,-1 1,0-1,-1-1,0 1,0-1,0 0,0 0,-1-1,0 1,0-2,-2 2,-32 11,0-3,-1 0,-1-3,0-2,0-1,-17-2,-29 7,-563 113,-84 13,-61-24,-1258 133,1724-230,27-1,-124 28,-582 123,657-128,226-9,81-13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26:49.62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4132,'70'27,"-3"-10,1-4,0-3,1-3,0-2,5-4,-40 0,929 7,-650-10,154 0,-464 3,-1-1,1 0,-1 1,1-1,-1 0,0-1,1 1,-1 0,1-1,-1 1,0-1,1 0,-1 0,0 0,1 0,-1 0,0-1,0 1,0 0,0-1,0 0,-1 1,1-1,0 0,-1 0,1 0,-1 0,0 0,0 0,0 0,0-1,0 1,0 0,0-1,13-135,-17-946,-16 188,7 557,12 333,-1 4,1 0,-1 0,1 0,0-1,0 1,0 0,0 0,0-1,1 1,-1 0,0 0,1 0,0 0,0 0,-1-1,1 1,0 0,1 1,-1-1,0 0,0 0,1 0,-1 1,1-1,0 1,-1-1,1 1,0 0,0-1,0 1,0 0,1 0,21-4,0 1,0 1,0 1,1 2,-1 0,1 1,17 4,-9-2,1514 30,-1194-34,430-1,-607 14,-171-9,-1-1,1 1,0 0,-1 1,1-1,-1 1,0 0,0 0,-1 1,1-1,-1 1,0-1,0 1,0 0,-1 0,0 0,0 1,0-1,-1 0,1 1,-1-1,0 1,-1 0,0-1,0 1,0-1,0 1,-1 3,1 1,5 429,5-125,19 38,83 737,-59-600,-16-244,-36-239,0 0,0-1,1 1,0-1,0 1,0-1,0 0,1 0,0 0,0 0,1 0,-1-1,1 1,0-1,0 0,1 0,-1-1,1 1,-1-1,1 0,0 0,1 0,-1-1,0 0,2 0,16 1,0-1,-1-1,1-1,0-1,-1-2,1 0,-1-1,1-1,11-5,34-5,151-18,119 1,-184 19,477-20,176 32,-389 4,-418-3,5 0,-1 1,0-1,0 0,0 0,1 0,-1 0,0-1,0 1,0-1,0 0,0-1,0 1,0-1,0 1,0-1,0 0,-1-1,1 1,-1-1,0 1,0-1,0 0,0 0,1-2,2-10,-1 0,-1-1,0 0,-1 0,0 0,-1 0,-1 0,-1 0,-1-2,2-8,-3-119,-6 0,-7 1,-6 0,-20-57,-94-335,-1-10,115 470,3-1,3-1,4-1,3 1,4-2,3-9,7-44,-4 129,0-1,0 1,1 0,0 1,0-1,0 0,0 1,1-1,-1 1,1 0,0 0,-1 1,2-1,-1 1,0 0,0 0,1 0,-1 1,1-1,-1 1,1 0,0 0,-1 1,1-1,0 1,0 0,-1 1,1-1,0 1,0 0,-1 0,3 1,12-2,1000 5,588-6,-1236-10,-1-16,70-26,-279 23,-160 29,1 0,0 0,0 0,0 0,0 1,0-1,0 1,0 0,0 0,0-1,0 1,1 0,-1 1,0-1,0 0,0 1,0-1,0 1,0-1,0 1,0 0,-1 0,1 0,0 0,0 0,-1 1,1-1,0 0,-1 1,1-1,-1 1,0-1,0 1,1 0,-1 0,0-1,-1 1,1 0,0 0,0 0,-1 0,1 0,-1 0,0 0,1 0,-1 0,0 1,0-1,0 0,-1 0,1 0,0 0,-1 0,-13 414,2 889,14-841,-3-379,-1-31,3 0,1-1,3 1,9 35,-12-84,1 0,0 0,0 0,0-1,1 1,-1-1,1 0,0 0,1 0,-1 0,1-1,-1 0,1 0,0 0,0 0,0-1,0 0,1 0,-1-1,1 1,-1-1,1 0,-1 0,1-1,0 0,-1 0,1 0,0-1,-1 0,1 0,5-1,10 2,1535-31,-228-5,-1300 37,-21 0,1-1,-1 1,1-1,-1-1,1 1,-1-1,0-1,1 1,-1-1,0-1,0 1,0-1,4-2,-9 2,1 0,-1 1,0-1,0 0,0 0,-1 0,1-1,-1 1,1 0,-1-1,0 1,0-1,-1 1,1-1,-1 1,1-1,-1 1,0-1,-1-2,2-3,-2-27,-1 0,-2 0,-2 0,-1 1,-1 0,-2 0,-13-28,-245-637,172 377,14-4,8-36,62 294,-7-21,5 0,4-1,2-77,8 154,-1 11,0-1,1 1,-1 0,1 0,0-1,0 1,0 0,0 0,1-1,-1 1,1 0,0 0,0 0,0-1,0 1,1 0,-1 1,1-1,0 0,-1 0,1 1,1-1,-1 1,0-1,0 1,1 0,0 0,-1 0,1 0,0 1,0-1,0 1,0 0,0-1,0 1,3 0,240-6,78 10,125 2,320-42,-598 12,130-38,-247 51,-46 10,-3 0,0 0,0 0,1 1,-1 0,1 0,0 0,-1 1,1-1,-1 1,1 1,0-1,-1 1,1 0,-1 0,1 1,-1-1,0 1,1 0,-1 1,0 0,0-1,0 2,5 8,-1 1,-1 0,0 0,0 1,-2 0,0 0,0 0,-1 1,-1 0,0 0,-2 0,2 14,0-7,33 237,-11 2,-12 1,-15 139,1-391,-1 108,-3-28,4 1,4-1,3-1,5 1,3-1,22 66,-31-141,0-1,1 0,0 0,1-1,1 1,0-2,0 1,1-2,1 1,0-1,0-1,1 0,0 0,1-1,0-1,0 0,0-1,1 0,0-1,0-1,0 0,1-1,4 0,58 11,1-3,0-4,0-3,47-4,-73 0,990-7,-976 7</inkml:trace>
  <inkml:trace contextRef="#ctx0" brushRef="#br0" timeOffset="815.78">2140 4645,'-4'-1,"0"1,0-1,0 1,0 0,1 0,-1 1,0-1,0 1,0 0,1 0,-1 0,0 1,1-1,-1 1,1 0,0 0,-1 0,1 0,0 1,0-1,1 1,-1-1,0 1,1 0,0 0,-1 1,1-1,1 0,-1 1,0 1,-8 21,2 1,1 0,1 0,2 1,0 0,2 0,1 0,2 14,-1-9,2 0,2 0,0-1,3 1,0-1,2 0,2-1,0 0,3-1,0 0,2-1,1-1,1 0,1-2,2 0,0-1,2-1,1-1,0-1,24 15,-42-31,1-1,0-1,-1 0,2 0,-1 0,0 0,1-1,-1-1,1 1,0-1,0-1,0 1,0-1,0-1,0 1,0-1,0-1,0 1,0-2,0 1,0-1,0 0,0 0,-1-1,1 0,-1-1,7-4,-7-1,0 0,-1-1,-1 0,1 0,-1 0,-1-1,0 1,-1-1,0 0,0 0,-1-1,0-7,7-54,-2-1,-4 0,-3 0,-4-5,3 49,-1-1,-2 1,0 0,-3 0,0 0,-2 1,-1 0,-2 1,0 0,-2 1,-1 0,-1 1,-2 1,0 0,-1 2,-11-10,20 26,0 0,0 1,0 0,-1 0,0 1,-1 0,1 1,-1 1,0 0,1 0,-1 1,-1 0,1 1,0 1,0 0,0 1,0 0,0 0,0 2,0-1,0 2,-8 2,-18 4,6-1</inkml:trace>
  <inkml:trace contextRef="#ctx0" brushRef="#br0" timeOffset="1233.149">484 991,'0'10,"0"3</inkml:trace>
  <inkml:trace contextRef="#ctx0" brushRef="#br0" timeOffset="1772.952">599 22,'-5'0,"-1"15,-1 9,2 15,2 21,1 9,0 33,2 12,0 2,0 1,5-5,2-7,9 7,2-10,3-17,-2-9,-5-18</inkml:trace>
  <inkml:trace contextRef="#ctx0" brushRef="#br0" timeOffset="2364.611">1141 79,'0'97,"-3"-4,4 0,4-1,5 1,3-1,7 11,4-23,4-2,4 0,2-2,4-2,4-1,2-3,3-1,12 9,55 42,-112-118,1 0,-1 0,1 0,0 0,0-1,0 1,0-1,0 0,0 0,0 0,0 0,1-1,-1 1,0-1,0 0,1 0,-1 0,0 0,0-1,0 1,1-1,-1 0,0 0,0 0,0 0,0 0,0-1,0 1,-1-1,1 0,0 0,-1 0,1 0,-1-1,0 1,0 0,0-1,2-2,56-120,-35 40,-5-1,-3-1,-4-1,-4 0,-3-53,-3 93,-3 0,-1 1,-3-1,-2 0,-1 1,-3 0,-15-41,13 52,-1 2,-2 0,-1 0,-2 2,-1 0,-15-18,24 38,0 0,-1 0,0 1,0 1,-2 0,1 0,-1 1,0 1,-1 0,0 1,-1 0,1 1,-1 1,0 0,0 1,-14-1,8 2,-1 0,1 2,-1 0,1 2,-1 0,1 2,-1 0,1 1,0 1,-12 5,27-7,1-1,-1 1,1 0,0 0,1 1,-1 0,0 0,1 0,0 0,0 0,0 1,0 0,1 0,0 0,0 0,0 0,1 1,0-1,0 1,0 0,0-1,1 1,-8 38</inkml:trace>
  <inkml:trace contextRef="#ctx0" brushRef="#br0" timeOffset="3080.617">19434 2562,'926'0,"-833"1,-1-4,0-5,-1-3,0-4,-1-4,21-11,95-37,-116 42</inkml:trace>
  <inkml:trace contextRef="#ctx0" brushRef="#br0" timeOffset="3588.012">20263 2876,'0'5,"-5"6,-2 6,6 6,22 3,37-3,37-5,41-6,13-4,10-5,1-1,4-3,3-9,-18-9,-14-6,-21-3,-25 3,-27 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26:55.983"/>
    </inkml:context>
    <inkml:brush xml:id="br0">
      <inkml:brushProperty name="width" value="0.05" units="cm"/>
      <inkml:brushProperty name="height" value="0.05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3693 1669,'0'4,"0"12,10 13,17 1,20 1,30 4,36-3,38-3,31-6,1-7,-8-6,-4-5,-2-4,-5-1,-22-1,-29 0,-34 0</inkml:trace>
  <inkml:trace contextRef="#ctx0" brushRef="#br0" timeOffset="369.161">4806 955,'0'10,"10"27,8 31,10 34,16 43,9 41,1 46,1 33,-4 29,-11 14,-12-2,-11-49,-8-58,-1-58,-2-43,-1-38</inkml:trace>
  <inkml:trace contextRef="#ctx0" brushRef="#br0" timeOffset="-1755.515">1096 698,'0'-5,"14"-2,16 6,11 3,9 5,5 7,8 1,13-2,13-4,11-2,2-4,9-1,-10-2,-17 0,-9 0,-16-1</inkml:trace>
  <inkml:trace contextRef="#ctx0" brushRef="#br0" timeOffset="-1009.29">953 755,'22'50,"101"204,-11 6,56 203,-153-441,-6-52,-3 4,0 19,0 1,0-1,0 1,1 0,-1 1,1 0,1 0,-1 0,1 1,0 0,0 0,0 1,0 0,1 1,-1 0,1 0,0 0,-1 1,1 1,0 0,0 0,0 0,-1 1,1 0,0 1,6 2,-4 0,-1-1,0 2,1-1,-2 2,1-1,-1 1,0 1,0-1,0 2,-1-1,-1 1,1 0,-1 1,0 0,-1 0,0 0,-1 1,0 0,4 9,2 9,-1-1,-1 2,-2-1,-1 1,-1 0,1 30,-6-59,2 13,0-1,-1 1,0 0,-1-1,0 1,-1 0,0-1,-1 1,-1-1,0 0,0 0,-1 0,-1 0,0 0,-1-1,0 0,-6 9,-3-10,1 0,-1-1,-1-1,0-1,0 0,0 0,-1-2,0 0,0-1,0-1,0-1,-1 0,1-1,-1-1,-2 0,-429-4,369 1</inkml:trace>
  <inkml:trace contextRef="#ctx0" brushRef="#br0" timeOffset="-378.906">2123 1068,'4'1,"-1"1,0-1,1 0,-1 1,0 0,0-1,0 1,0 0,0 1,0-1,-1 1,1-1,-1 1,0 0,1-1,-1 1,0 1,-1-1,2 3,2 1,131 206,-9 5,-10 6,-9 5,10 59,-55-131,-7-64,-54-91,0-1,0 1,0-1,-1 0,2 0,-1 0,0 0,0 0,0-1,0 1,1 0,-1-1,0 0,0 0,1 1,-1-1,0 0,1-1,-1 1,0 0,0-1,1 1,-1-1,0 0,0 0,0 0,0 0,0 0,0 0,0 0,0-1,0 1,-1-1,1 1,-1-1,1 0,-1 0,1 0,-1 1,0-1,0 0,0-1,0 1,0 0,0 0,-1 0,1 0,-1-1,0 1,1 0,-1-1,0 1,44-197,-40 168,108-754,-94 682,-3 26</inkml:trace>
  <inkml:trace contextRef="#ctx0" brushRef="#br1" timeOffset="66017.045">1952 3893,'-2'4,"0"-1,0 0,0 1,0-1,-1 0,1-1,-1 1,0 0,0-1,0 1,0-1,0 0,0 0,-1 0,1-1,-1 1,1-1,-1 0,0 0,1 0,-1 0,0-1,0 1,1-1,-1 0,0 0,0-1,0 1,-1-1,-7 2,-22 1,0-1,0-2,0-1,0-2,0-2,0 0,1-3,0 0,-20-11,-33-16,2-4,-72-46,76 38,2-3,2-4,3-2,2-4,4-3,1-3,4-3,3-2,3-3,-23-44,24 20,4-3,5-2,4-1,5-3,4-1,-8-65,7-9,9-2,8 0,7-118,9 252,2 1,3 0,1 0,3 0,3 0,1 2,2-1,4-1,3 2,3 0,2 2,2 2,1 0,3 2,1 1,2 2,2 1,2 2,1 1,1 3,2 1,1 2,1 2,2 2,0 2,2 2,0 3,47-12,148-26,2 11,2 11,1 10,204 9,-210 5,0 10,0 10,-1 12,97 25,-279-35,-1 2,-1 3,0 2,-1 3,-1 2,-1 3,-2 2,-1 2,-1 3,35 30,-26-3,-2 2,-4 2,-2 2,-3 3,-3 2,-4 2,-2 2,-4 1,-4 2,-3 1,18 79,-18-35,-5 1,-6 0,-5 2,-6 0,-5 0,-7 16,3-80,-4-1,-2 0,-3 0,-2-1,-3-1,-3 0,-2-1,-19 33,-4-8,-4-2,-3-3,-4-2,-3-2,-3-3,-4-3,-31 25,-19 7,-4-5,-5-5,-3-5,-33 11,28-23,-2-5,-4-6,-1-7,-4-5,-1-7,-2-6,-2-6,-1-7,-1-7,0-6,-100-6,232-5,0-1,0 0,0-2,1 0,-1 0,0-2,1 0,0-1,0-1,0 0,1-2,0 0,1 0,-1-2,1 1,1-2,-5-5,-7-18,0-1,3-1,1-1,2-1,1-1,3-1,-3-12,-11-21,-57-140,57 130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27:01.223"/>
    </inkml:context>
    <inkml:brush xml:id="br0">
      <inkml:brushProperty name="width" value="0.05" units="cm"/>
      <inkml:brushProperty name="height" value="0.05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 5065,'30'13,"295"80,-133-70,1-9,161-10,-290-4,1040-4,-1089 4,-10 1,0 0,-1 0,1 0,0-1,0 0,-1 0,1 0,0 0,0-1,-1 0,1 0,0 0,-1 0,1-1,-1 0,1 0,-1 0,0-1,0 1,0-1,0 0,0 0,-1 0,0-1,1 1,-1-1,0 0,-1 0,1 0,-1 0,1 0,-1-2,3-19,-2 0,-1-1,-1 1,-1 0,-1-1,-1 1,-1 0,-2-1,-3-8,6 20,-170-721,-115-729,242 1142,14-1,11-200,25 405,-4 115,0 0,0 0,0 0,1 0,-1 0,1 0,0 1,0-1,0 1,0-1,0 1,0 0,1-1,-1 1,1 0,-1 1,1-1,0 0,0 1,0 0,0 0,0-1,0 2,0-1,0 0,1 1,-1-1,0 1,0 0,0 0,1 0,-1 1,0-1,0 1,0-1,0 1,0 0,0 0,0 1,2 0,26 1,1001 13,-775-17,111 3,225 0,416-58,-882 42,0-6,99-28,56-73,-278 118,0 1,1 0,-1 0,1 0,0 0,-1 1,1-1,0 1,0 1,0-1,0 0,0 1,0 0,0 1,-1-1,1 1,0 0,0 0,0 0,0 1,-1-1,1 1,-1 0,1 1,-1-1,0 1,4 2,1 6,-1 1,0 0,-1 0,0 1,0-1,-2 1,0 1,0-1,2 14,-4-17,44 164,-8 1,7 102,28 249,1-94,157 822,-216-1189,3 0,2-1,16 28,-28-71,1 0,1-1,1 0,0 0,2-2,0 1,1-2,15 13,-22-20,1-1,1-1,0 1,0-2,0 1,1-1,0-1,1 0,-1-1,1 0,0-1,0 0,0-1,6 1,57 2,0-3,0-4,-1-2,1-4,0-4,-4 3,212-24,-3-12,205-63,-463 101,15-3,0-1,-1-2,0-2,-1-1,-1-2,18-12,-45 21,0-1,-1 0,-1 0,1 0,-1-1,-1 1,0-1,0 0,-1-1,0 1,-1-1,0 1,0-1,-1 0,-1 1,0-1,-1 0,1 0,-2 1,0-1,0 1,-1-1,-1-2,1-10,-26-122,-6 2,-7 1,-48-109,69 193,-114-307,-25-64,-90-396,234 758,-49-211,-1-91,64 353,-1 11,1 0,1-1,-1 1,1 0,0-1,0 1,0-1,1 1,0-1,0 1,0-1,1 1,0-1,0 1,0 0,1-1,0 1,0 0,0 0,0 0,1 0,0 1,0-1,0 1,1-1,-1 1,1 0,0 1,0-1,1 1,-1-1,1 1,0 0,21-4,0 1,1 1,0 1,0 2,1 1,-1 0,6 3,1-2,556 1,-267-25,-2-15,-2-13,-2-15,292-102,-107-13,-486 176,-12 3,1 1,-1-1,1 1,-1 0,1 1,0-1,0 1,0 0,0 0,0 0,0 1,0 0,0 0,0 0,0 0,0 1,0 0,0 0,-1 0,1 1,0-1,0 1,-1 0,1 1,2 1,0 5,0 0,-1 1,0 0,0 0,-1 0,-1 1,1 0,-2-1,0 2,0-1,0 1,29 141,-6 1,5 145,-3 669,-23-494,-4-395,0 62,6-1,6 0,31 137,-40-260,2 0,0 0,1 0,0-1,2 0,0-1,0 0,1 0,1-1,1 0,7 6,-6-2,-1 1,-1 0,0 0,-1 1,-2 1,0 0,-1 0,1 9,5 11,5 16,-12-35,0 0,2-1,0 1,2-2,0 1,1-1,1-1,7 8,-10-15,0-1,2-1,-1 0,1 0,0-1,1 0,0-1,1-1,0 0,0 0,0-1,1-1,-1 0,1-1,1-1,-1 0,0-1,1 0,-1-1,1-1,165-9,138-26,127-29,279-31,80 42,-798 53,93-21,-96 20,0-1,0 0,0 1,0-1,0 0,0-1,-1 1,1 0,-1-1,0 1,1-1,-1 0,0 0,0 0,-1 0,1 0,-1 0,1-1,-1 1,0 0,0-1,-1 1,1-1,-1 1,0 0,1-1,-3-19,0 0,-1 1,-1 0,-2 0,0 0,-1 1,-8-17,11 27,-299-836,14-206,165 572,113 440,-22-70,5-2,4 0,6-2,5 0,2-82,19 28,-8 165,0 1,0-1,0 0,1 0,-1 0,1 1,0-1,0 0,1 1,-1-1,1 1,-1-1,1 1,0 0,0 0,1 0,-1 0,1 0,-1 0,1 1,0-1,0 1,0 0,1-1,-1 2,0-1,1 0,-1 1,2-1,18-4,0 2,1 1,-1 0,0 2,1 1,-1 1,22 3,6-1,1071 32,-922-34,1468-8,-1441 1,-59 3,-159 2,-1 0,1 1,0 0,-1 0,1 1,0 1,-1-1,1 1,-1 0,0 1,1 0,-1 1,-1-1,1 1,0 1,-1 0,0 0,0 0,-1 1,1 0,-1 0,3 4,0 10,0 0,-1 1,-1 0,-1 0,-1 0,-1 1,-1 0,-1 0,0 20,0-21,25 989,-25-625,6-171,22 109,-23-252,3-1,3 0,3-1,3 0,3-2,3 0,3-2,2-1,27 39,-49-93,0 0,0 0,1-1,0-1,1 0,0 0,0 0,1-2,0 1,0-1,0-1,1 0,0-1,0 0,0 0,6 0,201 14,-194-18,954-8,326 7,-1233 1</inkml:trace>
  <inkml:trace contextRef="#ctx0" brushRef="#br0" timeOffset="1985.93">481 556,'0'10,"5"17,2 15,9 23,11 31,2 13,5 13,1 9,-4-8,-8-19,-3-23,-5-21,-5-20</inkml:trace>
  <inkml:trace contextRef="#ctx0" brushRef="#br0" timeOffset="2668.252">910 299,'1'494,"0"-435,4-1,2 0,2 0,3-1,2-1,3 0,2 0,3-2,20 35,-36-75,1-1,1 0,0-1,1 1,0-2,1 1,0-1,0-1,1 0,1 0,11 7,-21-16,0-1,-1 1,1-1,-1 0,1 1,0-1,-1 0,1 0,0 0,-1 0,1 0,0 0,-1-1,1 1,-1 0,1-1,0 0,-1 1,1-1,-1 0,0 1,1-1,-1 0,1 0,-1 0,0-1,0 1,0 0,0 0,0-1,0 1,0 0,0-1,0 1,-1-1,1 1,0-1,-1 1,1-1,-1 0,0 1,0-1,0 0,1 1,-1-1,-1-1,10-37,-2-1,-3 0,0-1,-3 1,-3-26,1 21,-1 0,-3-1,-2 2,-11-43,13 71,0-1,-1 1,-1 0,-1 0,0 1,-1 0,-1 1,0-1,-1 2,-1 0,0 0,-1 1,-13-11,9 16,0 0,-1 1,0 1,0 1,0 0,-1 1,1 1,-1 1,0 1,1 0,-1 1,0 1,0 1,1 1,-4 1,-3-2,-29 7,1 1,0 3,0 3,2 1,0 3,1 2,1 2,1 2,-38 29,58-36,2 1,0 2,1 1,2 1,0 0,-12 20,8-10</inkml:trace>
  <inkml:trace contextRef="#ctx0" brushRef="#br0" timeOffset="567.186">339 6235,'0'5,"14"7,15 5,22 1,12-4,9-3,23-4,13-3,9-3,8-1,2 0,-6-1,-18 0,-22 1,-20-1,-21 1</inkml:trace>
  <inkml:trace contextRef="#ctx0" brushRef="#br0" timeOffset="876.363">1680 5722,'5'0,"6"0,11 25,7 31,-2 21,-5 22,-7 4,0 4,-3-7,-4-11,-3-19</inkml:trace>
  <inkml:trace contextRef="#ctx0" brushRef="#br0" timeOffset="1386.112">2080 5779,'4'2,"0"-1,0 1,0 0,0 1,0-1,-1 1,1-1,-1 1,0 0,1 1,-1-1,-1 0,1 1,0 0,-1-1,0 1,1 1,1 1,25 43,-3 1,-2 0,-2 2,-2 1,-1 7,-17-54,32 100,58 140,-89-239,0-1,1 0,-1 1,1-1,0-1,1 1,0 0,-1-1,2 0,-1 0,0-1,1 0,0 0,0 0,-3-4,0 0,0-1,-1 0,1 1,0-1,-1 0,1 0,-1-1,0 1,1 0,-1-1,0 0,0 1,0-1,0 0,0 0,0 0,0 0,-1-1,1 1,-1 0,1-1,-1 1,0-1,0 1,0-1,0 1,-1-1,1 0,-1 0,0 1,1-1,-1 0,10-43,-2 0,-1 0,-3 0,-1-1,-3-8,0 35,2-28,-2 0,-2 1,-3-1,-1 1,-3 0,-1 0,-3 1,-1 1,-5-6,12 31,-1 1,-1 0,0 1,-2-1,0 2,-1 0,0 0,-2 1,0 0,0 2,-2-1,-1 1,7 9,0 2,0-1,0 1,0 1,0 0,-1 0,1 1,-1 0,1 1,-1 0,1 1,-1 0,1 1,-6 1,4-1,-16 1</inkml:trace>
  <inkml:trace contextRef="#ctx0" brushRef="#br1" timeOffset="46057.246">4220 3096,'0'86,"-1"60,6 1,18 104,26 14,61 179,-69-308,6-1,5-2,33 50,-55-130,2-2,3-1,2-2,1-1,3-2,8 4,5 4,-49-39,-10-6</inkml:trace>
  <inkml:trace contextRef="#ctx0" brushRef="#br1" timeOffset="46539.114">3963 4580,'13'8,"-1"0,1 1,-2 1,1 0,-2 0,1 1,-1 1,-1-1,1 3,-2-3,302 427,-190-258,29 35,67 66,-208-273,4 9,1-1,0-1,1 0,1-1,0-1,1 0,1-1,0-1,12 6,-22-15,-1-1,1 0,-1 0,1 0,0-1,-1 0,1 0,-1-1,1 0,-1 0,1 0,-1-1,1 0,-1 0,0-1,0 0,0 0,0 0,-1-1,1 0,-1 0,0 0,0 0,-1-1,1 0,2-4,70-70,-4-3,-4-3,33-56,-97 134,99-137,-5-4,68-143,-133 216,-12 17</inkml:trace>
  <inkml:trace contextRef="#ctx0" brushRef="#br1" timeOffset="47395.338">6303 7434,'8'1,"0"0,-1 1,1-1,0 2,-1-1,1 1,-1 0,1 1,-1-1,-1 1,5 4,18 8,199 123,150 151,-287-239,-89-51,0 1,-1-1,1 0,0 1,0-1,0 0,-1 0,1-1,0 1,0 0,-1-1,1 1,0-1,-1 1,1-1,0 0,-1 0,1 1,-1-1,1 0,-1-1,1 1,-1 0,0 0,0 0,1-1,-1 1,0-1,0 1,-1-1,1 1,0-1,0 0,-1 1,1-1,-1 0,1 0,-1 1,0-1,0 0,0-1,3-16,-2 0,-1 0,0 0,-2 0,0 1,-1-1,0 0,-7-16,-22-67,-5 1,-4 3,-5 1,-12-13,-126-228,99 196,6-4,7-2,6-4,8-3,-30-125,79 251,2-1,2 1,0-1,2 0,2 0,0 0,2-1,1 1,2 0,0 1,2-1,3-4,-6 27,0 1,0-1,1 1,0 0,0 0,0 0,1 0,-1 1,2 0,-1 0,0 0,1 1,0 0,0 0,0 0,7-2,18-6</inkml:trace>
  <inkml:trace contextRef="#ctx0" brushRef="#br1" timeOffset="47816.975">5846 6179,'0'5,"0"6,10 1,17 9,10 1,8-4,10-5,35-4,22-4,16-3,1-1,-2-2,-4-5,-7-6,-10-6,-22-1</inkml:trace>
  <inkml:trace contextRef="#ctx0" brushRef="#br1" timeOffset="49487.012">7131 6208,'-5'0,"-1"1,1 0,0 0,0 0,0 1,-1 0,2 0,-1 0,0 0,0 1,1 0,-1 0,1 0,0 1,0-1,0 1,0 0,1 0,0 1,0-1,0 0,0 1,1 0,-2 2,-2 5,1 1,0-1,1 1,0 1,0-1,2 0,0 1,0 0,1 2,1-7,1 1,0 0,0-1,1 1,0-1,0 1,1-1,0 0,1 0,0 0,1-1,-1 1,2-1,-1 0,1-1,0 1,1-1,-1 0,2-1,-1 0,1 0,0 0,0-1,0 0,2 0,-8-4,19 11,-1-2,2 0,-1-1,1-2,1 0,-1-1,1-1,20 1,-39-8,-1 1,1-1,0-1,-1 1,1 0,-1-1,0 1,0-1,0 0,0 0,-1-1,1 1,-1 0,1-1,-1 0,0 1,-1-1,1 0,-1 0,1 0,-1 0,-1 0,1 0,0 0,-1 0,0-1,0 1,0 0,0 0,-1 0,0 0,0-1,2-7,0-19,-2 0,-1 0,-2 1,0-1,-2 1,-2 0,0 0,-2 1,-1 0,-2 1,-1 0,-1 1,-1-1,11 21,0-1,-1 1,0 0,0 1,-1-1,0 1,0 0,0 1,-1 0,0 0,0 0,0 1,0 0,-1 1,1 0,-1 0,0 1,0 0,0 1,0 0,-7 0,5 0,6-1,-1 1,1-1,-1 1,1 0,-1 0,1 1,-1 0,1 0,-1 0,1 1,-1-1,0 1,1 1,0-1,-1 1,1 0,0 0,0 0,0 1,0 0,0 0,1 0,-1 1,1-1,0 1,0 0,0 0,1 0,-1 1,1 0,0-1,1 1,-1 0,0 1,-6 198,11-160,-3-8,2-1,2 1,1-1,2 1,1-1,2-1,3 6,-3-22,1-2,1 1,1-1,0-1,1 0,0-1,1-1,1 0,8 6,65 25,-85-43,-1-1,1 1,0-1,0 1,-1-1,1 0,0 0,-1 0,1 0,0-1,-1 1,1-1,0 0,-1 1,1-1,-1 0,1-1,-1 1,1 0,-1-1,0 1,0-1,0 0,0 0,0 0,0 0,0 0,-1 0,1 0,-1 0,1-1,-1 1,0-1,1 0,2-15,0-1,-1 1,0-1,-2 0,0 1,-1-1,-2-14,1-7,-3-239,4 275,0 0,1-1,-2 1,1-1,0 1,-1 0,0-1,0 1,0 0,-1-1,1 1,-1 0,0 0,0 0,0 1,-1-1,1 0,-1 1,0-1,0 1,0 0,-1 0,1 0,-1 1,1-1,-1 1,0 0,0 0,0 0,0 1,0-1,-1 1,1 0,-2 0,-208 4,207-4,-1 1,0-1,1 1,-1 0,1 1,-1 0,0 0,1 1,0 0,-1 0,1 1,0 0,0 0,0 0,1 1,-1 0,1 1,0-1,0 1,0 0,1 1,-1-1,2 1,-1 0,0 0,-2 6,2 9,1-1,1 1,0-1,2 1,0 0,2 0,0 0,2 5,0 33,-2-39,1 0,1 0,0-1,1 1,2-1,0 0,1 0,0 0,2-1,0-1,1 1,1-1,0-1,2 0,-1-1,15 12,-16-18,1-1,0 0,0-1,1-1,-1 0,2-1,-1 0,0-1,1 0,0-1,0-1,0 0,0-1,0 0,0-1,1-1,-1 0,10-3,-16 3,-1-1,0 0,0 0,0 0,0-1,0 0,0 0,-1-1,0 0,0 0,0-1,0 1,0-1,-1 0,0-1,0 1,0-1,-1 0,0-1,0 1,-1 0,0-1,0 0,0 0,-1 0,2-6,4-18,0-1,-3 0,0 0,-2 0,-1-17,-7-257,3 292,-1 0,-1 0,0 0,-1 0,-1 0,0 1,-1 0,0 1,-1-1,0 1,-1 1,0 0,-1 0,0 0,-1 2,0-1,-7-3,9 6,0 1,0 0,0 0,0 1,-1 1,0-1,0 2,0-1,0 1,-1 1,1 0,-1 0,1 1,-1 1,0-1,1 2,-1 0,0 0,1 1,-1 0,1 0,0 1,-10 5,-9 10,7 1</inkml:trace>
  <inkml:trace contextRef="#ctx0" brushRef="#br1" timeOffset="50641.958">7930 6578,'21'0,"2"-1,-1 0,0 2,1 0,-1 1,0 2,0 0,0 1,-1 1,0 2,8 3,-22-6,0 0,0 0,-1 1,0 0,0 0,0 1,-1 0,0 0,0 0,0 0,-1 1,0 0,-1 0,0 0,0 0,-1 1,0-1,0 3,15 161,-17-148,1 5,-1-1,-1 1,-2 0,-1-1,-1 1,-2 3,5-24,0 0,-1 0,0 0,-1-1,1 1,-1-1,-1 0,0 0,0 0,0 0,0-1,-1 0,0 0,-1-1,1 1,-1-1,0-1,0 1,-1-1,1-1,-1 1,0-1,-1 0,-41 6,3-6</inkml:trace>
  <inkml:trace contextRef="#ctx0" brushRef="#br1" timeOffset="51486.872">9044 5465,'330'1,"-228"14,-99-14,0-1,0 1,0 0,0 0,0 1,0-1,0 1,-1-1,1 1,-1 0,1 0,-1 0,0 0,1 0,-1 1,0-1,-1 1,1-1,0 1,-1 0,1 0,-1 0,0 0,0 0,0 0,0 0,-1 0,1 0,-1 0,0 0,0 1,-1 2,-1-1,0 1,-1-1,1 1,-1-1,0 0,0 0,-1 0,1 0,-1 0,0-1,-1 0,1 0,-1 0,1 0,-1-1,0 1,-1-1,1-1,0 1,-1-1,0 0,-14 10,18-12,0 1,0 0,1 0,-1 0,0 0,1 0,-1 0,1 0,-1 1,1-1,-1 0,1 1,0-1,0 1,0-1,0 1,0 0,0 0,0-1,1 1,-1 0,0 0,1 0,0 0,-1 0,1 0,0 0,0-1,0 1,0 0,0 0,1 0,-1 0,0 0,1 0,0 0,-1 0,1-1,0 1,0 0,0-1,0 1,0 0,0-1,1 1,-1-1,0 0,1 1,-1-1,1 0,1 1,184 179,-170-159,-1 0,-2 0,0 1,-1 1,-2 1,0-1,-1 2,-2-1,-1 1,-1 1,-1-1,1 18,-5-41,-1 0,1 0,-1 0,0 0,0 0,0 0,0 0,0 0,-1 0,1 0,-1 0,0 0,0 0,0 0,0 0,-1 0,1-1,-1 1,1 0,-1-1,0 1,0-1,0 0,0 0,-1 0,1 0,-1 0,1 0,-1-1,0 1,1-1,-4 1,-17 4,-1-1,0-2,0 0,-1-2,1 0,0-2,-20-3,15 2,-7 0</inkml:trace>
  <inkml:trace contextRef="#ctx0" brushRef="#br1" timeOffset="51937.92">10184 7007,'-2'-778,"-17"557,-26-102,6 57,36 243,0 14,0 0,0 0,2 0,-1-1,1 1,0-1,1 1,0 0,0-1,1 1,1-1,-1 1,1 0,1 0,0 0,0 0,1 0,0 1,1-1,-1 1,1 0,1 1,0-1,0 1,0 0,2-1,28-9,1 3</inkml:trace>
  <inkml:trace contextRef="#ctx0" brushRef="#br1" timeOffset="52381.154">9985 5836,'0'14,"-5"10,-6 2,-7 0,1 6,7-3,15-6,27-7,31-6,35-5,20-4,-6-1,-16-1,-25 0</inkml:trace>
  <inkml:trace contextRef="#ctx0" brushRef="#br1" timeOffset="52791.898">10670 6036,'-18'134,"8"8,6 1,6 13,14-87,-15-68,-1-1,0 1,0-1,0 1,1-1,-1 1,0-1,1 0,-1 1,0-1,1 1,-1-1,1 0,-1 1,0-1,1 0,-1 1,1-1,-1 0,1 0,-1 1,1-1,-1 0,1 0,-1 0,1 0,-1 0,1 0,0 0,-1 0,1 0,-1 0,1 0,-1 0,1 0,-1 0,1-1,-1 1,1 0,-1 0,1 0,-1-1,1 1,-1 0,0-1,1 1,-1 0,1-1,-1 1,0-1,1 1,-1-1,0 1,0 0,1-1,-1 1,0-1,0 1,0-1,1 0,-1 1,0-1,0 1,0-1,0 1,0-1,0 1,0-1,0 0,5-19,-1 0,0-1,-2 0,0 1,-1-1,-1 0,-1 0,-1 0,-2-7,0 1,-2 0,-1 0,-1 0,-2 1,0 1,-2-1,0 2,-2-1,-1 2,-1-1,-18-17</inkml:trace>
  <inkml:trace contextRef="#ctx0" brushRef="#br1" timeOffset="53098.99">10954 6122,'5'0,"17"0,8 10,5 17,-4 29,-2 19,-6 11,-3 2,-4-6,-5-11,6-22,14-50,2-23</inkml:trace>
  <inkml:trace contextRef="#ctx0" brushRef="#br1" timeOffset="53413.83">12097 5294,'9'0,"14"0,7 0,18 4,11 8,0 1,-6-2,-1-2,-5-3,-6-3,-5-1,-8-2</inkml:trace>
  <inkml:trace contextRef="#ctx0" brushRef="#br1" timeOffset="53856.932">11869 5494,'-1'19,"1"-15,-1 1,1-1,0 1,0-1,0 1,1 0,-1-1,1 1,0-1,1 0,-1 1,1-1,0 0,0 0,0 0,0 0,1 0,0 0,0 0,23 20,1-2,0-1,2-2,0 0,24 10,-26-14,-6-3,75 42,-2 4,-3 3,20 24,-97-75,-1 1,0 1,-1 0,0 1,-1 0,0 1,-2 0,1 0,-2 1,1 0,-2 1,-1 0,0 0,0 1,-2-1,0 1,-1 0,-1 0,1 16,-4-30,1 1,-1 0,0 0,0 0,0 0,-1-1,1 1,-1-1,0 1,0-1,0 0,0 1,-1-1,1 0,-1-1,0 1,0 0,0-1,0 1,0-1,0 0,-1 0,1-1,-1 1,0-1,1 1,-1-1,-3 1,-115 9,105-11,-290-13,254 6</inkml:trace>
  <inkml:trace contextRef="#ctx0" brushRef="#br1" timeOffset="54247.012">13610 7206,'5'5,"1"0,1 0,-1-1,1 0,-1 0,1-1,0 0,1 0,-1-1,0 1,1-2,-1 1,1-1,0 0,-1-1,1 1,0-2,0 1,-1-1,1 0,0-1,-1 1,0-2,1 1,-1-1,0 0,0 0,0-1,-1 0,1 0,-1-1,2-1,9-20,0 1,-2-2,-2 0,0-1,-1 0,-2-1,-1 0,-2 0,0-1,0-16,13-85,-6-2,-4-105,-12 134,-4 0,-5 0,-5 1,-3 1,-6 1,-12-26,13 47,-2-3,3-1,3 0,5-2,-5-83,20 136</inkml:trace>
  <inkml:trace contextRef="#ctx0" brushRef="#br1" timeOffset="54556.866">13124 6036,'56'23,"10"-2,0-3,1-2,1-3,1-4,-1-2,1-3,0-4,35-4,-60 1,0-1,0-2,0-2,0-2,-2-1,1-3,-2-2,0-1,-1-2,0-2,3-4,-2-3,-9 6</inkml:trace>
  <inkml:trace contextRef="#ctx0" brushRef="#br1" timeOffset="54922.979">14637 5808,'24'75,"31"78,59 114,-105-249,0-1,0 0,2 0,0-1,1-1,1 0,3 2,-15-15,1 0,-1 0,1 0,0-1,0 1,0-1,0 1,0-1,0 0,1 0,-1 0,0 0,0 0,1 0,-1-1,1 1,-1-1,1 0,-1 1,0-1,1 0,-1-1,1 1,-1 0,1-1,-1 1,1-1,-1 0,0 0,0 0,1 0,-1 0,0 0,0 0,0-1,0 1,0-1,0 0,-1 0,1 1,0-1,-1 0,0 0,1 0,-1-1,0 1,0 0,0 0,0-1,0 1,-1-1,1 1,-1 0,0-1,0 1,1-1,-2 1,1-1,0-1,9-46,-1-1,-3 0,-2-1,-4-48,0 76,0-1,-2 1,-1-1,-1 1,-1 0,-1 0,-1 1,-1 0,-1 0,-7-10,-21-30</inkml:trace>
  <inkml:trace contextRef="#ctx0" brushRef="#br1" timeOffset="55227.002">15721 5693,'10'5,"12"21,4 30,11 21,4 21,-5 3,11 10,-2-10,-9-18,-11-17,-9-15,-8-17</inkml:trace>
  <inkml:trace contextRef="#ctx0" brushRef="#br1" timeOffset="55476.89">16177 6264,'5'5,"12"2,7-1,9 4,5 0,-1-2,9-2,11-2,6-2,1-1,5-1,10 0,15-20,-7-6</inkml:trace>
  <inkml:trace contextRef="#ctx0" brushRef="#br1" timeOffset="55652.788">17575 5980,'5'0,"12"0,11 0,8 0,6 0,11 0,6 0,7 0,3 0,9 0,5 0,-11 0</inkml:trace>
  <inkml:trace contextRef="#ctx0" brushRef="#br1" timeOffset="55862.681">18803 5894,'5'0,"7"0,5 0,5 0,19 0,11 0,12 0,9 0,-7 0</inkml:trace>
  <inkml:trace contextRef="#ctx0" brushRef="#br1" timeOffset="56122.219">20145 5666,'9'0,"9"0,6 0,8-5,14-7,3-1,8-3,10 1,-3-1,-7 1,-13 4</inkml:trace>
  <inkml:trace contextRef="#ctx0" brushRef="#br1" timeOffset="56284.596">22428 5294,'0'0</inkml:trace>
  <inkml:trace contextRef="#ctx0" brushRef="#br1" timeOffset="58307.13">5761 9660,'0'190,"-1"-162,-5-31,-58-177,-15-25,-38-77,-36-64,-164-334,-447-1048,679 1500,73 194,-1-1,1-1,1 0,2-1,2 0,1-2,6 34,0-1,0 0,0 0,1 0,-1 0,2 0,-1 0,1 0,-1 1,1-1,1 0,-1 1,1 0,0 0,0 0,1 0,0 0,0 0,0 1,0 0,0 0,1 0,0 0,0 1,0 0,0 0,14-7,0 1,1 1,0 1,0 1,1 0,15-1,110-14,1 7,1 6,82 8,-132 0,224 0,116 1,185 1,257-2,295-18,288-41,262-54,221-52,4221-543,-4324 457,-242 11,-274 14,-278 25,-265 42,-229 46,-183 43,-143 33,-97 24,-126 13,-1-1,1 1,-1 1,1-1,-1 1,1 0,-1 0,1 0,-1 1,0 0,0 0,0 0,0 1,0 0,0 0,-1 0,1 0,-1 1,0 0,0-1,0 2,0-1,-1 0,0 1,0-1,0 1,-1 0,1 0,-1 0,0 1,0-1,-1 0,0 1,150 380,-87-185,-10 2,27 199,-60-214,-9 0,-9 33,0-190,-2 0,-2 0,0 0,-2 0,-2-1,0 1,-3-1,0 0,-1-1,-2 0,-2 0,0-2,-2 1,0-2,-2 0,-1-1,-1 0,-8 6,-35 20,-1-3,-2-2,-3-3,-1-3,-2-3,-1-4,-68 22,-124 44,-83 13,-107 14,-138 19,-172 32,-175 32,-179 42,-157 41,-2576 587,2798-641,146-24,139-24,122-29,109-26,94-15,70-16,55-22,64-23,127-30,-2-5,0-6,-71-2,-160 20,57-1,293-34,-154 4,0-8,1-6,-88-19,-87-21,-322 42,430 9,-468 0,665-2</inkml:trace>
  <inkml:trace contextRef="#ctx0" brushRef="#br1" timeOffset="66567.1">7587 9062,'-6'258,"5"-250,-1 0,0 0,0-1,-1 1,0-1,0 1,-1-1,0 0,0 0,-1-1,1 1,-2-1,1 0,-1 0,1-1,-2 0,1 0,0 0,-1-1,0 0,0 0,0-1,-1 1,0-1,-68 20,-1-4,0-2,-1-5,-1-2,0-4,0-3,0-4,-21-5,-6 4,-11 1,1-4,-85-17,162 15,1-1,1-2,0-2,0-1,1-2,0-1,2-2,0-1,1-2,-8-8,-29-35,3-2,3-3,2-3,5-3,2-2,-5-16,-23-28,49 73,-372-565,351 520,4 13,3-3,4-1,3-2,4-2,4-1,-8-45,21-2,5 0,6-1,7-1,7-39,-2 32,-4 113,3-1,0 1,2 0,1 1,2-1,1 1,1 0,2 1,14-29,1 15,1 0,2 1,3 2,1 2,1 0,3 3,1 1,1 1,2 3,1 1,2 2,0 2,2 2,1 2,0 2,38-10,117-24,2 10,2 8,1 9,51 6,-67 3,1988-228,1483-151,-1769 159,-188-27,-869 161,164 28,686 67,-1037 14,-598-7,0 2,0 3,-1 1,1 3,-1 2,-1 2,1 2,-2 3,0 1,-1 3,-1 1,3 5,-7 3,-1 3,-2 1,-2 1,0 3,-3 0,-1 3,-2 0,-2 2,-1 1,-3 2,-1 0,-3 2,-1 0,11 45,-7 3,-5 0,-3 0,-5 2,-2 59,2 74,-16 158,-3-326,-3 0,-2 0,-3-1,-3-1,-2-1,-3-1,-2 0,-3-2,-2-2,-3 0,-2-3,-2-1,-2-1,-13 9,7-5,15-15,-1-1,-1-2,-2-1,-2-1,-1-2,-1-2,-32 17,-53 17,-4-5,-1-5,-3-6,-69 12,-1767 396,1661-374,-1068 249,-108-105,1306-202,-1270 237,409-61,-520-1,340-60,-1085 134,1569-200,296-29,-1-18,-66-21,498-5,-1 0,0 0,1-1,-1-1,1 1,0-1,-1 0,1-1,1 0,-1 0,0 0,1-1,0 0,0 0,1 0,-1-1,1 0,0 0,-2-5,-75-135,79 139,-32-73,4-2,3-1,0-16,-86-272,10-241,78 166,9 109,16-43,2 201,-1 151,2 1,1-1,0 0,2 1,2 0,0 0,2 0,0 1,2 1,1 0,1 0,1 1,2 1,0 0,1 1,1 1,11-10,-1 3,2 0,1 2,1 1,0 2,2 1,1 2,17-7,57-14,1 5,2 5,1 5,81-7,852-85,-533 71,717-121,406-92,-881 133,959-176,91-63,-1209 261,96 17,354-45,-365 14,1361-219,-1594 285,3 19,397 24,-833 10,3-1,1 0,-1 1,0 1,0 1,0 0,0 1,-1 2,1-1,-1 2,0 0,0 1,-1 1,0 0,0 1,8 7,14 20,-1 0,-2 3,-1 1,-2 1,-3 2,-1 1,-2 1,-2 1,-2 1,-2 1,-2 1,4 25,5 34,-5 0,-5 1,-5 1,-4 0,-6 44,-9 503,7-621,-2 1,-1-1,-2 0,-2 0,-1 0,-1-1,-2 0,-2-1,-1 0,-5 4,-14 15,-2-2,-2-1,-3-2,-1-2,-3-2,-1-2,-2-2,-2-1,-2-3,-1-3,-55 28,-18 2,-3-6,-1-5,-87 20,-613 178,169-39,-9-30,-412 48,-213-35,-688 85,-605-63,2433-205,-613 42,3 34,-386 108,76 80,627-155,-1112 303,1397-374,-107 51,-64 25,166-86,140-32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28:44.7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5479 1827,'22'24,"31"117,-18 9,8 75,1 68,2 65,0 63,410 3848,-204-1792,-210-2143,-9-88,-10-81,-16-70,-7-94,1-1,-1 1,0 0,1-1,-1 1,0 0,0-1,0 1,1 0,-1 0,0-1,0 1,0 0,0 0,0-1,0 1,0 0,-1 0,1-1,0 1,0 0,0-1,-1 1,1 0,0-1,-1 1,1 0,-1-1,1 1,-1 0,1-1,-1 1,1-1,-1 1,0-1,1 0,-1 1,1-1,-1 0,0 1,0-1,1 0,-1 1,0-1,1 0,-1 0,0 0,0 0,1 0,-1 0,0 0,0 0,1 0,-1 0,0 0,0-1,-27-32,-8-33</inkml:trace>
  <inkml:trace contextRef="#ctx0" brushRef="#br0" timeOffset="619.809">1683 6793,'0'-1,"-1"1,1 0,0 0,-1 0,1-1,0 1,-1 0,1 0,0 0,-1 0,1 0,0 0,-1 0,1 0,0 0,-1 0,1 0,0 0,-1 0,1 0,0 0,-1 0,1 0,0 0,-1 1,1-1,0 0,-1 0,1 0,0 0,-1 1,1-1,0 0,0 0,-1 1,1-1,0 0,0 1,0-1,0 0,-1 1,1-1,0 0,0 0,0 1,0-1,0 1,0-1,0 0,0 1,0-1,0 0,0 1,0-1,0 0,0 1,0-1,0 0,0 1,0-1,0 0,1 1,-1-1,0 0,0 1,0-1,1 0,24 18,16-6,1-2,0-1,1-2,34 1,-73-8,172 15,71-4,86-4,94-2,99-3,130-1,139-1,146-1,125 0,4983 0,-5387 1,-117 0,-101 0,-87 0,-66 0,874-1,-1079-3,-22-2</inkml:trace>
  <inkml:trace contextRef="#ctx0" brushRef="#br0" timeOffset="2467.644">5052 3424,'96'17,"348"68,-208-70,183-13,-249-4,2304 0,-2396 4,0 4,0 2,-1 5,-1 2,0 4,66 27,-58-14,-2 3,-2 4,-1 4,4 7,38 31,101 89,-38-15,301 270,91 155,217 252,1363 1327,-1109-1185,-846-804,-168-133,-35-29,-23-13,-37-21</inkml:trace>
  <inkml:trace contextRef="#ctx0" brushRef="#br0" timeOffset="3056.587">9218 3453,'-5'0,"-2"5,1 6,1 7,1 9,2 10,1 4,1-6</inkml:trace>
  <inkml:trace contextRef="#ctx0" brushRef="#br0" timeOffset="3316.489">9189 4451,'5'10,"6"23,1 24,9 14,6 3,12-1,-1-3,-6-4,-3 2,-8-6,-1-4,-5-2,0-1,-3-5,-3-6,-3-1,-3-8</inkml:trace>
  <inkml:trace contextRef="#ctx0" brushRef="#br0" timeOffset="3493.53">9588 6278,'0'5,"0"11,0 8,0 5,0 2,0 0,0-4</inkml:trace>
  <inkml:trace contextRef="#ctx0" brushRef="#br0" timeOffset="4023.278">9703 7364,'0'4,"10"32,17 23,10 31,2 25,-4 12,-9-1,-9-13,-7-15,-5-19,-4-19,-2-15,0-14</inkml:trace>
  <inkml:trace contextRef="#ctx0" brushRef="#br0" timeOffset="4503.721">9103 8619,'0'10,"10"8,13 5,12-1,39-4,26-5,26-5,29-4,33-2,4-2,-17-1,-9 0,-22 0,-27 1,-23-1,-18 1,-17-1,-19 1</inkml:trace>
  <inkml:trace contextRef="#ctx0" brushRef="#br0" timeOffset="4856.254">9618 9304,'0'24,"0"28,0 14,0 20,0 6,0 1,0-5,0-22,0-28,0-30,0-16</inkml:trace>
  <inkml:trace contextRef="#ctx0" brushRef="#br0" timeOffset="5463.512">9760 9218,'8'-1,"0"0,1 1,-1 0,0 0,1 1,-1 0,0 1,0-1,0 2,0-1,0 1,0 0,-1 1,1 0,-1 0,0 0,0 1,-1 0,1 0,-1 1,0 0,-1 0,0 1,1-1,-2 1,1 0,-1 0,0 1,-1-1,0 1,0 0,0 0,-1 0,0 0,-1 0,0 0,0 1,-1-1,0 3,-2-2,0-1,-1 1,0-1,0 0,0 0,-1 0,-1 0,1-1,-1 1,-1-1,1 0,-1-1,0 0,-1 0,0 0,0 0,0-1,0 0,-1-1,1 0,-1 0,-2 0,-17 7,-1-1,1-2,-1-1,-1-1,1-2,-7 0,-41 3,0-3,0-3,0-4,-19-5,61 4,33 9,211 76,-172-64,-6-1,0-2,1-2,0 0,1-3,21 4,221 59,-74-4,-179-66</inkml:trace>
  <inkml:trace contextRef="#ctx0" brushRef="#br0" timeOffset="5898.422">10530 9132,'-22'19,"7"11,0 0,3 1,0 0,2 1,1 1,2 0,1 0,2 0,1 0,2 1,1-1,1 3,-1-21,-2 34,2 1,2-1,3 0,2 0,11 43,-5-50,2-1,1-1,3 0,1-1,1-1,4 1,-19-29,1 0,0 0,0 0,1-1,0 0,0-1,1 0,0 0,1-1,0 0,0-1,0 0,1 0,0-1,0-1,0 0,0 0,1-1,5 0,-10-1,0 0,-1 0,1-1,0 0,0-1,0 1,0-2,0 1,0 0,0-1,0-1,-1 1,1-1,0 0,-1-1,1 1,-1-1,0-1,0 1,0-1,0 0,-1 0,1-1,-1 1,0-1,-1-1,1 1,-1 0,0-1,0 0,-1 0,2-5,12-44,-6-1</inkml:trace>
  <inkml:trace contextRef="#ctx0" brushRef="#br0" timeOffset="7146.542">6420 3625,'5'4,"12"7,7 7,9 4,0 4,-7 2,-7-3</inkml:trace>
  <inkml:trace contextRef="#ctx0" brushRef="#br0" timeOffset="7430.464">6734 4765,'10'20,"8"15,10 22,1 6,-5 2,-6 0,-1 3,1 0,-3-3,-3-1,-4-3,-3-2,-3-6,-2-7,0-6,-1-11</inkml:trace>
  <inkml:trace contextRef="#ctx0" brushRef="#br0" timeOffset="7726.887">6935 5878,'0'15,"0"9,0 16,0 10,0 2,0-3,0-6,0-9</inkml:trace>
  <inkml:trace contextRef="#ctx0" brushRef="#br0" timeOffset="7994.061">6935 6678,'0'5,"0"11,0 8,0 0</inkml:trace>
  <inkml:trace contextRef="#ctx0" brushRef="#br0" timeOffset="8440.026">7163 3568,'0'-5,"10"-2,2 6,1 7,-3 18,-3 9,-3-1</inkml:trace>
  <inkml:trace contextRef="#ctx0" brushRef="#br0" timeOffset="8706.765">7276 4223,'0'5,"0"7,0 5,0 10,0 11,0 2,0 1,0-3,0-7</inkml:trace>
  <inkml:trace contextRef="#ctx0" brushRef="#br0" timeOffset="8964.463">7276 5309,'0'10,"0"12,0 18,0 11,0 11,0 11,0-3,0-4,0-8,0-8,0-9,0-11</inkml:trace>
  <inkml:trace contextRef="#ctx0" brushRef="#br0" timeOffset="9209.957">7362 6364,'5'9,"7"33,0 24,0 15,1 13,4 1,-1-12,-3-14,-4-15,-4-16</inkml:trace>
  <inkml:trace contextRef="#ctx0" brushRef="#br0" timeOffset="9615.512">7448 3510,'0'5,"0"6,0 16,0 4</inkml:trace>
  <inkml:trace contextRef="#ctx0" brushRef="#br0" timeOffset="9876.621">7563 4566,'0'10,"9"12,4 18,4 11,0 2,-4-3,1 0,-2-4,-3-5,-3-5,-2-8</inkml:trace>
  <inkml:trace contextRef="#ctx0" brushRef="#br0" timeOffset="10127.376">7734 5565,'0'4,"0"8,0 15,5 13,1 5,0 4,-1 4,-2 2,-1 2,-1-4,0-2,-1-9</inkml:trace>
  <inkml:trace contextRef="#ctx0" brushRef="#br0" timeOffset="10303.398">7877 6650,'0'10,"4"12,2 8,0 8,-1 3,-1-1,-2-7</inkml:trace>
  <inkml:trace contextRef="#ctx0" brushRef="#br0" timeOffset="10830.291">7705 3396,'5'10,"6"22,2 16,3 19,4 8,-2 10,1 1,-2-10,-5-8,-4-5,2-5,-2-1,-1-12</inkml:trace>
  <inkml:trace contextRef="#ctx0" brushRef="#br0" timeOffset="11298.424">8048 5736,'0'9,"-1"52,3-1,2 1,3-1,4 7,40 79,29 278,-52-328,-18-59</inkml:trace>
  <inkml:trace contextRef="#ctx0" brushRef="#br0" timeOffset="16351.631">8676 4309,'150'306,"-31"-9,-119-296,0 0,0 1,0-1,0 1,0-1,0 0,1 1,-1-1,1 1,-1-1,1 0,-1 0,1 1,0-1,0 0,-1 0,1 0,0 0,0 0,0 0,0 0,1 0,-1 0,0 0,0 0,0-1,1 1,-1-1,0 1,1-1,-1 1,0-1,1 0,-1 1,1-1,-1 0,0 0,1 0,-1 0,1 0,-1-1,0 1,1 0,-1-1,1 1,-1-1,0 1,0-1,1 0,-1 1,0-1,0 0,0 0,0 0,0 0,1 0,14-121,-13-154,-27-202,11 334,-6 1,-6 1,-7 1,-5 1,-33-70,25 106,-5 3,-31-43,31 57,-128-213,137 236,-4 2,-2 1,-3 3,-19-15,1-2,18 18,33 34,-1 1,0 0,-2 2,-1 0,0 1,-2 1,0 1,-1 1,0 1,-1 1,-1 2,-13-5,-71-10,-2 6,0 4,-84-1,-52-3,37-4,-2 9,-33 9,-99 10,315 2,0 0,1 2,0 2,0 0,1 2,0 1,1 2,1 0,0 2,0 0,2 2,0 1,-15 16,-176 115,-49 41,214-141,2 1,2 2,-9 17,-91 104,125-153,-5 4,2 1,0 1,2 2,1 0,-1 4,-63 127,8 2,6 4,-4 41,40-87,5 1,6 2,0 48,4 42,10 2,12 111,0-131,0 812,-1-953,2 1,3 0,2-1,3 0,2-1,8 18,112 298,-114-301,3 0,2-1,4-2,2 0,37 56,-5-24,124 171,184 175,-229-260,44 47,-168-212,19 21,2-1,1-2,2-2,2-1,0-3,37 20,16-4,-31-10,1-4,1-2,2-4,1-2,1-4,0-2,47 3,87-12,97-12,-91-1,-144 4,3 2,0-3,-1-3,1-3,-1-2,0-4,22-9,-51 7,-1-1,0-1,-1-3,-2-1,0-1,-1-2,-1-2,-2-1,0-1,-2-2,-1-1,12-19,13-16,-2-1,-4-3,-3-2,-3-2,-3-1,27-79,26-107,-33 130,2-2,-6-3,15-67,7-41,-35 121,-5-2,19-124,10-322,-30 217,-15-1,-17-49,-13 319,-3 1,-4 0,-4 1,-4 1,-3 2,-3 0,-11-13,-273-573,159 354,94 204,-4 3,-5 2,-4 4,-84-86,80 93,-179-205,222 268,-1 1,-2 2,0 1,-1 3,-2 1,0 1,-37-10,-12-9,31 13,15 8,0-3,1-1,1-2,-7-7,12 2,15 11,0 1,-1 1,-1 1,-1 1,0 1,0 1,-21-6,-4 5,0 3,0 2,-1 3,0 1,0 3,-1 2,-26 5,34 3,1 3,0 1,1 2,0 1,2 3,0 1,1 3,1 0,-12 12,37-27,-110 72,3 5,4 5,4 5,4 5,-54 68,132-133,-77 85,6 4,-71 118,71-73,-39 101,13-16,55-119,6 4,6 2,-18 75,51-89,5 1,5 0,6 2,6-1,8 72,-3-122,-49 1382,49-1446,-5 145,6-1,7 1,7-1,7 0,18 46,-10-117,3-2,4-2,4-1,32 45,-29-49,164 291,-162-287,3-3,5-2,2-2,4-3,3-2,34 27,-11-15,208 182,-258-243,2-2,1-1,0-2,1-1,1-3,0-1,1-2,0-2,0-1,1-3,26 0,-37-1,219 14,206-15,-257-4,-147 2,-26 3,0-2,0-1,-1-1,1-1,0-1,-1-1,0-2,0-1,0 0,-1-2,0-1,-1-1,0-2,6-4,63-59,-4-5,-3-3,-5-4,38-55,-47 43,-5-3,-4-4,-5-1,-5-4,9-35,-46 110,52-125,-8-2,-7-4,-7-3,78-351,-91 238,-13-1,-12-2,-17-80,6 194,-8 0,-31-162,-142-421,105 457,26 129,-7 3,-8 2,-40-63,-78-185,101 214,-99-165,-118-224,270 540,-2 0,-2 3,-2 0,-2 3,-2 1,-2 3,-46-33,71 61,0 2,0 0,0 1,-1 0,0 2,-1 1,1 0,-1 1,1 1,-1 2,0 0,0 1,1 0,-7 3,-39-1,-7 1,0 4,0 3,1 3,0 3,2 4,0 2,1 3,2 4,-53 31,47-27,2 4,2 2,1 3,3 3,2 3,1 2,4 4,1 1,3 4,-32 46,8 24,5 3,6 4,-26 81,20-5,10 3,-27 185,32-66,6 93,41-329,-4 33,-42 497,54 409,4-921,5-1,5 0,5 0,6 7,11 21,7-1,5-2,7-3,9 5,6-5,6-2,17 14,-42-77,-46-72,1 1,-1-1,0 0,1-1,-1 1,1 0,-1-1,1 1,-1-1,1 0,-1 0,1 0,-1 0,1 0,-1 0,1-1,-1 1,1-1,-1 0,1 0,-1 0,0 0,0 0,1 0,-1-1,0 1,0-1,0 0,0 1,-1-1,1 0,0 0,0-2,-2 4,52-47</inkml:trace>
  <inkml:trace contextRef="#ctx0" brushRef="#br0" timeOffset="17066.501">15383 0,'-1'1,"0"0,0 0,0 0,1-1,-1 1,1 0,-1 0,1 0,-1 0,1 0,-1 0,1 0,0 1,0-1,-1 0,1 0,0 0,0 0,0 0,0 0,0 0,0 1,1-1,-1 0,0 0,1 0,-1 0,0 0,1 0,-1 0,1 0,0 0,-1 0,1 0,0-1,-1 1,1 0,0 0,0-1,0 1,0 0,0-1,0 1,0-1,0 1,0-1,-1 1,23 19,1 0,0-1,1-2,1 0,1-2,0-1,17 6,14 4,0-3,1-3,1-2,0-2,2-3,25-1,372 11,10-26,-430 4</inkml:trace>
  <inkml:trace contextRef="#ctx0" brushRef="#br0" timeOffset="17427.315">16666 143,'-2'-1,"0"1,0 0,0 0,0 0,0 0,0 0,0 0,0 0,0 1,0-1,0 1,0-1,0 1,0 0,0 0,1 0,-1 0,0 0,1 0,-1 0,0 1,1-1,0 1,-1-1,1 1,0-1,0 1,0 0,0-1,0 1,0 0,0 0,1 0,-1 0,1 0,-1 1,-21 177,-10 294,-10 47,20 175,28-533,1-126</inkml:trace>
  <inkml:trace contextRef="#ctx0" brushRef="#br0" timeOffset="17990.518">17323 599,'2'-2,"0"0,0 1,1-1,-1 0,1 1,0 0,-1 0,1 0,0 0,0 0,-1 0,1 1,0-1,0 1,0 0,0 0,0 0,0 0,0 0,0 1,-1-1,1 1,0 0,0 0,0 0,-1 0,1 0,-1 1,1-1,-1 1,1 0,-1 0,0 0,0 0,67 41,-1 3,-3 3,-2 3,-3 3,5 9,122 106,121 58,-305-227,0 0,0 0,0 0,-1 1,1-1,0 1,-1 0,1 0,-1-1,1 2,-1-1,0 0,0 0,0 1,0-1,0 1,0 0,-1 0,1-1,-1 1,0 0,0 0,0 0,0 0,-1 1,1-1,-1 0,0 0,0 0,0 0,0 1,0-1,-1 0,1 0,-1 0,0 0,0 0,0 0,-1 0,1 0,0 0,-1-1,0 1,0-1,0 1,0-1,0 1,-28 28,-2-1,0-1,-2-2,-1-2,-1-1,-1-1,-1-2,-19 6,-91 42,-4-7,-104 26,256-88,-44 12,45-26,49-32,21-14</inkml:trace>
  <inkml:trace contextRef="#ctx0" brushRef="#br0" timeOffset="18500.838">18750 285,'219'164,"303"317,-290-295,-226-183,1 1,-1 1,0-1,-1 1,1 0,-1 1,0-1,0 1,0 0,-1 0,0 0,0 1,-1 0,0-1,0 1,0 0,-1 0,0 1,-1-1,1 0,-1 1,-4 15,-1 0,0-1,-2 1,0-1,-2 0,0-1,-1 1,-2-2,0 0,-1 0,-1-1,-14 17,-76 95,-6-4,-5-6,-69 54,131-127,34-33,18-19</inkml:trace>
  <inkml:trace contextRef="#ctx0" brushRef="#br0" timeOffset="19229.785">20461 999,'4'-3,"-1"1,1 0,-1 0,1 1,0-1,0 1,-1 0,1 0,0 0,0 0,0 1,0-1,0 1,0 0,0 0,0 1,0-1,0 1,0 0,0 0,1 0,-1 0,280 95,-201-72,1-3,0-4,2-3,-1-5,1-3,43-4,-115-3,-10 1,-1-1,1 0,0 1,0 0,-1 0,1 0,0 0,0 1,-1-1,1 1,-1 0,1 0,0 0,-1 1,1-1,-1 1,0 0,0 0,0 0,0 0,0 0,0 1,0 0,1 1,-2 4,-1-1,1 0,-1 0,-1 1,0-1,0 0,0 1,-1-1,0 0,0 0,-1 0,-1 4,2-7,-98 421,80-304,5 0,4 36,9-142,1 0,0 0,1 0,1 0,0 0,1 0,1-1,0 0,1 1,1-2,0 1,1 0,0-1,1-1,0 1,1-1,1-1,-1 1,2-2,4 4,-8-7,0 0,1-1,0 0,0-1,0 0,0 0,1-1,0 0,0 0,0-1,1 0,-1-1,1 0,-1 0,1-1,0 0,-1-1,1 0,0-1,-1 0,1 0,0-1,-1 0,1-1,-1 0,0 0,0-1,0 0,-1-1,1 0,-1 0,0-1,-1 0,1-1,0 0,17-25,0-1,-2-1,-2-1,-1-1,-2-1,-1-1,-2 0,2-14,11-19,4-8</inkml:trace>
  <inkml:trace contextRef="#ctx0" brushRef="#br0" timeOffset="20448.854">16238 4196,'-7'-1,"-1"0,0-1,1 0,-1 0,1 0,-1-1,1 0,0-1,0 1,0-2,1 1,0-1,0 1,0-2,0 1,0-1,1 1,-3-7,-78-87,5-4,4-3,5-3,-43-90,-106-216,19-10,-42-159,164 371,9-3,-20-122,83 309,1 0,2 0,0-1,2 0,2 0,1 1,1-1,1 0,1 0,2 1,1 0,2 0,1 0,1 1,3-5,2 7,1 1,2 0,0 2,1 0,1 1,2 1,0 1,1 1,21-14,43-21,3 3,2 4,2 5,2 3,1 5,2 4,26-1,203-28,2 15,295 0,1258 24,-1310 24,476-2,-997-3,0 3,-1 3,1 1,-1 3,0 2,-1 3,-1 1,0 3,-1 1,-1 3,-1 2,-1 2,-1 1,-1 3,-2 2,-1 1,-2 2,19 23,4 17,-3 3,-4 2,-3 3,-4 2,-3 2,-5 1,-3 3,-5 0,-3 2,-4 2,-5 0,-4 0,-4 2,-3 24,-6-86,-1 1,-2-1,-2 1,-1-1,-1 0,-3 0,0-1,-2 0,-2-1,-1 0,-1 0,-2-1,-2-1,-17 23,-12 4,-2-3,-3-3,-2-1,-3-3,-1-3,-2-2,-2-2,-17 5,-77 35,-3-6,-3-7,-3-7,-3-8,-2-7,-167 23,-77-4,-3-18,-14-18,-842-2,800-29,53-2,69 0,85 0,-32-2,181 4,89 2</inkml:trace>
  <inkml:trace contextRef="#ctx0" brushRef="#br0" timeOffset="23220.957">8247 2568,'-74'-67,"-185"-224,-58-103,299 367,-1 1,-1 0,-1 2,-2 0,0 2,-1 0,-1 2,-1 1,-1 1,-1 1,0 1,-1 1,-7-1,-76-9,-1 4,-1 5,-1 5,1 6,-1 4,-43 8,-38-4,168-4,0 2,0 0,0 2,0 2,0 0,1 2,0 0,0 2,-18 9,-4 6,1 2,2 3,0 1,2 2,-12 14,-12 18,4 2,2 4,4 2,-15 27,-29 48,5 5,-68 150,54-80,-53 69,129-230,2 1,3 2,2 0,-11 46,-14 53,8-29,5 1,-17 121,14 91,15 2,15 214,14 987,-1-1492,3 0,2 0,2 0,3-1,5 7,11 32,4-2,28 58,82 140,-108-216,4-1,3-1,33 43,-35-53,60 76,124 72,-40-34,-147-131,2-1,2-3,2-1,1-2,3-1,28 18,6-12,2-3,2-3,1-4,2-4,45 9,-65-23,0-3,1-2,1-3,0-4,0-2,0-3,0-3,15-5,-49 5,1-2,-1-2,0-1,0-2,-1-1,-1-1,0-1,0-2,-2-2,0 0,0-2,-2-1,-1-1,0-2,-2 0,13-16,6-14,-2-1,-2-2,-3-2,-2-1,-3-2,-3-1,-2-1,-3-1,4-27,-12 37,39-152,9 3,9 3,58-105,-64 179,-6-2,-5-4,-6-1,-4-7,301-1174,-329 1253,103-439,-21-263,30-119,-76 495,-18-1,-15-140,-19 499,1 10,-1-1,0 0,-1 1,-1-1,-1 1,-1-1,-1 1,0 0,-2 0,0 1,-1-1,-1 1,0 1,-1-1,-1 2,-4-5,-26-21,-1 1,-3 2,-1 2,-1 2,-2 2,-18-7,28 17,-1 2,-1 1,-1 3,0 1,-1 2,0 2,-1 1,-1 3,0 1,-6 2,-161-4,-97 12,146 0,-742 2,817 5,56 3</inkml:trace>
  <inkml:trace contextRef="#ctx0" brushRef="#br0" timeOffset="26209.346">7563 2369,'0'-18,"2"-10,-1-1,-1 1,-2-1,-1 1,-1-1,-1 1,-1 1,-2-1,-1 1,-1 0,-1 1,-4-4,-125-157,134 179,-50-74,-3 2,-4 3,-3 3,-3 3,-4 3,-70-51,122 105,0 0,-1 1,0 2,-1 0,0 2,-1 0,0 1,0 2,-1 0,0 2,-3 0,-46-1,-1 4,1 2,-56 10,93-2,2 1,-1 3,1 0,1 2,1 2,0 1,1 2,1 1,1 1,1 1,1 2,-11 13,29-29,-90 89,4 5,5 3,4 5,-51 88,126-182,-77 125,5 5,-19 57,-10 19,-193 377,59-81,219-457,3 2,3 1,3 1,3 0,3 1,-3 43,-51 318,40-228,8 0,8 71,3-59,-2 549,11-535,-2-159,3 0,3-1,2 0,4 0,2-1,4 0,4 7,36 80,7-3,5-3,7-4,23 23,184 237,-67-142,79 34,-225-233,8 11,4-4,2-4,58 31,38-8,-129-66,0-2,1-2,1-2,0-2,21 0,6-2,0-3,0-4,0-3,5-4,-52-2,-1-2,-1-1,1-1,-1-2,-1-1,0-2,-1 0,0-2,-1-2,-1 0,-1-2,-1 0,11-13,12-6,-2-3,-1-2,-3-2,-2-2,24-37,-8 1,-4-3,-4-1,-4-3,2-14,145-469,-105 299,83-244,-103 339,-7-2,12-90,57-298,-33 59,-12 1,-32 66,6-62,-2 173,-27 184,-6 0,-1-105,-24-415,4 601,-3 1,-3 0,-3 0,-3 1,-3 0,-2 1,-4 0,-2 2,-3 1,-3 0,-8-9,22 45,-1 1,-1 0,-1 1,-2 0,0 2,-1 0,-17-13,22 27,0 1,0 1,0 0,-1 1,0 0,1 2,-2 0,1 0,0 2,-1 0,-14 1,-2-2,-667-2,523 3,-279 9,358 7,1 5,0 3,2 5,1 4,2 4,1 4,-25 19,30-16,21-8</inkml:trace>
  <inkml:trace contextRef="#ctx0" brushRef="#br1" timeOffset="66181.426">8475 3938,'0'-43,"-2"0,-1-1,-3 1,-2 0,-1 1,-2 0,-2 0,-7-12,-31-60,-5 2,-4 3,-6 3,-18-18,-22-23,-7 4,-7 5,-4 6,-58-41,160 152,-1 0,0 2,-2 1,0 1,-1 1,-1 1,-1 2,0 0,0 2,-1 1,0 2,-1 0,-7 1,-327 12,285-4,1 4,0 3,0 3,-5 5,52-8,1 1,0 1,1 2,0 1,1 1,0 1,1 2,1 0,0 2,2 1,-17 17,-269 312,154-153,28-6,110-165,-34 46,3 2,4 2,-1 9,-160 405,64-161,126-284,2 1,2 0,2 0,2 1,1 0,3 1,2-1,2 1,6 42,-5-19,3 600,3-595,4 1,3-1,4-1,2-1,4-1,3 0,3-2,3-2,18 26,4 20,10 10,5-3,17 14,-78-121,162 228,20 5,-179-232,-12-15,15 21,1-1,1 0,1-1,1-1,1-1,12 8,282 155,-280-154,1-2,1-1,1-2,1-2,1-1,1-2,0-2,0-1,13 0,42-3,0-3,0-5,46-7,-49 3,-18 1,-25 2,1-2,-1-2,0-2,0-3,-1-1,33-12,25-22,-2-5,-2-4,-3-5,23-21,-99 65,0-2,-1-1,-1 0,0-2,-1 0,-1-2,16-20,-8-9,-2-2,-2-1,-2-1,-3 0,-2-2,-2 0,-3 0,2-39,29-327,-24 194,11-284,-25-183,-6 478,1 61,-7 1,-6 1,-8 0,-18-57,-70-105,57 179,-41-89,-122-211,199 403,-154-295,149 279,-3 1,-1 2,-2 0,-3 2,-1 2,-2 1,-2 1,11 15,-1 2,-1 0,-2 2,0 1,0 2,-2 0,0 3,-1 0,-1 2,0 1,-1 2,-1 1,-59-6,-1 4,0 4,0 4,0 4,0 4,88-4,-38 0,1 2,-1 2,0 2,1 1,0 3,-12 6,5 1,1 3,1 2,1 2,1 2,1 2,2 2,1 1,1 3,2 2,-14 18,25-21,-18 17,3 3,3 1,1 2,4 1,-13 30,-12 67,8 3,6 1,7 3,-1 46,32-161,-100 637,92-562,-8 167,12 2,16 119,0-126,-4-200,-1-9,4 1,3-1,13 71,13-23,5 0,5-3,6-1,5-3,43 71,-40-95,3-1,5-3,3-3,68 66,-104-118,100 87,192 75,-28-62,-240-115,0-3,1-2,1-2,0-3,0-2,0-3,1-2,36-5,-30 3,-32 3,1-2,-1-2,1 0,-1-2,0-2,-1-1,1-1,-1-1,10-6,18-20,-1-3,-2-2,-1-2,-3-3,-1-1,-3-3,13-20,-49 57,57-58,-4-3,-2-4,-5-1,-2-3,-4-3,12-33,-42 60,-2-1,-3-1,-2 0,-4-1,0-14,-8 63,26-255,-11-1,-15-152,48-142,-44-189,-13 660,-4 0,-4 0,-4 2,-3 0,-5 1,-25-54,-11-45,43 123</inkml:trace>
  <inkml:trace contextRef="#ctx0" brushRef="#br1" timeOffset="72857.858">5594 3625,'39'39,"-25"-31,1-1,0 0,0-1,0-1,1 0,0-1,0-1,0-1,0 0,0-1,3 0,191 42,-105-34,0-4,65-8,-35 1,1315 2,-1034 30,89-2,-493-28,119 0,-1-5,27-8,-102 6,111-27,-163 34,-1-1,1 1,-1-1,1 0,-1 0,0 0,1 0,-1 0,0 0,0-1,0 1,0-1,0 0,0 1,0-1,-1 0,1 0,-1 0,1 0,-1 0,0-1,1 1,-1 0,-1-1,1 1,0 0,0-1,-1 1,0-1,1 1,-1-1,0 0,0 1,0-1,-1 1,1-1,0 1,-1-1,0 1,0-1,1 1,-2-1,-6-5,0 1,-1 1,1-1,-2 2,1-1,0 1,-1 0,0 1,0 0,-1 1,1 0,-6 0,-41-8,-1 2,1 3,-1 2,-1 3,-45 6,2-2,-154-3,-17 0,-75 18,-173 22,-126 13,81-19,371-5,31-3,-1-8,-80-3,175-15,63 4,21 1,37 3,0-2,0-3,49-3,-42 0,2180 0,-1489 0,-727 0,-1 0,1-1,0-1,0-2,-1 0,1-1,-1-1,2-2,-21 8,0 0,-1 0,1 0,-1 0,1 0,-1-1,1 1,-1-1,1 1,-1-1,1 0,-1 0,0 1,1-1,-1 0,0 0,0 0,0 0,1-1,-1 1,0 0,-1 0,1-1,0 1,0 0,0-1,-1 1,1-1,-1 1,1-1,-1 1,0-1,1 1,-1-1,0 0,0 1,0-1,0 1,-1-1,1 1,0-1,-1 0,1 1,-1-1,1 1,-1 0,0-1,1 1,-1-1,0 1,0 0,0 0,0-1,0 1,0 0,-1 0,1 0,0 0,0 0,-1 1,1-1,-1 0,1 1,-1-1,0 0,-37-6,0 1,0 2,0 1,-1 3,-14 1,-4 0,-1501 3,1419 2,1 6,-36 13,7-3,-264 25,133 3,106-39,960-13,23-14,383 4,-809 13,-350-1,-1 0,0-1,1-1,-1 0,0-1,0 0,0-1,-1 0,1-1,-1 0,0-1,0-1,-1 0,0 0,0-1,-1-1,2-2,-10 10,-1 0,0 0,0 0,0 0,0 0,0-1,0 1,-1 0,1-1,0 1,-1-1,1 1,-1-1,1 1,-1-1,0 1,0-1,1 1,-1-1,0 0,0 1,-1-1,1 1,0-1,-1 1,1-1,0 1,-1-1,0 1,1-1,-1 1,0 0,0-1,0 1,0 0,0 0,0-1,0 1,0 0,0 0,-1 0,1 0,0 1,-1-2,-67-30,28 22,0 2,0 2,-1 1,0 2,0 2,-41 5,7-2,-1021 0,735 30,261-19,-325 50,326-53,-304 15,280-25,229 0,237-11,-153-13,171-20,116 9,828 35,-828-1,-418-9,-60 4,-133-7,98 14,-1602-1,885 0,685 4,0 3,0 3,0 2,-6 6,2-2,-25 1,64-13</inkml:trace>
  <inkml:trace contextRef="#ctx0" brushRef="#br1" timeOffset="74217.826">5993 3767,'4'0,"307"-2,71-18,396-72,-627 75,1 6,71 8,-184 4</inkml:trace>
  <inkml:trace contextRef="#ctx0" brushRef="#br1" timeOffset="75528.009">6420 3710,'0'2,"-1"0,1-1,-1 1,1 0,0-1,-1 1,1 0,0 0,0-1,0 1,0 0,1 0,-1-1,0 1,1 0,-1-1,1 1,0 0,0-1,-1 1,1-1,0 1,0-1,0 0,0 1,1-1,-1 0,0 0,1 1,-1-1,0 0,1-1,-1 1,1 0,0 0,-1-1,1 1,-1 0,1-1,0 0,73 21,54-3,0-6,106-4,967-8,-796-27,-380 25</inkml:trace>
  <inkml:trace contextRef="#ctx0" brushRef="#br1" timeOffset="78777.898">9076 2997,'-93'-130,"-6"5,-5 4,-36-27,-174-189,292 318,-1 1,-1 1,0 1,-1 2,0 0,-1 1,-1 2,0 1,-1 1,1 1,-2 1,1 2,-1 0,0 2,1 2,-2 0,-81-9,27 1,1 4,-82 5,126 6,0 3,0 1,1 1,1 3,0 1,1 1,-33 21,-50 32,3 5,-65 56,114-83,2 4,2 2,3 3,2 3,-10 16,-15 29,35-48,4 3,1 1,-4 15,-53 117,8 3,-7 45,-51 124,120-295,4 1,2 2,4 0,3 1,3 1,-3 66,-66 1603,85-859,2-824,4 0,1 0,4-1,1 0,4-1,2-1,2 0,3-2,2-1,3-1,19 25,171 258,-171-273,3-2,3-3,2-2,13 6,-59-51,1-1,0-1,0 0,1-1,1 0,-1 0,1-2,0 0,0 0,1-2,0 0,0 0,0-1,0-1,4 0,47-6,-1-2,1-4,-1-2,-1-3,0-2,-1-4,-1-2,-1-3,23-15,77-32,-4-8,-3-6,-5-6,-3-7,-5-6,-5-7,26-35,-58 46,-4-4,-6-5,-4-3,-5-5,-6-3,-5-3,-5-4,36-99,-48 66,-7-2,-7-2,-8-2,-7-1,-7-1,-7-8,14-190,28-548,-53-74,-4 931,-3 0,-2 1,-3 0,-3 1,-1 0,-4 0,-2 2,-2 0,-2 1,-31-50,17 50,-2 1,-2 1,-2 3,-3 1,-1 3,-3 1,-12-5,43 36,-1 0,-1 1,0 1,0 1,-1 1,0 1,-1 1,1 1,-2 1,1 1,0 1,-1 1,1 1,-7 1,-42-3,1 3,-1 3,0 3,1 3,-50 14,66-7,0 2,1 3,1 1,1 4,2 1,-32 23,-74 52,88-61,1 3,3 2,2 4,2 2,-2 7,-280 296,254-277,-150 149,171-154,36-45</inkml:trace>
  <inkml:trace contextRef="#ctx0" brushRef="#br1" timeOffset="83658.087">18636 6906,'131'-34,"289"-104,159-3,-253 67,68 5,-389 70,1-1,0 0,0-1,0 1,-1-1,1 0,0-1,-1 0,1 1,-1-2,0 1,1-1,-1 1,0-1,-1-1,1 1,0-1,-1 0,0 0,0 0,0 0,0-1,-1 0,0 0,0 0,0 0,0-1,3-22,0 0,-2 0,-1 0,-2-1,-1-26,0 15,1-86,-6 0,-4 1,-21-86,-228-910,255 1108,1 8,0 1,0 0,0 0,0-1,1 1,0-1,0 1,0-1,0 0,1 1,0-1,0 0,0 1,1-1,-1 0,1 1,0-1,0 1,1-1,-1 1,1-1,0 1,0 0,1 0,-1 0,1 0,0 0,0 1,0-1,1 1,-1 0,1 0,-1 0,1 0,0 1,4-2,155-7,-154 11,123 6,-23 0,0-5,59-9,-14-15,-1-7,29-14,-71 17,66-19,196-40,-201 74,-166 12,0 0,0 1,0-1,0 1,0 0,-1 1,1-1,0 1,-1 0,0 1,1-1,-1 1,0 0,0 0,0 1,-1 0,1-1,-1 2,0-1,0 0,0 1,-1 0,3 3,8 20,-1 1,-2 0,-1 0,-1 1,-1 0,-2 1,-1-1,-1 1,-2 0,-1 15,-1-45,32 579,54 26,-3-237,-74-309,2 0,3-1,2 0,3-2,5 7,-21-58,-1-1,0 1,1 0,0-1,1 1,-1-1,1 0,0 0,0 0,0-1,1 0,0 1,0-1,0-1,0 1,0-1,1 0,0 0,-1-1,1 1,0-1,0-1,0 1,1-1,-1 0,0 0,0-1,1 0,-1 0,0-1,3 0,58-6,-1-4,0-2,-1-4,20-9,-24 8,191-50,3 10,25 8,805-76,-1030 120,-2-2,1-2,-1-3,-1-2,2-3,-48 15,0 1,-1-1,1 0,0-1,-1 1,0-1,0 0,0-1,-1 1,1-1,-1 0,0 0,0 0,-1 0,1-1,-1 1,-1-1,1 0,-1 0,0 0,0 0,-1-1,1 1,-1 0,-1-1,1-2,2-64,-2 1,-3 0,-4 0,-3 1,-8-26,-16-44,-6 3,-35-77,23 67,-186-568,136 426,99 282,1 6,-1 1,1-1,0 0,0 0,0 0,1 1,-1-1,0 0,1 0,0 0,-1 0,1 0,0 0,0 0,0 0,0 0,0 0,0 0,1 0,-1 0,1 0,-1 0,1 0,0 0,0 0,0 0,0 1,0-1,0 0,0 1,0-1,1 1,-1-1,1 1,-1 0,1-1,0 1,-1 0,1 0,0 0,0 0,131-10,169 12,-41 1,197-26,33-48,4-22,-480 91,337-72,-321 68,-18 3,0 0,0 1,0 1,0 0,0 1,1 1,-1 0,0 0,12 3,-19 0,-1 0,0 0,1 1,-1-1,-1 1,1 0,0 1,-1-1,0 1,0 0,0 0,-1 0,0 0,0 1,0-1,0 1,-1 0,0 0,0 0,-1 0,0 0,0 0,0 0,-1 1,1-1,-2 0,1 1,4 17,187 1181,-172-1030,27 156,-46-323,1 0,1 0,-1 0,1-1,1 1,-1 0,1-1,1 0,-1 0,1 0,0 0,1-1,0 1,0-1,0 0,1 0,0-1,0 0,0 0,0 0,1-1,0 0,4 2,20 0,0-1,0-1,0-2,0-1,1-1,19-4,7 2,854-19,-823 15,153-9,62-19,-127 8,-173 25,1-1,-1 1,0-1,1 0,-1 0,0-1,0 1,0-1,-1 0,1 0,-1 0,1 0,-1-1,0 1,-1-1,1 0,0 0,-1 0,0 0,0 0,0-1,-1 1,1 0,-1-1,0 1,0-1,-1 0,1 1,-1-1,0-2,1-24</inkml:trace>
  <inkml:trace contextRef="#ctx0" brushRef="#br1" timeOffset="84428.167">20491 6307,'-4'0,"0"1,0-1,0 1,0 0,0 0,0 0,0 1,1-1,-1 1,1 0,-1 0,1 0,0 1,0-1,0 1,0 0,0 0,0-1,1 2,-1-1,1 0,0 1,0-1,0 1,0 1,-31 104,18 0,5-1,5 1,4 22,0-38,-8 259,16 0,15 0,15-2,33 100,-6-199,-36-151,4-2,5-1,18 32,-21-67</inkml:trace>
  <inkml:trace contextRef="#ctx0" brushRef="#br1" timeOffset="85021.584">19748 8362,'0'-1,"0"0,0 1,0-1,1 0,-1 0,0 0,0 1,1-1,-1 0,0 1,1-1,-1 0,1 1,-1-1,1 0,-1 1,1-1,0 1,-1-1,1 1,-1-1,1 1,0-1,0 1,-1 0,1-1,0 1,0 0,-1 0,1 0,0-1,0 1,0 0,-1 0,1 0,0 0,0 0,0 1,-1-1,1 0,0 0,0 0,0 1,-1-1,1 0,0 1,-1-1,1 1,0-1,-1 1,1-1,0 1,-1-1,1 1,-1 0,1-1,8 6,1 1,-1 0,-1 0,1 1,-1 0,0 0,-1 1,0 0,-1 0,6 10,184 341,-117-205,25 49,89 125,-184-311,1 0,1-1,0-1,1 0,1 0,1-2,0 1,0-2,2 0,0 0,0-2,1 0,0-1,1 0,0-2,0 0,1-1,0-1,1-1,4 1,176-17,-182 8,-1-1,1-1,-1-1,0 0,0-1,0-1,-1 0,-1-2,1 1,-2-2,1 0,-1-1,-1 0,4-6,8-10,0-1,-2-1,-1-2,-2 0,-1-1,6-17,17-53,-29 63</inkml:trace>
  <inkml:trace contextRef="#ctx0" brushRef="#br1" timeOffset="85789.112">19806 8276,'13'0,"-8"0,0-1,1 1,-1 0,1 1,-1 0,0-1,1 2,-1-1,0 0,0 1,0 0,0 1,0-1,0 1,1 0,16 19,0 0,-2 1,0 1,-2 1,-1 1,-1 1,-1 0,-1 0,-1 2,-2 0,0 3,3 2,398 1007,-409-1032,-3-4,1 0,0 1,1-1,-1 0,1 0,0 0,0-1,0 1,1 0,0-1,0 1,0-1,0 0,1 0,-1 0,1-1,0 1,0-1,1 0,-1 0,1 0,-1 0,1-1,0 0,0 0,0-1,0 1,0-1,0 0,2 0,19-7,-1-1,0-2,0 0,-1-2,0 0,-1-2,0-1,-1 0,-1-2,0 0,-1-2,-1 0,11-13,29-26,-3-3,-2-2,-3-2,36-59,48-64,-110 164</inkml:trace>
  <inkml:trace contextRef="#ctx0" brushRef="#br1" timeOffset="90853.964">8676 3539,'-40'-82,"-198"-447,89 254,-96-123,204 339,-3 3,-2 1,-3 2,-2 3,-1 1,-3 3,-2 3,-30-16,63 44,-1 1,0 1,-1 1,0 1,-1 2,0 1,0 0,-1 3,0 0,-15 0,-441-45,406 43,-1 3,0 4,0 3,0 3,1 4,0 3,1 4,1 3,0 3,-60 29,41 2,3 5,3 3,3 4,-4 9,27-23,23-22,3 3,0 0,2 3,2 1,-11 16,-82 142,8 5,-66 160,133-256,6 2,4 2,5 2,4 1,6 2,4 0,6 1,-1 78,15 589,7-435,-6-133,-3-27,9 1,7 0,35 170,4-151,9-2,9-3,8-4,9-2,9-5,7-5,9-3,128 158,-118-194,7-5,73 58,-116-116,-45-42,2-1,1-2,2-1,1-3,2-2,2-2,0-3,2-1,53 17,122 27,-34-58,-165-12</inkml:trace>
  <inkml:trace contextRef="#ctx0" brushRef="#br0" timeOffset="123037.399">13755 2426,'14'5,"11"20,9 32,15 43,13 40,1 25,-11 18,2 7,-10-4,-11-6,-12-17,-10-28,-6-31,-4-29,-2-27</inkml:trace>
  <inkml:trace contextRef="#ctx0" brushRef="#br0" timeOffset="123649.798">13755 1884,'83'32,"-67"-23,35 25,-2 3,-2 1,-1 3,-2 1,-2 2,-2 2,-2 2,-3 1,-1 2,-2 2,-3 0,-3 2,-1 1,-4 1,-1 1,-3 3,50 202,-12 4,-11 1,-12 2,-12 2,-11 13,-7-234,4 77,-5 0,-6-1,-18 111,20-218,0 0,-1 0,-1-1,-1 1,0-1,-2 0,0-1,-1 1,-1-2,-1 0,0 0,-1 0,-1-2,0 0,-2 0,1-1,-2-1,0 0,0-1,-5 1,-6-1,-1-1,0-2,-1 0,0-2,0-1,-17 0,4 1,13-2</inkml:trace>
  <inkml:trace contextRef="#ctx0" brushRef="#br0" timeOffset="125258.518">13612 12214,'-5'-5,"0"1,-1-1,0-1,1 1,0-1,0 0,1 0,0-1,0 1,0-1,1 0,0 0,0 0,1-1,-1-1,3 10,1-1,-1 1,0 0,1 0,-1 0,1 0,0-1,-1 1,1 0,0 0,-1-1,1 1,0 0,0-1,-1 1,1-1,0 1,0-1,0 0,0 1,0-1,0 0,0 0,0 1,0-1,0 0,0 0,0 0,0 0,0 0,0 0,0-1,0 1,0 0,-1 0,1-1,0 1,0 0,0-1,0 1,0-1,0 0,-1 1,1-1,0 1,0-1,-1 0,1 0,-1 1,1-1,0 0,-1 0,0 0,1 0,-1 0,1 0,-1 1,0-1,0 0,1 0,-1 0,0 0,0 0,0 0,0-1,2 5,0 1,0-1,0 1,0 0,-1-1,1 1,-1 0,0 0,0 0,-1 0,1 0,-1 0,0 0,0 0,0 1,0-1,-1 0,0 0,1 0,-2 0,1 0,0-1,-1 1,0 0,1 0,-2-1,1 1,0-1,-1 0,1 0,-1 0,0 0,0 0,0-1,0 1,-1-1,1 0,-1 0,0 0,1 0,-1 0,0-1,0 0,0 0,0 0,-3 0,-2-1,0 0,-1-1,1 0,0 0,0-1,0-1,0 1,0-1,0-1,1 0,-1 0,1 0,0-1,0-1,1 1,0-1,-5-5,-105-123,96 102,1 0,2-1,1-1,1-1,3 0,0-1,2-1,2 0,2 0,-1-13,6 37,0 1,0 0,2 0,-1-1,2 1,-1 0,2-1,0 1,0 0,1 0,0 0,1 1,1-1,0 1,0 0,1 0,1 0,0 1,0 0,1 1,0-1,0 1,1 1,0 0,1 0,5-3,-6 6,-1 1,1 0,0 0,0 1,0 0,0 1,0 0,1 0,-1 1,0 0,1 1,-1 0,1 0,-1 1,1 0,-1 1,1 0,-1 1,0 0,0 0,-1 1,1 0,1 1,6 4,0 1,0 1,-1 1,0 0,-1 1,0 1,-1 0,-1 1,0 0,-1 1,1 2,15 37,-2 0,-3 2,-2 0,-3 1,-2 1,-3 1,-3 0,-2 0,-3 1,-2 0,-3 0,-6 38,5-49,-1-1,-3 1,-2-1,-2-1,-2 0,-2 0,-2-1,-17 31,24-62,-2-1,0 0,-1 0,0-1,-1-1,0 0,-1-1,-1 0,0-2,0 1,-1-2,-1 0,0-1,0 0,0-2,-1 0,1-1,-1-1,-7 1,-33 4,-1-3,0-2,0-3,0-2,-27-5,53 4,17 2,0-1,-1-1,1 0,0-1,0 0,0-1,1-1,-1-1,-2-2,18 8,-1 0,0 0,0 0,1 0,-1 0,0-1,0 1,1 0,-1-1,0 1,1 0,-1-1,0 1,1-1,-1 1,1-1,-1 0,1 1,-1-1,1 1,-1-1,1 0,-1 1,1-1,0 0,0 0,-1 1,1-1,0 0,0 0,0 1,0-1,0 0,0 0,0 1,0-1,0 0,0 0,0 0,0 1,0-1,1 0,-1 0,0 1,1-1,-1 0,0 1,1-1,-1 0,1 1,-1-1,1 1,0-1,-1 1,1-1,-1 1,1-1,54-10,-30 16,-1 1,0 1,-1 1,1 2,-2 0,1 1,-2 1,6 5,61 43,-3 3,-2 5,-4 3,9 14,125 111,-163-158,-16-18</inkml:trace>
  <inkml:trace contextRef="#ctx0" brushRef="#br0" timeOffset="125768.915">13100 10360,'29'-17,"-15"18,0-1,-1 2,1 0,-1 0,0 1,0 1,0 0,0 1,-1 0,0 1,3 2,-5-4,64 34,-2 2,-1 4,-3 3,-2 2,-2 4,-2 2,-3 3,-2 2,11 20,-20-17,-3 1,-2 3,-3 2,-4 1,-2 2,-4 1,14 54,-4 10,-7 2,-5 2,6 116,-19-100,-7 1,-7 1,-6-1,-8-1,-6 0,-8-1,-6-1,-6-2,-26 53,35-127,-4-1,-3-2,-7 5,-11 5</inkml:trace>
  <inkml:trace contextRef="#ctx0" brushRef="#br0" timeOffset="135628.822">19635 3625,'10'126,"141"944,-147-1050,264 1216,-17-329,-173-520,-39-166,-14-77,-22-140,-3-24,0-18</inkml:trace>
  <inkml:trace contextRef="#ctx0" brushRef="#br0" timeOffset="137229.298">19321 3225,'25'2,"1"1,-1 1,0 2,0 0,22 9,-20-6,33 9,0-2,1-3,0-3,1-2,16-2,-34-4,0-1,0-3,0-1,0-2,0-2,-1-2,1-2,-21 5,-1-2,0-1,0 0,-1-1,0-2,-1 0,0-1,-1-1,-1-1,0 0,-1-2,4-4,-10 7,2 0,0 1,1 1,0 0,0 1,1 1,1 0,12-6,-26 15,0 0,0 0,1 0,-1 0,0 0,0 1,0-1,1 1,-1-1,0 1,1 0,-1 0,0 0,1 0,-1 0,0 1,1-1,-1 1,0-1,1 1,-1 0,0 0,0 0,0 0,0 0,0 0,0 1,0-1,0 1,-1-1,1 1,-1 0,1 0,-1-1,1 1,-1 0,0 0,0 1,1 0,27 92,95 709,-32-310,-47-249,7 178,28 133,-29-243,45 326,-48-331,40 110,-37-185,5-2,-54-223,-1-5,1-1,-1 1,0 0,0-1,0 1,0 0,-1 0,1 0,-1 0,0 0,0 0,0 0,0-1,0 1,-1 0,1 0,-1 0,0 0,0 0,0-1,0 1,0 0,-1-1,1 1,-1-1,0 1,0-1,1 0,-2 0,1 0,0 0,-10 2,0-2,1 1,-1-2,-1 0,1 0,0-1,0 0,0-1,-2-1,-20 0,-27 0,-18-3,0 5,1 2,-36 9,22 8,1 5,0 4,3 4,0 3,3 5,1 3,2 3,-70 54,1-2,97-65</inkml:trace>
  <inkml:trace contextRef="#ctx0" brushRef="#br0" timeOffset="155503.43">20434 7021,'-18'188,"-6"139,23-322,-15 62,16-66,-1 1,0-1,0 1,1-1,-1 0,0 1,0-1,-1 0,1 0,0 0,0 0,-1 0,1 0,0 0,-1 0,1 0,-1 0,1-1,-1 1,1-1,-1 1,1-1,-1 0,0 0,1 1,-1-1,0 0,1 0,-1-1,0 1,1 0,-1 0,1-1,-1 1,0-1,1 0,-1 1,1-1,-13-8,2 0,0 0,0-1,0-1,1 0,1 0,0-1,1-1,0 0,1 0,0 0,1-1,1 0,-4-11,9 24,-78-187,7-4,9-3,-24-138,-46-147,-229-850,335 1161,7-2,8 0,7 0,12-83,-4 35,-3 177,2-1,3 1,1 0,2 0,1 0,3 1,1 1,2 0,2 1,1 0,2 2,2 0,10-12,-4 10,2 2,2 0,1 2,2 2,1 1,1 1,2 3,1 1,-18 17,1 1,0 1,1 1,-1 1,1 1,1 1,-1 1,1 1,-1 1,1 2,-1 0,0 2,1 0,13 5,-21-6,-1 0,1 1,0 0,-1 1,1 1,-1 1,0 1,-1 0,0 0,0 2,-1 0,0 1,0 0,-1 1,0 0,6 8,31 52,-3 1,-3 3,-4 1,-2 3,6 29,-18-45,1-3,-4 1,-2 2,12 62,-17 8,-5 1,-6 0,-8 50,2-82,-5 842,19-669,33 162,-25-168,-11 0,-12 27,1-131,-2 599,3-750,-22 150,21-160,-1 0,0-1,0 1,0-1,0 1,-1-1,1 0,-1 0,0 0,0 0,0-1,0 1,-1-1,1 1,-1-1,1 0,-1-1,0 1,1-1,-1 1,0-1,0 0,0-1,0 1,0-1,0 1,-3-1,-110-17,60-5,1-2,2-2,0-3,2-2,1-2,2-2,1-3,-17-18,16 13,3-1,1-3,3-1,2-2,2-2,2-2,2-1,-4-15,-20-52,5-2,6-2,-12-60,34 104,-28-91,8-2,-3-58,9-102,15-1,16-200,11 2,-2 482,2-1,2 1,3 0,2 0,2 1,2 1,3 0,16-33,15-24,4 2,5 2,4 3,19-18,-18 47,2 2,4 3,2 2,7 1,-61 50,-5 2,1 1,1 0,0 0,0 2,1-1,0 2,0 0,1 0,0 2,0 0,0 0,0 2,1 0,0 0,0 2,0 0,0 0,0 2,-1 0,6 1,8 6,-1 1,0 1,0 2,-1 0,0 2,-1 1,-1 1,-1 1,0 2,-1 0,18 20,-5 2,-1 2,-2 1,-3 2,-1 1,-2 1,-3 1,-2 2,-2 0,-2 1,7 38,14 91,-9 3,-7 0,-9 1,-7 132,-3-151,9 1528,-14-1215,3-445,-2 0,-1 0,-2 0,-1 0,-1-1,-2 1,-2-1,-1-1,-1 0,-2 0,-1-1,-1-1,-2 0,-18 23,27-44,0 0,-1 0,0-1,0-1,-1 1,0-2,0 1,-1-1,1-1,-1 0,-11 3,3-3</inkml:trace>
  <inkml:trace contextRef="#ctx0" brushRef="#br0" timeOffset="163119.518">19007 12928,'56'18,"53"-8,0-5,78-6,-63-1,270 1,-394 1,3 1,0-1,0 0,0 1,0-1,0 0,-1 0,1-1,0 1,0-1,0 1,0-1,-1 0,1 0,0 0,-1 0,1-1,-1 1,1-1,-1 1,0-1,1 0,-1 0,0 0,0 0,-1 0,1-1,0 1,-1 0,1-1,-1 0,4-11,-1 0,0-1,-1 1,-1-1,0 0,-1 0,-1 0,0 0,-1-2,-29-285,-36-148,17 135,2-151,33 260,5 237,6 349,31 224,3 64,-32-662,1-1,0 1,1-1,-1 1,1-1,0 1,1-1,-1 0,1 1,0-1,0 0,0 0,1-1,0 1,0 0,0-1,1 1,-1-1,1 0,0-1,0 1,2 0,-5-3,1-1,0 1,-1-1,1 0,0 1,0-1,-1 0,1 0,0 0,0-1,0 1,-1 0,1-1,0 1,-1-1,1 0,0 1,-1-1,1 0,-1 0,1 0,-1 0,1 0,-1 0,0 0,0-1,1 1,-1-1,0 1,0 0,0-1,-1 0,1 1,0-1,0 1,-1-1,1 0,-1 0,0 1,1-1,-1 0,0 0,0 1,0-1,0 0,-1 0,1 0,0 1,-1-2,15-237,-14 178,-26-435,5 200,-21-485,40 757,2 56,2 1085,15-742,-17-334,-12-103,10 51,-35-178,-8 3,-41-102,-30-15,75 230,41 74,0 1,0-1,0 1,0-1,0 1,0-1,0 1,0-1,-1 0,1 1,0-1,0 1,0-1,0 0,-1 1,1-1,0 1,0-1,-1 0,1 1,0-1,-1 0,1 1,0-1,-1 0,1 0,0 1,-1-1,1 0,-1 0,1 0,0 0,-1 0,1 1,-1-1,1 0,-1 0,1 0,0 0,-1 0,1 0,-1 0,1 0,-1 0,1-1,0 1,-1 0,1 0,-1 0,1 0,0-1,-1 1,1 0,-1 0,1-1,0 1,-1 0,1-1,0 1,0 0,-1-1,1 1,0 0,0-1,-1 1,1-1,0 1,0 0,0-1,0 82,79 463,0 192,-72-676</inkml:trace>
  <inkml:trace contextRef="#ctx0" brushRef="#br0" timeOffset="169714.658">20034 12842,'11'-414,"25"66,-27 239,15-65,11-11,-30 147,0 0,3 1,1 0,1 0,3 1,0 1,3 0,1 1,9-13,-11 18,-1 0,-2-1,-1-1,-1 0,4-29,-12 49,1 0,0-1,1 1,0 1,0-1,1 1,0-1,1 1,1 1,-1-1,1 1,1 0,0 1,0 0,0 0,1 1,0 0,1 0,0 1,0 0,0 1,1 0,-1 1,1 0,11-2,319-37,-103 20,70 5,-93-25,-160 28,1 4,1 3,0 2,0 3,1 2,9 3,-6-1,-57-2,0 0,1 1,-1 0,0 0,0 0,1 0,-1 1,0-1,0 1,1 0,-1 0,0 1,0-1,0 1,-1 0,1 0,0 0,-1 1,1-1,-1 1,0 0,0 0,0 0,0 0,0 1,-1-1,1 1,-1-1,0 1,0 0,-1 0,1 0,-1 0,0 0,0 0,1 4,3 154,7-37,6-1,10 25,15 209,-24-273,43 131,-28-132,-4 1,-4 2,5 36,-26-109,1 1,1-1,1 0,0 0,0-1,2 0,-1-1,2 0,0 0,0-1,1 0,1-1,6 2,1-1,0-1,1-1,0-1,0-1,1 0,-1-2,1-1,1 0,-1-2,0 0,1-2,-1 0,1-2,-1 0,11-4,52 2,1062 3,-1141 2,-1 0,1 0,0-1,0 0,0 0,0 0,-1-1,1 0,0 0,-1-1,1 1,-1-1,1 0,-1-1,0 0,0 1,0-1,0-1,0 1,-1-1,1 0,-1 0,0 0,0-1,-1 1,1-1,-1 0,0 0,0 0,-1 0,0-1,0 1,1-3,2-30,-1-1,-2 1,-2-1,-1 1,-5-25,6 62,-61-406,51 163,6 207,-2-17,1 0,3-1,2 1,4-20,44-98,-37 140,2 1,1 1,1 0,2 1,0 1,2 0,2 1,21-21,28-42,179-240,-240 319,0-1,0 1,1 1,1 0,0 0,0 1,1 1,0 0,0 0,1 1,0 1,0 0,1 0,0 2,0 0,0 0,0 1,0 1,1 0,7 1,458 6,-441-11,0-1,0-1,-1-3,0-1,-1-1,0-3,-2-1,10-6,9-3,2 2,1 3,0 3,2 2,-1 3,2 2,30-1,291-20,-362 32,-13-1,-1 0,1 0,0 1,0 0,0 0,0 1,0-1,0 1,0 0,0 1,0 0,0 0,-1 0,1 0,-1 1,0 0,0 0,0 0,0 1,0 0,-1 0,2 1,2 12,-1 0,-1 0,0 0,-1 1,-1 0,-1 0,-1 0,0 0,-1 1,-1-1,-1 0,0 0,-4 18,1 20,2 291,28-172,-23 101,-6-201,2 1,4-1,4 0,2 0,4-1,10 28,-12-65,2-1,1 0,2-2,1 1,2-2,13 17,-10-18,-18-24,1 0,-1-1,1 0,1 0,-1 0,1 0,0-1,1 0,0-1,0 1,0-1,0 0,1-1,0 0,0 0,0-1,0 0,0 0,1 0,4-1,306-3,53 0,-347 1</inkml:trace>
  <inkml:trace contextRef="#ctx0" brushRef="#br0" timeOffset="208730.378">28 15611,'2381'0,"-2361"0,-15 1,-1 0,1-1,0 1,0-1,0 0,0-1,0 1,0-1,0 0,0 0,-1-1,1 1,0-1,-1 0,1 0,-1-1,0 1,0-1,0 0,1-1,0-5,-1 0,0-1,-1 1,0-1,-1 0,0 0,-1 0,1 0,-2 0,0 0,0 0,-2-10,2-4,-12-667,-17-302,30 357,-1 624,-1 9,1 0,0 0,-1 0,1 1,0-1,0 0,0 0,1 0,-1 0,1 0,-1 0,1 1,0-1,0 0,1 0,-1 1,0-1,1 1,-1-1,1 1,0 0,0 0,0 0,0 0,0 0,1 0,1-1,9-1,0 0,1 1,-1 0,1 1,-1 1,1 0,0 1,0 1,0 0,16-1,1543 10,-131-10,-1306-18,-132 17,1 1,0 0,0 0,0 0,-1 1,1-1,0 1,0 0,-1 1,1-1,-1 1,1 0,-1 0,1 0,-1 1,0-1,0 1,0 0,-1 0,1 0,-1 1,0-1,0 1,0 0,0 0,0 0,-1 0,2 4,52 133,-54-134,25 104,-5 2,-5 0,-3 24,16 107,34 106,-25-153,-8 1,-2 85,0 100,-5-248,-24-131,1-1,-1 1,1-1,-1 1,1-1,0 0,0 1,1-1,-1 0,1 0,0 0,-1 0,1 0,0 0,1 0,-1-1,0 1,1-1,0 0,-1 1,1-1,0 0,0-1,0 1,0 0,1-1,-1 0,0 0,4 1,157 7,-115-10,1417-5,-692-38,-242 8,-254 29,-274 8,1-1,0 0,0 0,0 0,0-1,0 0,0 0,0 0,-1 0,1-1,0 0,-1 0,0 0,1 0,-1-1,0 0,0 0,0 0,0 0,-1-1,1 1,-1-1,0 0,0 0,-1 0,1 0,-1 0,0-1,0 1,0-1,5-24,-2 0,-1 0,-1-1,-1 1,-2 0,-1-1,-1 1,-3-7,-18-121,-6 2,-8 1,-22-51,9 30,8 22,-10-31,-18-130,30 109,-17-144,57 225,2 120,0 1,1 0,-1 0,1 0,-1 0,1 0,0 1,0-1,0 1,0-1,0 1,1 1,-1-1,1 0,-1 1,1-1,0 1,0 0,-1 0,1 1,0-1,0 1,0 0,0 0,1 0,-2 0,313-8,-214 11,1101 0,-1155-4,0-2,-1-3,1-1,41-12,-46 10,0 3,0 1,0 2,0 3,10 1,-41-2,-1 0,0-1,1-1,-1 0,0 0,0-1,0 0,-1-1,1-1,-1 1,6-6,-13 9,0 1,0-1,0 1,0-1,0 1,0 0,1 0,-1 1,0-1,1 1,-1-1,0 1,1 0,-1 1,0-1,1 0,-1 1,0 0,1 0,-1 0,0 0,0 0,0 1,0-1,0 1,0 0,0 0,-1 0,1 0,1 2,62 84,-18 10,-5 2,-3 2,-6 1,12 66,-36-132,156 620,-81-360,-38-152,16 183,7-29,-69-293,0-1,1 1,0-1,-1 0,1 1,1-1,-1 0,1-1,0 1,0 0,1-1,-1 1,1-1,0 0,0 0,0-1,1 1,-1-1,1 0,0 0,0-1,0 1,0-1,0 0,0 0,1-1,-1 0,1 0,-1 0,1 0,4-1,205-18,7-8,1042-143,-180 28,-926 129,-157 12,0 0,1 0,-1 0,0 0,0-1,0 1,0 0,0-1,0 1,0-1,0 1,0-1,0 1,0-1,0 0,0 1,0-1,0 0,-1 0,1 0,0 1,-1-1,1 0,0 0,-1 0,1 0,-1 0,0 0,1-1,-1 1,0 0,0 0,1 0,-1 0,0 0,0 0,0-1,0 1,-1 0,1 0,0 0,0 0,-1 0,1 0,0 0,-1 0,1 0,-1 0,0-1,-11-12</inkml:trace>
  <inkml:trace contextRef="#ctx0" brushRef="#br0" timeOffset="212690.734">1825 12187,'29'676,"-28"825,83-402,-82-905,-1-34,7 0,10 30,40 23,-43-182,-4-28,-21-49,-12-23</inkml:trace>
  <inkml:trace contextRef="#ctx0" brushRef="#br0" timeOffset="214131.048">1484 11815,'178'1,"-165"2,0 1,-1 0,1 1,-1 0,0 1,-1 0,1 1,-1 0,5 5,55 31,-16-24,2-3,0-2,0-3,1-2,0-3,1-2,-1-2,1-4,25-4,21 3,-67 3,-10 1,1-1,-1-1,1-2,-1-1,0-1,0-1,-1-2,1-1,-16 4,-7 2,-1 0,1 0,0 1,1-1,-1 1,0 0,0 1,1-1,-1 1,1 0,0 1,-1-1,1 1,0 0,-1 1,1-1,-1 1,1 0,-1 0,1 1,-1 0,0 0,1 0,3 3,-1 4,0 1,-1 0,0 0,-1 1,0 0,-1 0,0 1,0-1,-2 1,1 0,-1 0,-1 0,0 1,-1-1,0 6,2 2,75 580,-15 203,-12-130,-42 233,-10-673,10-28,8-1,17 44,9 100,-31-129,-12-215,0 0,0 0,0 0,-1 0,0 0,0 0,0-1,0 1,0 0,-1-1,0 1,0-1,0 1,0-1,0 0,-1 0,1 0,-1 0,0 0,0-1,0 1,0-1,0 0,-1 1,1-2,-1 1,1 0,-1-1,0 0,1 1,-1-2,0 1,0 0,0-1,0 1,0-1,-2-1,-462-8,-703 5,1137 4</inkml:trace>
  <inkml:trace contextRef="#ctx0" brushRef="#br0" timeOffset="-214706.437">342 16067,'2'331,"16"-1,25 92,-36-371,2-1,2 0,2 0,9 18,30 8,-50-74,-1-1,1 0,-1 1,1-1,-1 0,1 0,0 0,-1 0,1 0,0-1,0 1,0-1,0 1,0-1,-1 1,1-1,0 0,0 0,0 0,0 0,0 0,0-1,0 1,0 0,0-1,0 0,0 1,-1-1,1 0,0 0,-1 0,1 0,0 0,-1 0,1-1,-1 1,0 0,1-1,-1 1,0-1,0 0,0 1,0-1,0 0,6-14,0 0,-1-1,-1 1,-1-1,0 0,-1-1,-1 1,-1-1,0 1,-1-1,-1 0,1-9,1-31</inkml:trace>
  <inkml:trace contextRef="#ctx0" brushRef="#br0" timeOffset="-214376.425">0 16610,'5'0,"11"0,7 0,6 0,2 0,0 0,1 0,4 0,10 0,8 0,3 0,3 0,-9 0</inkml:trace>
  <inkml:trace contextRef="#ctx0" brushRef="#br0" timeOffset="-214004.208">570 16667,'5'10,"6"3,17-1,12-2,10-3,10-3,5-2,-4-1,-2-1,-7 0,-7-6,-11-1</inkml:trace>
  <inkml:trace contextRef="#ctx0" brushRef="#br0" timeOffset="-213655.598">827 16695,'0'5,"0"6,-5 12,3 1,17-3,15-6,8-4,2-5,-1-3,-2-3,-7 0</inkml:trace>
  <inkml:trace contextRef="#ctx0" brushRef="#br0" timeOffset="-213059.992">1170 16610,'1'615,"-1"-597,2 0,0-1,1 1,1 0,0-1,2 1,1 3,-4-15,-1 0,1 0,0 0,1-1,-1 1,1-1,0 0,0 0,1 0,-1-1,1 0,0 1,0-2,1 1,-1-1,1 1,0-1,0-1,0 1,0-1,2 0,-6-1,1-1,0 0,-1 0,1 0,0 0,-1 0,1 0,0-1,-1 1,1-1,-1 0,1 0,-1 0,1 0,-1 0,1-1,-1 1,0-1,0 1,0-1,0 0,0 0,0 0,0 0,-1 0,1 0,-1 0,1-1,-1 1,0 0,0-1,1-2,22-88,-18 34,-2 0,-2 0,-4 0,-4-30,1 64,-2 0,0 0,-1 0,-2 1,0 1,-2 0,0 0,-2 1,0 1,-1 0,-2 1,-5-5,-23-24</inkml:trace>
  <inkml:trace contextRef="#ctx0" brushRef="#br0" timeOffset="-212766.167">1283 16552,'10'0,"8"0,10 0,6 0,2 0,-1 0,-1 0,-1 0,-2 0,-1 0,8 0,-1 0</inkml:trace>
  <inkml:trace contextRef="#ctx0" brushRef="#br0" timeOffset="-211953.224">3424 15924,'34'192,"6"195,-31-307,-7-40,2 0,2 0,1 0,2-1,2 0,1-1,2 0,2-1,5 7,45 20,-64-63,0 0,0 0,0 0,0 0,0 0,0 0,1-1,-1 1,0-1,0 0,1 0,-1 1,0-2,0 1,1 0,-1 0,0-1,0 1,1-1,-1 1,0-1,0 0,0 0,0 0,0 0,0 0,0-1,0 1,-1-1,1 1,0-1,-1 0,1 1,-1-1,0 0,0 0,1 0,-1-1,4-9,-1-1,0 1,-1-1,0 0,-1 0,0 0,-1-1,-1 1,0 0,-2-11,2 2,-9-130,2 106</inkml:trace>
  <inkml:trace contextRef="#ctx0" brushRef="#br0" timeOffset="-211666.053">3225 16439,'9'5,"9"1,6 0,3 4,7-1,8 0,15-3,4-2,1-2,-1-15,-5-6,-3-15,-6-5,0-7,-10 1,-9 7</inkml:trace>
  <inkml:trace contextRef="#ctx0" brushRef="#br0" timeOffset="-211331.282">3966 16153,'14'0,"11"0,5 0,2 0,1 0,0 0,3 0,6 0,1 0,-8 0</inkml:trace>
  <inkml:trace contextRef="#ctx0" brushRef="#br0" timeOffset="-211026.393">4137 16466,'0'5,"10"2,13-1,17-1,11-1,2-2,-3-1,-5 0,-1-1,-3-5,-3-2,-4-4,-7-6,-9 1</inkml:trace>
  <inkml:trace contextRef="#ctx0" brushRef="#br0" timeOffset="-210416.3">4794 15954,'1'573,"-1"-562,-1 3,1-1,-1 1,2 0,0-1,1 0,0 1,1-1,0 0,1 0,1 0,0-1,1 1,0-1,0-1,2 1,-1-1,2 0,1 1,-4-6,1 0,0-1,-1 0,2 0,-1-1,1 0,-1 0,1 0,0-1,0-1,1 1,-1-1,0-1,1 1,-1-2,1 1,0-1,-1 0,1-1,-1 0,1 0,-1-1,1 0,-1 0,0-1,0 0,0-1,-1 0,1 0,-1 0,0-1,2-1,5-13,0-1,-1 0,-1-1,0 0,-2-1,-1 0,0-1,-2 1,-1-2,0 1,0-14,7-33,-3-1,-3 1,-3-2,-3-16,-1 75,1 0,-2-1,0 1,0 0,-1 0,-1 0,0 0,-1 0,0 0,-1 1,-1 0,0 0,0 0,-1 1,-1 0,0 0,0 1,-1 0,0 0,-1 1,0 1,0-1,-1 1,0 1,-5-2,-120-26,98 28</inkml:trace>
  <inkml:trace contextRef="#ctx0" brushRef="#br0" timeOffset="-209513.848">5508 15753,'-5'0,"8"0,8 10,13 3,16 4,6 0,1 1,6-2,4-4,2-4,-4-4,-11-6,-13-4</inkml:trace>
  <inkml:trace contextRef="#ctx0" brushRef="#br0" timeOffset="-208942.082">5736 15640,'26'481,"-22"-180,-6-298,-1-29,3 24,-26-424,26 388</inkml:trace>
  <inkml:trace contextRef="#ctx0" brushRef="#br0" timeOffset="-203845.87">2026 16238,'16'157,"82"132,-77-222,-12-82,-10-420,0-1287,0 1611,-6 1,-4-1,-25-103,-9 0,-15-201,-5-78,26 200,12 165,5-1,6-1,5-1,7-89,3 217,0 0,1 0,0 0,-1-1,1 1,0 0,1 0,-1 0,0-1,1 1,0 0,0 0,0 0,0 0,0 0,1 0,-1 0,1 1,0-1,-1 0,2 1,-1-1,0 1,0 0,1 0,-1 0,1 0,-1 0,1 0,0 1,0-1,0 1,2-1,3 2,0 0,1 1,-1 0,0 1,0 0,0 0,0 0,-1 1,1 0,-1 1,5 2,19 8,44 7,1-2,1-4,0-4,1-3,-1-3,1-3,59-8,-38 5,509-4,-544 2,-62 3,0 1,1 0,-1 0,0 0,0 0,0 0,0 1,0-1,0 1,-1-1,1 1,0 0,-1-1,1 1,-1 0,0 0,1 0,-1 0,0 0,0 0,-1 1,1-1,0 0,-1 0,1 1,-1-1,0 0,1 1,-1-1,0 0,-1 1,1-1,0 0,-1 1,0 0,2 4,-2 462,-4 3621,5-3488,2-592,-2-1,1 1,-1-1,-1 1,0-1,0 1,-1-1,0 1,0-1,-1 0,0 0,-1 0,0 0,-1-1,0 0,0 1,0-2,-1 1,0-1,-1 0,-6 6,-13-1,0-2,0-1,-1-1,0-1,-1-1,0-2,1 0,-1-2,0-2,0 0,-25-4,22 3,-604-23,203 11,426 13,-1 1,0 0,0 0,0-1,0-1,1 1,-1-1,0 0,0 0,0-1,1 0,-1-1,1 1,-1-1,1 0,0 0,0-1,0 0,1 0,-1-1,1 0,-2-5,1-1,1 0,0 0,0 0,1-1,1 0,0 0,0 0,1 0,1 0,0-9,-11-142,8 0,7-8,-2 64,8-3578,-9 3655,1 1,2-1,1 0,1 1,2-1,1 1,52-220,-54 229,1 1,0 0,2 0,0 1,1 0,0 1,2 0,0 1,0 0,2 1,0 0,1 1,0 1,1 0,251-175,-134 72,-95 78,2 2,2 2,1 2,1 1,2 3,1 1,18-5,-21 18,0 1,1 3,0 2,1 1,-1 3,1 2,0 1,0 3,18 4,-58-7,0 1,0 0,0 0,0 1,0-1,0 1,0 1,0-1,-1 1,1 0,0 0,-1 1,1 0,-1 0,0 0,0 0,0 1,-1 0,1 0,-1 0,0 1,0-1,0 1,-1 0,1 0,-1 0,0 2,15 57,-3-1,-3 2,-3-1,0 34,33 740,-38 912,-5-402,-9-1081,-28 141,34-366,-2-1,-2 0,-2-1,-1 0,-2 0,-2-1,-1-1,-2-1,-2 0,-1-1,-2-1,-14 15,18-27,11-11,-1-1,0 1,-1-1,-1-1,1 0,-2 0,1-1,-1-1,-1 0,1 0,-1-1,-1-1,-12 5,-12-7,1 0,-1-3,1-1,-28-4,-6 0,-330-1,388 1,-1 1,1-2,0 1,0-2,0 0,1 0,0-1,0-1,1 0,0-1,0 0,1 0,0-1,1-1,0 0,5 8,-11-16,0-1,2 0,0-1,2 0,0-1,1 0,1 0,1-1,2-1,0 1,1-1,-1-19,0 12,-88-683,72 597,-43-247,7-84,33-72,25-112,0 578,3 0,3 0,2 0,2 1,2 1,9-21,2 9,3 1,3 1,2 1,3 2,3 1,29-35,99-107,7 8,181-154,-296 294,3 3,1 3,2 3,2 2,2 3,7 1,-32 21,0 1,0 3,1 1,0 2,1 3,0 1,0 2,31 2,-69 1,1 1,0-1,-1 1,1 1,-1-1,1 1,-1 0,0 1,0 0,0-1,0 2,0-1,-1 1,1 0,-1 0,0 0,0 1,-1 0,1 0,-1 0,0 1,0-1,0 3,7 11,-2 1,0 0,-1 0,-1 1,-1 0,2 11,8 64,-4 1,-4 0,-5 1,-4 12,1-50,-6 1862,6-1810,-5 1,-5-1,-7 17,-103 543,97-546,-6-1,-5-1,-6-2,-31 62,-131 220,191-386,0 0,-1-1,-1 0,-1-1,0-1,-1 0,-1-1,0 0,-1-1,0-1,-1-1,-18 9,-19 9,-1-1,-1-3,-1-3,-1-2,0-2,-2-4,0-2,-22 0,35-7,0-3,0-2,0-2,1-2,-1-2,-23-7,50 5,0 0,1-2,0 0,1-2,0 0,1-1,0 0,1-2,1 0,0-1,-2-4,-6-6</inkml:trace>
  <inkml:trace contextRef="#ctx0" brushRef="#br0" timeOffset="-197341.792">5451 10816,'-1'0,"-1"0,1-1,-1 1,1 0,-1-1,1 1,-1 0,1 0,-1 0,1 1,-1-1,1 0,-1 0,1 1,-1-1,1 1,-1 0,1-1,-1 1,1 0,0 0,0-1,-1 1,1 0,0 0,0 1,0-1,0 0,0 0,0 0,1 1,-1-1,0 0,0 2,-28 59,24-47,-56 201,57-185,-2 0,-1-1,-2 1,-1-1,-1-1,-1 0,-2-1,-1 0,-1-1,-1 0,-8 6,7-12,-1-1,-1 0,-1-2,0-1,-1 0,-19 9,37-24,0 0,-1 0,1 0,-1-1,1 0,-1 0,1 0,-1 0,1-1,-1 0,0 0,1 0,-1 0,0-1,1 0,-1 0,1 0,-1 0,1-1,0 0,0 1,-1-2,1 1,0 0,1-1,-1 0,0 0,1 0,0 0,0-1,0 1,0-1,-1-1,-8-12,0 0,1-1,1 0,1-1,0 0,-4-17,5 8,2-1,1 0,1-1,1 1,2-1,1 1,3-27,-2 26,-1 27,0 0,-1 0,1 0,0 0,1 1,-1-1,0 0,1 0,0 0,0 0,0 0,0 0,0 1,0-1,1 0,-1 1,1-1,0 1,-1 0,1-1,0 1,1 0,-1 0,0 0,1 1,-1-1,1 0,-1 1,1 0,0-1,-1 1,2 0,16-3,0 1,0 1,0 1,0 0,0 2,16 2,-17 1,0 2,-1 0,0 1,0 1,0 1,-1 0,-1 1,1 1,-2 1,1 0,-2 1,0 1,0 0,-1 0,8 14,7 2,-18-20,17 21,1-1,2-2,0-1,2-1,2-2,0-1,23 11,-53-31,1-1,0 0,0 0,-1 0,1 0,0-1,1 0,-1 0,0 0,0-1,0 1,0-1,1 0,-1-1,0 1,0-1,0 0,0-1,0 1,0-1,0 0,0 0,-1-1,1 1,-1-1,1 0,-1 0,0 0,0-1,0 1,-1-1,0 0,1 0,-1-1,0 1,-1 0,1-1,-1 0,0 0,8-26,-1 0,-1-1,-2 0,-1 0,-1-1,-2-19,-1 40,1-253,-1 260,-1 0,0 0,0 0,-1 0,1 0,-1 0,0 0,0 0,-1 0,0 1,0-1,0 0,0 1,-1-1,1 1,-1 0,0 0,-1 0,1 0,-1 1,1-1,-1 1,0 0,0 0,-1 0,1 0,0 1,-1 0,0 0,0 0,1 1,-1-1,0 1,0 0,0 1,0-1,0 1,0 0,-5 0,-7 5,0-1,1 2,0 0,0 1,0 0,1 2,0 0,1 0,0 1,1 1,0 0,0 1,1 1,1 0,-6 8,-17 27,1 2,3 1,-19 47,40-80,-14 28</inkml:trace>
  <inkml:trace contextRef="#ctx0" brushRef="#br0" timeOffset="-196638.847">6249 12357,'74'29,"339"199,-402-222,-8-4,-1 1,0-1,0 0,1 0,-1 0,1-1,0 1,-1-1,1 1,0-1,0 0,0 0,0 0,0 0,0-1,0 1,0-1,1 0,-1 0,0 0,0 0,0 0,0-1,0 0,0 1,0-1,0 0,0 0,0-1,0 1,-1-1,1 1,0-1,-1 0,1 0,-1 0,0 0,0 0,0-1,0 1,1-2,3-15,-1 0,0-1,-2 0,0 0,-2 0,0 0,-1-5,1 8,0-172,-8 0,-8 1,-8 0,-37-131,-63-204,110 472,2 0,2-1,3-1,2 1,2-1,5-44,14 32,-17 64,0 1,0-1,1 1,-1-1,0 1,0-1,0 1,0-1,1 1,-1-1,0 1,0-1,1 1,-1-1,0 1,1 0,-1-1,1 1,-1-1,0 1,1 0,-1 0,1-1,-1 1,1 0,-1 0,1-1,-1 1,1 0,-1 0,1 0,-1 0,1 0,-1 0,1 0,-1 0,1 0,0 0,-1 0,1 0,-1 0,1 1,-1-1,1 0,-1 0,1 0,-1 1,0-1,1 0,-1 1,1-1,-1 0,0 1,1-1,-1 1,0-1,1 0,-1 1,0-1,1 1,-1-1,0 1,0-1,0 1,0-1,1 1,-1-1,0 1,9 24</inkml:trace>
  <inkml:trace contextRef="#ctx0" brushRef="#br0" timeOffset="-196301.04">5964 11702,'5'4,"6"2,7 0,9 4,10 0,9-2,10-1,7-3,6-2,6-1,10-1,4-5,-2-17,-2-8,4-15,-8 1,-13 7,-18 11</inkml:trace>
  <inkml:trace contextRef="#ctx0" brushRef="#br0" timeOffset="-195785.824">7077 10787,'52'35,"-15"2,-2 3,-2 0,-1 2,-3 2,-1 1,-2 0,-3 2,-1 2,3 1,-1 2,-4 1,-1 0,-3 2,-2 0,-3 0,-2 1,-2 1,-3-1,-2 12,-2-65,1 1,-1-1,1 0,-1 1,0-1,0 1,0-1,-1 0,1 1,-1-1,0 0,0 1,0-1,0 0,-1 0,1 0,-1 0,0 0,0 0,0-1,0 1,0-1,-1 1,1-1,-1 0,1 0,-1 0,0 0,0 0,0-1,0 1,0-1,0 0,0 0,-1 0,1 0,0 0,-3-1,1 0,0-1,1 0,-1 0,1-1,-1 1,1-1,-1 0,1 0,0 0,0-1,0 0,0 0,0 0,1 0,-1 0,1-1,0 1,0-1,0 0,1 0,-1 0,1 0,-2-5,-35-108,30 53,2 0,4 0,2 0,3-1,3 1,3 0,2 1,10-26,40-108,-24 110</inkml:trace>
  <inkml:trace contextRef="#ctx0" brushRef="#br0" timeOffset="-194450.065">7990 11329,'30'59,"3"-1,2-2,35 42,-68-95,-1 1,0-1,1 0,-1-1,1 1,0 0,0 0,0-1,1 1,-1-1,0 0,1 0,0 0,-1 0,1 0,0 0,0-1,0 1,0-1,0 0,1 0,-1 0,0 0,0-1,1 1,-1-1,0 0,1 0,-1 0,0 0,1-1,-1 1,0-1,0 0,1 0,-1 0,0 0,0-1,0 1,0-1,-1 0,1 0,0 0,-1 0,1 0,-1-1,1 1,3-11,0-1,-1 0,0 1,-1-1,-1-1,0 1,0-1,-1-13,-2 27,10-103,-4-1,-6 0,-5-30,-9 64,7 85,-5 249,10-158,-2 43,6-1,6 1,11 25,22-39,-39-129,1 0,0-1,0 1,0-1,0 0,1 0,0 0,-1 0,2-1,-1 0,0 1,1-2,-1 1,1 0,0-1,0 0,0 0,0 0,0-1,0 0,1 0,-1 0,0 0,6-1,2-3,1 0,-1-1,1 0,-1-1,0 0,-1-1,1-1,-1 0,-1-1,1 0,-1-1,-1 0,1 0,-2-1,1-1,-2 0,1 0,-1 0,-1-1,0-1,1-2,24-49,-2-1,-3-1,-2-1,-4-2,-3 0,-3-1,-3 0,-3-1,-3 0,-3-1,-5-49,-7 6,9 114,0 0,0 1,1-1,-1 0,0 1,0-1,0 0,0 1,0-1,0 0,0 1,0-1,0 0,-1 1,1-1,0 0,0 1,-1-1,1 0,0 1,-1-1,1 1,0-1,-1 0,1 1,-1-1,1 1,-1-1,1 1,-1 0,1-1,-1 1,0 0,1-1,-1 1,0 0,1-1,-1 1,0 0,1 0,-1 0,0 0,1 0,-1 0,0 0,1 0,-1 0,0 0,0 0,1 0,-1 1,0-1,1 0,-1 1,-22 34,12 5,1 0,3 0,1 1,2-1,1 1,3 19,-1-20,0 271,11-275,-10-35,1 0,-1-1,1 1,0-1,-1 1,1-1,0 1,0-1,0 0,-1 1,1-1,0 0,0 1,0-1,0 0,-1 0,1 0,0 0,0 0,0 0,0 0,0 0,0 0,-1 0,1 0,0-1,0 1,0 0,0-1,-1 1,1-1,0 1,0-1,-1 1,1-1,0 1,-1-1,1 1,0-1,-1 0,1 0,-1 1,1-1,-1 0,0 0,1 1,-1-1,0 0,0 0,1 0,-1 0,0 0,0 1,0-1,0-1,14-25,-2-2,0 0,-2 0,-1-1,-2 0,0-4,1 0,30-158,-22 117,-15 76,-1 0,0 0,1 0,-1 0,1 0,0 0,-1 0,1 0,0 0,-1 0,1-1,0 1,0 0,0 0,0-1,0 1,0-1,0 1,0-1,0 1,0-1,0 0,0 1,0-1,0 0,0 0,0 0,1 0,-1 0,0 0,0 0,0 0,0 0,0 0,0-1,0 1,0 0,0-1,0 1,0-1,0 0,0 1,0-1,0 1,0-1,0 0,0 0,-1 0,1 1,0-1,-1 0,1 0,0 0,-1 0,1 0,-1 0,0 0,1 0,-1-1,0 1,0 0,1 0,11 41,-2 1,-1 0,-2 0,-2 1,-1 0,-3 6,3 9,63 745,-63-757,24 309,19 15,-6-206,-40-161,-1-1,0 1,1 0,-1 0,1 0,-1-1,1 1,0 0,0-1,0 1,0-1,0 1,0-1,0 1,1-1,-1 1,1-1,-1 0,0 0,1 0,0 0,-1 0,1 0,0 0,-1-1,1 1,0-1,0 1,0-1,-1 0,1 1,0-1,0 0,0 0,0 0,0-1,-1 1,1 0,0-1,0 1,0-1,-1 1,1-1,0 0,-1 0,1 0,0 0,-1 0,1 0,-1 0,0-1,1 1,-1 0,0-1,0 1,0-1,0 0,0 0,77-176,27-208,-53 169,156-538,-173 657,-21 73</inkml:trace>
  <inkml:trace contextRef="#ctx0" brushRef="#br0" timeOffset="-193958.762">9988 11415,'0'5,"0"11,0 18,0 12,0 9,0-1,0 1,5-5,2-20,-1-20,-1-17,-1-12,-7-7,-7 0,-8 5,1 5</inkml:trace>
  <inkml:trace contextRef="#ctx0" brushRef="#br0" timeOffset="-192619.107">9846 9333,'-16'-13,"-1"2,0 0,-1 0,0 2,-1 0,1 1,-1 1,-1 1,0 1,0 0,0 1,0 2,0 0,-1 1,-6 1,18-1,-328-15,-142 18,369 0,-578 21,2 30,-371 88,865-106,1 8,-4 11,118-29,0 3,1 4,2 3,2 3,1 4,-9 10,15-4,1 2,3 3,2 3,3 2,2 3,3 1,3 4,3 1,2 2,4 1,-3 14,-6 31,4 1,6 3,5 1,5 1,5 2,6 0,5 1,5 13,4-46,3-1,5 1,3 0,4-1,5-1,21 67,-16-93,3-2,3-1,2-1,3-1,2-2,3-2,3 1,7 8,3-1,2-3,3-2,2-3,2-3,25 15,40 12,4-6,3-5,44 11,-15-22,2-8,2-7,2-7,2-8,34-4,635 45,826-43,-1570-24,-66-1,52 5,1-3,0-4,-1-4,0-3,0-4,-1-3,-1-4,-1-2,20-13,-27-4,-3-4,-2-2,-1-3,-3-2,-2-4,-3-1,-2-4,-2-1,-4-3,34-58,14-32,-7-5,-7-2,-7-5,-8-2,-6-4,-9-1,-7-3,-7-2,-9-1,-2-58,-17 151,-3 1,-5-1,-3 0,-4 0,-4 1,-3 0,-4 0,-4 2,-3 0,-19-20,-5 2,-4 2,-4 2,-4 3,-5 2,-3 3,-4 4,-7-2,45 51,-2 0,-1 3,-2 1,-1 1,-2 2,0 2,-2 2,-1 2,0 2,-2 2,0 1,-1 3,-39-7,-63 2,1 6,-2 7,1 6,-12 7,59-3,-1194 21,1154-22,0 7,1 6,1 7,1 5,1 6,-70 30,171-50,-3 0,2 2,0 1,1 2,0 1,-13 12,23-9</inkml:trace>
  <inkml:trace contextRef="#ctx0" brushRef="#br0" timeOffset="-190011.922">5849 3595,'1'4,"-1"-1,1 0,-1 0,1 1,0-1,0 0,1 0,-1 0,0 0,1 0,0 0,0-1,0 1,0-1,0 1,0-1,1 0,-1 0,1 1,0-2,0 1,-1 0,1-1,0 1,0-1,1 0,-1 0,0 0,98 17,506-18,332-1,-887-2,1-2,-1-3,-1-2,15-6,151-24,-80 26,0-6,97-28,35 10,40 11,-105 30,-192 0,0 2,-1-1,1 2,-1-1,0 2,0-1,-1 2,0-1,0 1,0 2,15 9,-22-16,66 47,-3 3,-2 4,55 62,-97-94,-2 1,0 2,-2 0,-2 1,11 24,9 17,3-2,3-1,2-3,27 28,2 5,199 232,-153-188,-6 6,13 33,-49-70,337 509,216 356,37-38,-522-743,-145-194,37 55,1-2,3-2,2-2,3-2,1-2,2-1,2-3,45 27,-36-36,-36-18</inkml:trace>
  <inkml:trace contextRef="#ctx0" brushRef="#br0" timeOffset="-185355.888">3566 12585,'-6'34,"-22"-54,-108-213,135 231,-94-162,-7 5,-101-118,160 224,-2 3,-2 2,-2 2,-3 2,-39-25,76 60,0 1,-1 1,0 0,0 2,0-1,-1 2,0 0,0 1,0 1,0 0,0 1,-1 1,1 1,0 1,0 0,0 1,0 1,-7 2,6 2,-1 0,2 2,-1 0,1 1,1 0,0 2,0 0,1 0,1 2,0 0,2 0,-1 1,2 1,0 0,1 0,1 1,-6 14,-9 10,-10 20,3 2,3 2,2 0,4 2,-7 37,-31 174,13 2,10 24,-7 195,21 426,28-150,-5-716,3-1,3 0,2 0,3 0,17 50,20 17,7-3,4-3,44 63,-53-100,3-2,60 68,-93-123,1-1,1 0,1-2,1-1,0-1,2 0,1-2,0-2,2 0,-1-2,2 0,0-3,1 0,0-2,22 4,44-6,0-4,94-9,-145 3,0-2,0-2,0-2,-1-3,0-1,-1-2,0-2,-1-2,-1-1,31-22,-16 2,-2-3,-1-2,-3-3,-2-1,-2-3,-2-2,-2-2,-3-1,-3-2,0-5,5-30,-4-1,-5-2,-3-1,-5-1,-4-2,4-70,16-191,-16-2,-21-351,-5 561,2 36,-4 0,-6 0,-5 0,-5 1,-5 1,-4 2,-16-28,-24-24,-7 4,-6 3,-8 4,-7 3,-6 5,-6 5,-111-112,183 218,0 1,-2 2,-2 1,-1 2,-1 2,-1 2,-24-9,60 30,-17-9,0 2,-1 0,0 1,-1 2,0 0,0 2,-1 1,-15-1,19 6,0 1,1 0,-1 2,0 1,1 1,0 1,0 1,0 0,1 2,0 1,1 0,0 1,1 2,0 0,-15 14,10-5,1 1,1 1,2 1,0 1,2 1,0 1,3 0,0 1,-6 19,-27 45,-15 22,5-15,4 3,5 3,-32 103,-90 473,133-489,9 1,8 2,6 189,22 225,-8-550,2 0,3-1,3 1,2-1,3 0,3-1,13 35,41 61,6-4,70 102,88 113,-221-343,1-1,0-1,2 0,0-1,1 0,1-1,0-1,2-1,0-1,0 0,2-1,21 10,20 0,1-3,2-2,0-4,0-2,1-3,1-3,-1-3,1-3,1-3,237-2,-291 3,0 1,-1-2,1 0,-1 0,1-1,-1-1,0 0,0-1,-1 0,1-1,-1-1,0 0,-1 0,0-1,0-1,-1 0,3-3,13-22,-2 0,-1-2,-2-1,14-34,-27 55,30-77,-4-2,-4-1,-5-1,-4-2,-4 0,-3-10,25-242,-16-1,-18-217,-8 454,-5 0,-6 0,-4 1,-5 1,-5 1,-7-4,-21-37,-7 3,-6 2,-64-96,50 116,44 81</inkml:trace>
  <inkml:trace contextRef="#ctx0" brushRef="#br0" timeOffset="-183672.099">2710 12158,'1'-2,"-1"0,0 0,1 0,-1 0,0 0,0 0,-1 0,1 0,0 0,-1 0,1 0,-1 0,1 0,-1 0,0 1,0-1,0 0,0 0,0 1,0-1,0 0,-1 1,1 0,-1-1,1 1,-1 0,1-1,-1 1,0 0,0 0,1 1,-1-1,0 0,0 0,0 1,0-1,0 1,0 0,0 0,0 0,-2 0,-6 2,-1 0,1 1,-1 0,1 1,0 0,1 1,-1 0,1 0,0 1,0 0,0 1,1 0,-4 4,-7 5,-55 46,3 3,3 3,3 3,-40 58,53-56,4 2,3 2,3 3,4 1,3 1,-18 70,38-108,-28 82,6 1,5 1,-11 99,23 60,13 0,13 31,-1-88,-6-186,3-1,1 1,3-1,1 0,2-1,2 0,2 0,2-1,1-1,15 24,42 54,6-4,56 61,-23-31,-89-113,4 8,2 0,1-3,2 0,2-2,1-2,1-1,11 5,-27-23,2 4,0-2,2 0,0-2,1 0,0-2,1 0,0-2,0-1,1-1,0-2,6 1,349-10,-337 2,0-3,0-1,0-3,-1-1,-1-2,0-3,-1-1,0-2,-1-1,16-13,-33 18,-1-2,0 0,-2-2,0 0,0-1,-2-2,0 0,-2-1,0 0,-2-1,0-1,-2-1,0 0,-2-1,-1 0,-1 0,2-12,-2-17,-2-1,-2 0,-3-1,-2 1,-3-1,1 7,-9-230,2 140</inkml:trace>
  <inkml:trace contextRef="#ctx0" brushRef="#br0" timeOffset="-180809.626">19919 12842,'0'-965,"3"932,2-1,0 1,3 0,0 0,2 1,2 1,1-3,12-35,55-174,-64 208,2 0,1 2,1 0,2 2,2 0,0 2,2 0,27-22,21-27,-68 71,-1 0,1 0,1 1,-1 0,1 0,0 0,0 1,1 0,-1 1,1 0,0 0,0 0,2 1,-12 31,-68 126,-6-51,3-6,5 3,-50 97,92-137,2 1,4 1,-8 39,-5 14,2-8,5 1,5 1,4 0,6 2,1 104,15 226,-5-440,-1 19,1 0,1 1,1-1,1 0,0 0,2 0,0 0,2-1,0 0,1 0,10 17,-18-36,0 1,0 0,0-1,1 1,-1-1,0 1,0-1,1 0,-1 1,0-1,1 1,-1-1,0 0,1 1,-1-1,1 1,-1-1,0 0,1 0,-1 1,1-1,-1 0,1 0,-1 0,1 1,-1-1,1 0,0 0,-1 0,1 0,-1 0,1 0,-1 0,1 0,-1 0,1 0,-1-1,1 1,-1 0,1 0,-1 0,1-1,-1 1,1 0,-1 0,1-1,-1 1,0 0,1-1,-1 1,1-1,-1 1,0 0,0-1,1 1,-1-1,0 1,0-1,1 1,-1-1,0 1,0-1,0 1,0-1,0 0,0 1,0-1,0 0,2-117,-55-585,50-304,0 980,2 0,0-1,2 1,2 0,0 0,1 0,2 0,1 1,1 0,1 0,1 1,1 0,2 0,0 2,16-21,223-163,-221 182</inkml:trace>
  <inkml:trace contextRef="#ctx0" brushRef="#br0" timeOffset="-175575.026">13156 4167,'-86'-144,"62"99,-1 1,-2 1,-2 2,-2 1,-1 1,-28-25,-160-114,181 147,0 1,-2 2,-1 2,-1 2,-1 2,-2 1,1 3,-2 1,-13 0,35 11,-1 1,0 2,0 0,0 2,-1 1,1 1,0 1,0 1,0 2,0 0,1 2,0 1,0 1,1 1,0 1,1 1,0 1,1 1,0 1,-6 7,-52 52,-105 79,-17-22,-16 50,194-155,1 1,1 0,2 2,1 0,1 1,-9 23,11-23,-23 50,3 3,5 0,3 2,-2 21,20-69,-2-1,-1 0,-2-1,-1 0,-17 24,12-28,1 1,2 0,1 2,1 0,3 1,0 0,-5 29,7 27,4-1,4 1,4 0,4 3,0 68,-2 219,6-295,4 1,4-2,3 0,4-1,4-1,26 53,-28-69,150 386,-149-390,3-2,3-1,35 47,-66-105,267 524,8-80,-142-239,-75-111,3-3,4-3,25 20,205 196,-191-210,4-5,4-5,15 3,355 201,-374-230,4-5,1-5,122 35,-134-63,1-4,0-4,1-5,0-5,63-6,-135 2,578-3,-580 1,1-1,-1-1,1-2,-1-1,-1-1,0-2,0-1,-1-1,0-1,-1-2,0-1,-2-1,0-2,-1 0,0-2,12-15,0-5,-3-1,-1-3,-2 0,-3-2,-1-1,-3-1,-1-1,-3-1,1-12,7-41,-5-2,-5 0,-4-1,-4-1,-6 0,-5-44,0 0,-1-232,-20-40,8 334,-3 1,-4 0,-23-57,-3 15,-5 2,-9-2,-15-39,-19-27,-9 3,-8 6,-94-118,-13 15,-57-80,-71-52,3 76,58 70,-95-56,254 232,-3 6,-4 6,-128-62,215 126,-1 3,-1 1,-1 2,0 3,-1 2,-1 2,0 2,-7 2,-210 9,253 4,1 0,-1 0,1 2,1 0,-1 0,1 2,1-1,-1 2,2 0,-1 0,1 2,1-1,0 1,0 1,2 0,-1 0,-4 10,-169 288,133-203,4 2,-22 87,46-132,-6 34,4 2,5 0,2 16,11-76,-47 460,23 5,32 861,7-1255,5-1,4 0,6-1,4-1,6-2,34 77,-43-116,2-1,4-2,2-1,15 19,323 509,-293-480,6-3,4-4,93 84,-118-127,2-3,3-3,30 16,-91-67,67 49,1-4,3-4,2-2,2-4,53 16,-7-17,2-6,1-6,2-5,0-6,78-3,270-14,-440-2,-1-2,1-2,-1-2,0-1,-1-2,0-2,-1-1,-1-2,-1-2,0-1,-1-2,-1-1,-2-2,0-1,-2-2,0 0,-2-2,-2-2,-1 0,-1-1,8-18,39-70,-6-4,25-73,-60 116,-4-1,-3-2,-4 0,-3-1,3-85,-5-104,-14-62,-1 276,1 42,3-117,-7-1,-5 1,-6 0,-6 1,-33-108,-11 72,-7 3,-8 4,-7 3,-64-86,-572-873,561 879,-10 7,-10 7,-100-87,271 302,-13-13,0 0,-2 2,-1 1,-1 1,0 1,-2 2,-1 0,24 15,-1-1,1 1,-1 1,0 0,0 0,-1 0,1 1,0 0,-1 0,1 1,0 1,0-1,-2 1,-14 4</inkml:trace>
  <inkml:trace contextRef="#ctx0" brushRef="#br0" timeOffset="-173928.315">9674 3424,'60'36,"15"9,-2 3,-3 3,-1 4,55 57,387 379,-446-420,-4 2,-3 3,-3 3,29 58,258 410,-87-203,-121-171,429 547,66 85,-7-29,-58-184,-457-486,428 449,-392-406,-7 6,-7 5,-3 11,188 279,-125-207,-160-197,-29-46,1 1,-1-1,0 1,0-1,0 1,1-1,-1 1,0-1,0 1,0-1,0 1,0 0,0-1,0 1,0-1,0 1,0-1,-1 1,1-1,0 1,0-1,0 1,-1-1,1 0,0 1,0-1,-1 1,1-1,0 1,-1-1,1 0,-1 1,1-1,0 0,-1 1,1-1,-1 0,1 0,-1 0,1 1,-1-1,1 0,-1 0,1 0,-1 0,1 0,-1 0,1 0,-1 0,1 0,-1 0,1 0,-1 0,-17-4,1-1,0 0,0-2,1 0,-1 0,2-2,-1 0,1-1,-1-1,-141-100,5-7,5-6,-118-131,75 64</inkml:trace>
  <inkml:trace contextRef="#ctx0" brushRef="#br0" timeOffset="-172990.338">9674 3681,'30'-1,"0"2,1 1,-2 1,1 2,0 1,17 6,7 10,0 2,-2 2,-2 2,0 3,-2 2,-1 2,1 4,46 48,-5 4,-3 3,-4 4,-5 4,-4 3,2 15,-28-51,590 887,-89-27,-235-406,-32-103,-108-170,-11-1,-2 0,98 107,85 33,16-16,46 12,-370-352,622 564,-594-541,-58-49,-17-14,-198-134,55 39</inkml:trace>
  <inkml:trace contextRef="#ctx0" brushRef="#br0" timeOffset="-172153.661">1597 1997,'-18'-1,"14"1,0-1,0 0,1 1,-1 0,0 0,0 0,0 0,0 0,0 1,0 0,1 0,-1 0,0 0,1 0,-1 1,1 0,-1 0,1 0,0 0,-1 0,1 1,1-1,-1 1,0 0,0 0,1 0,-2 3,-26 132,15-2,6 0,8 80,3-168,2 0,3 0,2 0,1-1,3 0,2-1,2 0,2-1,1-2,3 0,2-1,1-1,2-2,33 37,-46-59,1 0,1-1,0-1,1 0,1-2,0 0,1-1,0 0,1-2,0-1,1 0,0-2,0 0,0-2,1 0,0-2,0 0,0-2,0 0,17-3,-32 1,-1 0,1-1,-1 0,1 0,-1-1,0 0,0 0,0-1,0 1,-1-2,0 1,1-1,-2 0,1 0,0-1,-1 1,0-1,-1 0,1-1,-1 1,0-1,-1 0,1 0,-1-1,7-18,-2-1,0 0,-2 0,-1 0,-1-1,-1-3,6-79,-5-1,-5 1,-11-70,3 115,-2 0,-4 0,-2 2,-3 0,-3 1,-2 1,-4 2,-1 0,-3 2,-21-24,41 60,0 0,-2 1,-1 0,0 2,-1-1,-1 2,-1 1,-1 0,0 1,0 1,-2 1,0 1,0 1,-1 1,0 1,-1 1,0 1,0 1,0 1,-1 1,0 2,0 0,-21 2,-29 13,45-3</inkml:trace>
  <inkml:trace contextRef="#ctx0" brushRef="#br0" timeOffset="-171388.069">3110 2683,'-7'-6,"1"1,-1 0,0 0,-1 0,1 1,-1 0,0 1,0 0,0 0,-1 0,1 1,0 0,-1 1,0 0,1 1,-1-1,1 1,-1 1,0 0,1 0,-1 1,1 0,0 0,-1 1,1 0,0 1,1-1,-1 2,1-1,-1 1,1 0,1 0,-1 1,1 0,0 0,0 1,1-1,-1 1,2 0,-3 5,-7 21,2 2,1-1,2 2,1-1,2 1,1 0,2 0,1 23,1 14,3 1,3-1,3 0,3 0,4-1,2 0,4-2,3 0,3-2,2 0,30 46,36 25,-93-136,-1-1,0 0,0-1,1 1,-1 0,1 0,-1 0,1-1,0 1,0-1,-1 0,1 1,0-1,1 0,-1 0,0 0,0 0,0-1,0 1,1 0,-1-1,0 0,1 0,-1 1,0-1,1 0,-1-1,0 1,0 0,1-1,-1 1,0-1,0 0,2 0,2-9,-1 1,0-1,0 0,-1 0,-1 0,0 0,0-1,-1 1,0-1,-1 0,0 1,0-3,0 1,16-391,-17 342,1-237,-13 1,-14 0,-32-127,21 233,-8 2,-8 3,-21-34,-1 42,113 260,89 197,530 1263,-608-1404</inkml:trace>
  <inkml:trace contextRef="#ctx0" brushRef="#br0" timeOffset="-170554.567">3595 1741,'17'41,"-2"0,-2 1,-1 1,-3 0,5 43,-3-18,108 717,-103-652,-15-73,-12-68,-15-76,3-1,4-1,4-1,-3-65,2 16,6-1,5 1,8-24,-3 148,2 1,0-1,0 1,1 0,0-1,1 1,0 0,0 1,2-1,0 0,-4 8,0-1,1 0,0 1,0 0,0-1,0 1,0 0,1 1,-1-1,1 1,0-1,0 1,0 0,0 1,0-1,0 1,0-1,1 1,-1 0,0 1,1-1,-1 1,1 0,-1 0,1 0,3 2,1 1,0 1,0 0,-1 1,0 0,0 1,0-1,0 1,-1 1,0 0,0 0,-1 0,0 1,0 0,-1 0,0 0,0 0,-1 1,0 0,-1 0,0 0,0 1,-1-1,1 8,15 49,-2 1,-4 1,-3 0,-2 0,-4 67,-1-118,-2 0,0 0,-1-1,0 1,-1 0,-2 0,1-1,-2 1,0-1,-1 0,0-1,-4 4,-8 8,14-24,1 1,0-1,0 1,0 0,1 0,-1 0,1 1,0-1,0 0,1 1,-1-1,1 1,0 0,0 0,0-1,1 1,0 0,0 0,0-1,0 1,1 0,1 3,87 140,-60-103,-3 2,-1 0,-3 2,-1 1,-3 0,-2 1,-2 1,-3 1,-2-1,-2 2,-3-1,-1 40,-2-89,0 0,-1 1,1-1,-1 0,0 0,0 1,0-1,0 0,-1 0,0 1,0-1,0 0,0 0,-1 0,1 0,-1 0,0 0,0-1,-1 1,1-1,-1 1,0-1,0 0,0 0,0 0,0 0,-1-1,1 1,-1-1,1 0,-1 0,0 0,0 0,0-1,0 0,0 0,-2 0,-23 2,-1-2,1-1,0-2,-1 0,1-2,0-2,0 0,1-2,0-1,-22-10,10 2</inkml:trace>
  <inkml:trace contextRef="#ctx0" brushRef="#br0" timeOffset="-170110.237">3710 4537,'38'33,"-2"-20,1-1,0-2,1-2,0-1,0-2,38 0,-43-3,825 22,-736-24,4300-4,-4355 4</inkml:trace>
  <inkml:trace contextRef="#ctx0" brushRef="#br0" timeOffset="-169595.547">1312 5765,'-5'0,"4"5,11 6,18 2,15-2,4-3,0-2,-4-3,-4-1,1-2,-2 0,-2-10,-2-28,-7-6</inkml:trace>
  <inkml:trace contextRef="#ctx0" brushRef="#br0" timeOffset="-169044.97">2112 5137,'92'-1,"142"10,-224-9,0 2,1-1,-1 1,0 1,0 0,0 0,-1 1,1 0,-1 1,0 0,0 0,0 1,-1 0,0 1,0 0,-1 0,0 0,0 1,0 0,-1 1,0-1,-1 1,0 0,-1 1,1-1,-2 1,1 0,-2 0,1 0,0 7,-4-11,1 0,-1 1,0-1,-1 0,0 0,0 0,0 0,-1 0,1 0,-1-1,-1 1,1-1,-1 0,0 0,0 0,-1 0,1-1,-1 0,0 0,0 0,0 0,-1-1,1 0,-1 0,0 0,0-1,0 0,0 0,0-1,0 1,-1-1,1-1,0 1,-1-1,1 0,-1-1,-1 0,-6 3,13-3,0 0,0 1,-1-1,1 1,0-1,0 1,-1-1,1 1,0 0,-1 0,1 0,0 0,-1 0,1 0,0 0,-1 0,1 0,0 1,-1-1,1 1,0-1,-1 1,1-1,0 1,0 0,0-1,0 1,0 0,0 0,0 0,0 0,0 0,0 0,0 0,1 0,-1 0,0 0,1 1,-1-1,1 0,-1 0,1 1,-1-1,1 0,0 1,0-1,0 0,0 1,0-1,0 0,0 1,0-1,0 0,1 1,-1-1,1 0,-1 0,1 1,-1-1,1 0,0 0,-1 0,1 0,0 0,0 0,0 1,160 185,-141-164,-1 2,-1 0,-2 1,0 0,-2 2,5 14,-17-39,0-1,-1 1,1 0,-1 0,0 1,0-1,0 0,0 0,-1 0,1 1,-1-1,0 0,0 1,0-1,0 0,-1 1,1-1,-1 0,0 0,0 0,0 1,0-1,-1 0,1 0,-1-1,0 1,1 0,-1 0,-1-1,1 1,0-1,-1 0,1 0,-1 0,1 0,-1 0,0 0,0-1,0 1,0-1,0 0,0 0,-3 1,-31 7,-1-2,0-1,0-3,-1 0,1-3,0-1,-18-3,43 3,-34-1</inkml:trace>
  <inkml:trace contextRef="#ctx0" brushRef="#br0" timeOffset="-167565.604">10074 4024,'37'3,"0"2,0 2,0 1,-1 2,-1 1,0 2,0 1,-1 2,-1 1,0 2,-2 1,0 1,-2 2,0 1,-1 1,7 11,163 145,-103-84,-4 4,-6 4,-3 4,65 117,97 200,18 0,-19 23,-29-86,-118-211,38 50,9-7,8-6,31 18,347 420,-159-124,-350-476,-24-30,-39-46,33 37,-500-589,374 430</inkml:trace>
  <inkml:trace contextRef="#ctx0" brushRef="#br0" timeOffset="-166415.369">10130 3367,'44'26,"-1"1,-2 3,-1 1,-1 2,-1 2,-31-29,82 81,-3 4,50 73,-81-96,422 515,248 157,-240-174,-271-309,226 279,37 79,16 8,2 64,-276-371,162 170,-64-104,96 127,-321-383,5-5,101 96,-80-106,-151-137,-272-357,153 187,2 6</inkml:trace>
  <inkml:trace contextRef="#ctx0" brushRef="#br0" timeOffset="-165386.645">10331 4024,'1'-1,"0"0,1 0,-1 0,0 0,1 0,-1 1,0-1,1 0,-1 1,1-1,-1 1,1 0,-1-1,1 1,-1 0,1 0,-1 0,1 0,0 0,-1 0,1 0,-1 1,1-1,-1 0,1 1,-1-1,1 1,-1 0,0-1,1 1,-1 0,0 0,1 0,-1 0,0 0,0 0,1 1,0-1,39 24,-2 2,-1 1,-1 2,-1 2,29 33,-21-21,1095 1129,-575-540,-170-174,105 187,-122-59,-268-407,651 1169,-620-1089,511 839,-430-688,-202-367,-28-31,-6-19,0 0,1-1,0-1,0 0,0-1,1 0,0-1,1 0,-1-2,7 7,-285-267,135 115</inkml:trace>
  <inkml:trace contextRef="#ctx0" brushRef="#br0" timeOffset="-164055.047">9588 3824,'66'30,"160"148,-160-121,120 104,-8 8,24 40,490 636,-129-38,-214-290,64 99,-5 52,120 61,-365-514,310 462,-25 6,-10-81,-267-357,-99-153,3-2,46 38,-102-108</inkml:trace>
  <inkml:trace contextRef="#ctx0" brushRef="#br0" timeOffset="-157394.177">3396 5650,'5'0,"11"0,27 5,16 2,8 14,2 3,-1-2,-7-5,-15-5</inkml:trace>
  <inkml:trace contextRef="#ctx0" brushRef="#br0" timeOffset="-156769.623">3995 4966,'15'5,"14"11,16 22,12 34,4 15,-2-4,-7-10,-7-3,-12-8,-10-11,-10-4,-12-5,-7-9</inkml:trace>
  <inkml:trace contextRef="#ctx0" brushRef="#br0" timeOffset="-156460.433">4081 5878,'0'5,"9"7,9 5,11 1,14-3,15-5,13-3,17-3,9-3,-7 0,-9-2,-14 0,-8-4,-15-2</inkml:trace>
  <inkml:trace contextRef="#ctx0" brushRef="#br0" timeOffset="-156037.929">4594 6935,'8'12,"0"0,2 0,-1-1,2 0,-1-1,1 0,1-1,5 3,-15-11,-1 0,1 0,0-1,0 1,1-1,-1 0,0 1,0-1,0 0,0 0,0 0,0 0,0-1,0 1,0-1,0 1,0-1,0 0,0 0,0 1,0-1,0-1,0 1,-1 0,1 0,0-1,-1 1,1-1,-1 1,0-1,0 1,1-1,-1 0,0 0,0 0,0 0,-1 0,1 0,0 0,-1 0,1 0,-1 0,0 0,0 0,0 0,0 0,0 0,0 0,0 0,-1 0,0-2,11-75,-4 0,-3 0,-6-38,2 28,1 88,-3-94,4 1,5-1,3 1,4 1,12-33,-22 113,0 0,1 0,0 1,0-1,2 1,0 0,0 1,1 0,0 0,1 0,0 1,8-8,-15 17,0 1,0-1,0 0,0 1,0-1,0 1,0-1,0 1,0 0,0-1,0 1,0 0,0 0,0 0,1 0,-1 0,0 0,0 0,0 0,0 0,0 0,1 1,-1-1,0 0,0 1,0-1,0 1,0-1,0 1,0 0,0-1,-1 1,1 0,0 0,0 0,0 0,-1-1,1 1,0 0,-1 0,1 0,-1 0,1 0,-1 1,0-1,1 0,-1 0,0 0,0 0,0 0,0 1,14 40</inkml:trace>
  <inkml:trace contextRef="#ctx0" brushRef="#br0" timeOffset="-155537.519">4966 6535,'50'30,"-40"-23,-1 1,0 0,-1 1,0 0,0 0,-1 1,0 0,-1 0,0 1,-1 0,0 0,0 0,-1 0,-1 1,0 0,-1-1,0 1,0 0,-2 0,1 9,9 76,-4 0,-4 56,6-52,-6-99,0 0,0 0,0 0,1 0,-1 0,1 0,-1-1,1 1,-1-1,1 0,0 1,0-1,0-1,0 1,0 0,0-1,0 1,0-1,0 0,0 0,0 0,0 0,-1-1,1 1,0-1,0 0,0 0,0 0,0 0,-1 0,1-1,0 1,-1-1,1 0,-1 1,0-1,1 0,-1-1,0 1,0 0,0-1,71-50,-38 25</inkml:trace>
  <inkml:trace contextRef="#ctx0" brushRef="#br0" timeOffset="-154144.013">9846 3938,'29'-17,"-3"13,0 0,1 2,-1 2,1 0,-1 1,1 2,-1 1,0 1,0 1,-1 1,1 1,-2 2,1 0,-1 2,14 9,55 31,-3 4,-2 4,-3 4,-3 3,40 44,119 151,9 33,100 100,-136-164,343 349,-407-434,93 105,47 113,-111-123,63 125,-95-141,-57-88,142 211,58 45,116 116,-152-176,181 176,-189-254,-365-387,23 24</inkml:trace>
  <inkml:trace contextRef="#ctx0" brushRef="#br0" timeOffset="-152542.374">9703 3338,'45'17,"-2"14,-1 1,-1 3,-2 1,-2 1,24 33,-2-5,145 117,48 107,-160-175,84 104,84 143,305 453,-221-352,20-15,-235-291,439 477,-196-229,507 542,-636-664,-228-258,-28-29,-17-21</inkml:trace>
  <inkml:trace contextRef="#ctx0" brushRef="#br0" timeOffset="-151641.808">9446 3568,'27'4,"-1"1,1 1,-1 1,0 1,-1 2,0 0,-1 2,0 1,0 1,-2 0,0 2,0 1,12 13,17 8,194 141,-8 11,83 96,-94-45,39 70,-265-311,479 641,-221-285,-50-79,13-9,166 150,-184-223,69 67,36 63,-198-194,-6 4,32 63,324 529,-277-469,231 347,-302-417,-105-165,-24-29,-12-20</inkml:trace>
  <inkml:trace contextRef="#ctx0" brushRef="#br0" timeOffset="-150559.437">9846 3595,'265'161,"-31"41,-51-31,-8 8,-7 7,12 34,429 557,93 129,168 248,126 90,-615-782,274 288,-596-684,-39-38,-56-53,-165-152,-110-129,160 151</inkml:trace>
  <inkml:trace contextRef="#ctx0" brushRef="#br0" timeOffset="-149762.33">9703 3710,'1'-1,"0"0,-1 0,1 1,0-1,-1 0,1 0,0 0,0 1,0-1,0 0,0 1,0-1,0 1,0-1,0 1,0-1,0 1,0 0,0 0,0-1,1 1,-1 0,0 0,0 0,0 0,0 0,0 1,1-1,-1 0,0 0,0 1,0-1,0 1,0-1,17 6,-1 1,0 1,0 0,-1 1,0 1,-1 0,0 1,2 3,0-1,167 125,157 154,193 265,5 72,163 276,-94-79,-159-107,-116-174,251 303,-428-619,-137-189,-19-40,1 1,-1-1,0 1,0-1,0 0,0 1,0-1,0 0,0 1,0-1,-1 1,1-1,0 0,0 1,0-1,0 0,0 1,-1-1,1 0,0 1,0-1,0 0,-1 1,1-1,0 0,-1 1,1-1,0 0,0 0,-1 0,1 1,-1-1,1 0,0 0,-1 0,1 0,0 0,-1 0,1 0,-1 0,1 1,0-1,-1-1,1 1,0 0,-1 0,1 0,-1 0,1 0,0 0,-1 0,1 0,0-1,-1 1,1 0,0 0,-1 0,1-1,0 1,-1 0,1 0,0-1,-1 1,-56-38,-18-24</inkml:trace>
  <inkml:trace contextRef="#ctx0" brushRef="#br0" timeOffset="-148484.889">9645 3539,'9'0,"19"-1,0 1,-1 1,1 2,0 0,-1 2,0 1,9 4,38 24,-1 2,-1 4,-3 3,-1 3,-3 3,16 18,58 56,-5 6,40 59,-109-118,353 415,5 53,198 335,-38-49,133 136,228 284,-525-779,-354-393,-39-32,-30-30,-21-17,-159-124,-83-106,142 117</inkml:trace>
  <inkml:trace contextRef="#ctx0" brushRef="#br0" timeOffset="-147843.314">9588 3796,'54'31,"167"154,40 55,15 55,-13 11,-14 12,132 229,-370-531,381 545,539 796,-763-1105,10-7,163 166,-294-348,-47-62,-1 0,0 1,1-1,-1 0,0 0,0 0,0 0,0 0,0 0,0 0,0 0,0-1,0 1,-1 0,1-1,0 1,0 0,-1-1,1 0,0 1,-1-1,1 0,0 0,-1 0,1 1,-1-1,1-1,0 1,-1 0,1 0,0 0,-1-1,1 1,0-1,-1 1,1-1,0 0,0 1,0-1,-1 0,1 0,0 0,-31-10,1-1,1-2,0-1,0-1,2-2,0 0,-15-16,-58-45</inkml:trace>
  <inkml:trace contextRef="#ctx0" brushRef="#br0" timeOffset="-135667.807">18750 12415,'-7'-159,"-6"1,-13-37,24 179,-50-282,-33-75,57 257,-351-1318,348 1321,-366-1248,313 1093,-11 3,-81-148,-104-108,-23 12,-203-244,505 752,-158-233,-11 7,-9 8,-26-10,35 80,-7 7,-6 7,-6 9,-112-53,217 128,-2 4,-2 3,-2 5,-2 3,-1 4,-1 5,-1 3,-49-3,-50 9,-2 8,-137 12,273-1,-1 2,1 3,1 2,-1 3,1 3,-41 15,30 4,1 3,1 3,3 3,1 2,2 4,3 2,1 2,-26 35,-4 3,4 4,4 3,5 3,4 4,5 2,4 4,-18 52,-26 120,12 5,12 3,-31 235,45-182,16 3,4 130,33-282,9 0,7 1,10-1,8 0,15 42,5-103,6-2,6-3,5-2,5-2,68 99,-95-164,57 107,8-4,7-4,6-6,63 61,-122-154,2-2,2-3,3-2,2-3,2-2,2-4,2-2,2-3,1-4,2-2,1-4,1-3,34 5,83-3,1-9,1-8,0-8,4-9,-138 5,40 1,-1-5,0-4,0-5,-1-4,25-11,-45 6,-1-3,-2-4,0-3,-3-3,-1-3,56-42,-73 40,-2-2,-2-2,-2-2,-2-2,-2-2,-2-2,-3-2,-3-1,-2-2,-2-2,-4 0,-2-2,-2-1,-3-6,14-103,-8-1,-8-1,-8-1,-7 0,-12-74,8 202,-2-59,-6-322,-20-20,-3 197,-11 2,-39-110,47 231,8 35</inkml:trace>
  <inkml:trace contextRef="#ctx0" brushRef="#br0" timeOffset="-129354.809">3681 12700,'-92'-86,"58"57,1-2,1-2,2 0,-10-18,-253-407,223 368,-4 3,-3 3,-44-33,107 103,0 1,0 1,-1 1,-1 0,0 0,0 2,-1 0,0 1,-1 1,1 0,-1 2,-1 0,1 0,-1 2,-16-1,-214 8,228-1,0 0,1 1,-1 2,1 0,0 1,1 1,-1 0,2 2,-1 0,1 1,1 1,0 1,1 0,0 2,1-1,1 2,0 0,1 0,1 1,0 1,-5 13,-7 9,1 1,3 1,1 0,3 1,1 1,2 1,-3 23,0 104,8 1,12 147,0-107,-3 936,1-1095,3-1,2-1,2 1,2-1,3-1,2 0,2-1,2 0,22 35,42 65,7-5,44 50,-26-38,-16-35,5-4,5-4,52 39,-154-152,15 16,1-1,0-1,2 0,-1-2,2 0,-1-1,2-1,14 6,37 12,-44-15,2-1,-1-1,1-2,1-1,0-1,0-2,0 0,1-3,0 0,0-3,-1 0,21-4,-32-3,0-1,-1-1,0-1,0-1,-1 0,0-2,-1 0,-1 0,0-2,-1 0,0-1,-1 0,-1-1,-1-1,0 0,7-17,14-25,-4-2,-2-1,-3 0,-3-2,-3-1,-2 0,-3-1,-4-1,-2 0,-3-3,-1-636,-7 396,4 134,1-98,-13 0,-13-18,20 244,-2 1,-2 1,-2-1,-2 1,-2 1,-2 1,-2 0,-2 1,-2 1,-25-34,-7 11,38 48,1-1,1 0,1-1,0-1,2 0,0-1,-4-13,-28-61,27 70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34:20.4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3482 9489,'5'0,"11"0,18 0,36 0,41 0,30 0,11 0,9 0,25 0,30 0,21 0,1 0,-32 0,-45 0,-60 0,-57 0,-36 0</inkml:trace>
  <inkml:trace contextRef="#ctx0" brushRef="#br0" timeOffset="340.114">4851 9489,'-5'0,"-1"5,0 16,1 14,2 21,1 34,1 18,0 13,1 16,1 13,-1 2,0-2,0-7,-4-3,-3-21,1-20,-4-23,0-24</inkml:trace>
  <inkml:trace contextRef="#ctx0" brushRef="#br0" timeOffset="1109.938">5879 9861,'40'14,"0"3,0 1,-2 1,0 3,30 22,65 37,-63-44,0-4,3-2,0-4,2-3,0-3,2-4,0-3,1-3,35-1,-103-12,-36 1,-20 5,1 2,1 2,-1 2,1 1,1 3,0 2,1 1,-12 9,-49 29,69-32</inkml:trace>
  <inkml:trace contextRef="#ctx0" brushRef="#br0" timeOffset="1770.329">7107 9803,'38'16,"272"158,-249-147,0-3,1-2,2-3,0-3,1-3,0-2,39-1,601 15,-607-15,-97-10,1 0,-1 0,0 0,1 0,-1 0,0 0,1 0,-1 1,0-1,0 0,1 1,-1-1,0 1,0-1,0 1,0 0,1-1,-1 1,0 0,0 0,0 0,-1 0,1 0,0 0,0 0,0 0,-1 0,1 0,0 0,-1 1,1-1,-1 0,0 0,1 1,-1-1,0 1,-34 40,-17-4,-3-1,0-4,-25 11,73-41,-650 344,613-325,1 2,1 2,2 1,0 3,2 1,-29 31,36-26</inkml:trace>
  <inkml:trace contextRef="#ctx0" brushRef="#br0" timeOffset="2740.372">8676 10003,'204'34,"-149"-25,1-3,0-3,0-2,0-2,13-4,22-3,1-5,-2-3,-1-5,0-3,-1-4,-2-4,16-12,-31 11,-74 44,-77 94,-89 138,142-194,2 1,3 1,2 1,2 1,3 0,2 2,-3 33,12-65,2 0,0 0,2 1,0-1,2 0,0 0,2 0,0 0,2 0,1-1,0 0,2 0,0-1,1 0,1-1,2 0,0-1,0 0,10 8,-11-18,0 0,1-1,0-1,0 0,1-1,-1-1,2 0,-1 0,0-2,1 0,0 0,0-1,-1-1,1-1,0 0,0-1,0 0,0-1,0-1,-1-1,0 0,1 0,-1-2,3-1,27-15,0-2,-1-2,-2-1,-1-3,-1-1,-1-2,-2-1,-2-2,-1-1,-2-2,-2-1,-1-2,10-22,83-181,-102 203</inkml:trace>
  <inkml:trace contextRef="#ctx0" brushRef="#br0" timeOffset="6328.765">28139 9717,'0'10,"5"3,11 4,8-1,10-2,18-5,25-3,28-3,11-7,15-12,9-8,15-10,-4-5,-14 1,-15 1,-24 3,-23 6,-25 9</inkml:trace>
  <inkml:trace contextRef="#ctx0" brushRef="#br0" timeOffset="6718.627">29024 9861,'0'9,"0"28,5 22,6 21,2 30,3 25,4 15,3 11,8 11,-2-8,9-9,-2-20,-7-23,-13-26,-25-28,-14-34,-5-20</inkml:trace>
  <inkml:trace contextRef="#ctx0" brushRef="#br0" timeOffset="7094.463">28853 11430,'5'0,"6"0,26 5,21 1,16 0,4-1,-1-2,-4-1,10-1,0 0,-9-1,-12 0,-12-1,-4 1,-6-5,-14-1,-27 0,-12 1</inkml:trace>
  <inkml:trace contextRef="#ctx0" brushRef="#br0" timeOffset="7444.541">28568 11516,'184'172,"183"228,-364-395,1-1,-1 0,1 0,0 0,0 0,1-1,-1 0,1 0,0 0,0 0,0-1,0 0,0 0,0 0,0 0,1-1,-1 0,1 0,-1 0,1-1,-1 0,1 0,0-1,-1 1,1-1,-1 0,0 0,1-1,-1 0,0 0,0 0,0-1,0 1,18-19,-1-1,-1 0,-1-2,-1 0,-2-1,0-1,11-25,-20 39,109-224,-99 185</inkml:trace>
  <inkml:trace contextRef="#ctx0" brushRef="#br0" timeOffset="7884.969">27540 9917,'-2'2,"-1"-1,0 0,1 0,-1 1,1 0,-1-1,1 1,0 0,0 0,0 0,0 1,0-1,0 0,1 1,-1-1,1 1,0 0,-1-1,1 1,0 0,1 0,-1 0,0 0,1 0,0-1,-1 1,1 0,0 0,1 0,-1 0,1 1,-3 6,-5 39,1 0,3 1,2-1,2 1,2-1,2 1,3-1,1-1,3 0,9 24,-19-65,0-1,0 1,0-1,1 0,0 0,0 0,1 0,0 0,-1-1,2 0,-1 0,1 0,0 0,0-1,0 1,0-1,1-1,0 1,0-1,0 0,0 0,0-1,0 1,1-1,-1-1,1 1,0-1,-1-1,1 1,0-1,-1 0,1-1,0 1,5-2,-3-2,0 0,-1-1,0 0,1 0,-2-1,1 0,-1 0,0-1,0 0,0 0,-1-1,-1 1,1-1,-1-1,0 1,-1-1,2-4,46-164,-36 59,-7 5</inkml:trace>
  <inkml:trace contextRef="#ctx0" brushRef="#br0" timeOffset="-6335.539">0 4494,'2'6,"0"0,0 1,0-1,1 0,0-1,0 1,0 0,1-1,0 0,0 0,0 0,4 3,12 10,1-1,0-2,2 0,0-1,0-1,1-1,1-1,0-1,0-2,1 0,0-2,0-1,0-1,7 0,160 16,-1-8,168-13,-222-1,1157-7,-1131-7,-160 14,0 0,-1 0,1 0,-1-1,0 1,1-1,-1 0,-1 0,1 0,0 0,-1 0,1-1,-1 1,0-1,0 0,-1 1,1-1,-1 0,1 0,-1 0,-1 0,1 0,0 0,-1-1,0 1,0 0,0 0,-1 0,1 0,-1 0,0 0,0 0,0 0,-1 0,1 0,-2-19,-25-496,24-152,6 418,-1-1109,-2 1299,-1 33,2 0,1 0,1 0,1 0,2 0,4-11,-8 36,1 1,-1 0,1 1,-1-1,1 0,0 0,1 1,-1-1,1 1,-1 0,1 0,0 0,0 0,0 0,1 0,-1 1,1 0,-1-1,1 1,0 1,0-1,0 1,0-1,0 1,0 0,0 0,0 1,1 0,-1-1,1 1,131 26,-106-17,419 106,-229-88,1-11,199-11,-356-5,2013-7,-2072 7,0 1,1-1,-1 1,0 0,0 0,0 1,0 0,0-1,0 2,-1-1,1 0,-1 1,1 0,-1 0,0 0,0 1,0-1,-1 1,1 0,-1 0,0 0,0 1,0-1,0 2,44 123,-45-121,23 113,-4 1,-4 24,-5-49,118 1213,-122-1227,2 52,6-1,6 0,15 35,-29-149,1 0,1-1,0 0,1-1,1 0,1 0,6 4,5 10,-19-25,-1 1,1-1,1 0,-1-1,1 1,1-1,-1 0,1-1,0 0,0 0,0 0,1-1,0 0,0 0,0-1,0 0,0-1,1 0,-1 0,1 0,-1-1,1-1,2 1,140-34,-85 13,331-67,-144 39,1 12,2 11,209 8,1420 24,-1877-7,-2 1,-1 1,1-1,-1-1,1 1,-1-1,1 0,-1 0,1-1,0 0,-1 0,1 0,-1 0,0-1,1 0,-1 0,0-1,0 1,0-1,-1 0,1 0,-1-1,0 1,1-1,-1 0,-1 0,1 0,-1-1,0 1,0-1,0 0,0 0,0-1,3-170,-37-806,13 654,4 44,-36-181,-58-269,65 433,42 298,1 0,0-1,-1 1,1 0,0 0,1 0,-1 0,1-1,-1 1,1 0,0 0,0 0,0 0,0 0,1 0,-1 1,1-1,0 0,0 1,0-1,0 1,0 0,0-1,1 1,-1 0,1 0,-1 1,1-1,0 0,0 1,0 0,0 0,0 0,0 0,0 0,0 0,3 1,20-2,-1 2,1 1,-1 1,1 1,-1 1,13 5,30 3,136 10,0-9,131-10,-232-3,3220-3,-3142 24,-180-21,6 0,1-1,-1 1,1 0,0 1,-1 0,1 0,-1 0,0 1,1 0,-1 1,0 0,0 0,0 0,-1 1,1 0,-1 0,0 1,0-1,0 1,-1 1,0-1,0 1,0 0,0 0,-1 0,2 6,47 243,131 810,-168-987,20 97,-8 1,-2 58,-11-74,34 153,-46-298,83 513,-19-198,-67-326,1 1,-1 0,1-1,0 1,1-1,-1 1,1-1,0 1,0-1,1 0,-1 0,1 0,0 0,0-1,0 1,0-1,0 0,1 1,0-1,0-1,0 1,0-1,0 1,0-1,0-1,2 2,25 1,-1 0,1-2,0-1,0-2,7-1,27 0,543-26,789-155,-790 141,395 31,-1001 11,6 1,-1 0,1 0,0-1,0 1,-1-1,1-1,0 1,0-1,-1-1,1 1,0-1,-1 0,1 0,-1-1,0 0,0 0,0-1,0 1,-1-1,1 0,-1-1,0 0,0 1,-1-1,0-1,1 0,0-13,0 1,-1-1,-2-1,0 1,-1 0,0 0,-2-1,-1-6,1-12,-6-304,-15 0,-22-56,-90-429,61 174,64 601,-1-1,-3 1,-3 1,-19-45,-18-62,31 32,24 122,0 0,0 0,1 0,0 0,-1 0,1 1,0-1,1 1,-1 0,1 0,-1 0,1 1,0-1,0 1,0 0,0 0,1 0,-1 1,0-1,1 1,-1 0,1 0,0 1,-1-1,1 1,-1 0,1 0,0 1,-1-1,1 1,3 1,4-2,617 5,581-4,-1016-11,-1-9,-1-8,5-10,187-70,-364 99,1 2,0 1,0 0,0 1,1 1,-1 2,1 0,-1 1,5 1,-20 1,1 1,-1-1,1 1,-1 0,0 1,0-1,-1 1,1 1,-1-1,0 1,0 0,0 0,2 3,19 18,-9-13,-1 2,-1 0,0 1,-1 1,-1 0,-1 0,0 2,-1-1,-1 1,6 17,58 176,-9 3,18 129,232 964,-254-1052,50 218,-10 77,-89-425,-10-122,-1 0,1 0,0 0,0-1,1 1,-1-1,1 1,0-1,0 0,0 0,0 0,0-1,1 1,-1-1,1 1,0-1,0 0,0-1,0 1,0-1,0 0,0 0,0 0,0 0,1-1,-1 1,0-1,0 0,1-1,-1 1,0-1,0 1,0-1,2-1,5 2,423-26,417-68,19 27,-843 65,121-27,-146 28,-1 0,0 0,1 1,-1-1,0 0,0 0,0-1,0 1,0 0,0 0,0 0,0-1,0 1,-1-1,1 1,0 0,-1-1,1 1,-1-1,0 1,1-1,-1 0,0 1,0-1,0 1,0-1,0 1,0-1,-1 1,1-1,0 0,-1 1,1 0,-1-1,0 1,1-1,-1 1,0 0,0-1,0 1,0 0,0 0,0 0,0 0,-1 0,1 0,0 0,-1 0,-34-39</inkml:trace>
  <inkml:trace contextRef="#ctx0" brushRef="#br0" timeOffset="-5277.624">6678 5180,'5'0,"11"0,13 0,11 0,23 0,30 0,18 0,30 0,9 0,-5 0,-9 0,-12-10,-18-13,-22-2,-20 3,-22 5</inkml:trace>
  <inkml:trace contextRef="#ctx0" brushRef="#br0" timeOffset="-4798.445">7420 5151,'0'5,"0"11,0 8,0 10,15 8,4 7,5 20,-3 7,-5 10,-4 6,0 25,3 8,-1 1,1-10,4-20,-1-27</inkml:trace>
  <inkml:trace contextRef="#ctx0" brushRef="#br0" timeOffset="-4492.258">7992 5864,'-5'10,"-36"32,-25 28,-21 18,-20 22,-1 7,13-2,-12 0,2-16,16-20,21-17,24-16,18-15</inkml:trace>
  <inkml:trace contextRef="#ctx0" brushRef="#br0" timeOffset="-4007.058">7134 6664,'12'-5,"-1"1,1 1,0 0,0 0,1 1,-1 1,0 0,1 1,0 0,19-1,452-23,-481 23,1 0,-1 0,1 0,-1 1,1-1,-1 1,1 0,-1 0,1 0,-1 0,1 1,-1 0,1-1,-1 1,1 1,-1-1,0 0,0 1,1 0,-1-1,0 1,-1 0,1 1,0-1,-1 0,1 1,-1 0,0-1,1 1,-1 0,-1 0,2 2,3 17,-1 1,-2 0,0-1,-1 1,-1 0,-2 0,0 0,-1 0,-4 13,-12 31,18-67,0-1,1 1,-1 0,1 0,-1 0,1 0,-1 0,0 0,1-1,-1 1,1 0,-1 0,1 0,-1 0,1 1,-1-1,1 0,-1 0,0 0,1 0,-1 0,1 1,-1-1,0 0,1 0,-1 0,1 1,-1-1,0 0,1 1,-1-1,0 0,0 1,1-1,-1 1,0-1,0 0,1 1,-1-1,0 1,0-1,0 0,0 1,0-1,0 1,0-1,1 1,-1-1,-1 1,1-1,0 1,0-1,0 0,0 1,0-1,0 1,-1 0,71-33,-1-4,-3-2,49-37,350-218,-405 259</inkml:trace>
  <inkml:trace contextRef="#ctx0" brushRef="#br0" timeOffset="-3549.273">9789 5065,'5'0,"16"0,19 0,17 0,23-5,18-6,16-6,4-1,-5 3,14 0,-1-3,-8 1,-13-5,-20 1,-15 3,-15 6,-16 4</inkml:trace>
  <inkml:trace contextRef="#ctx0" brushRef="#br0" timeOffset="-3136.336">10417 4866,'0'19,"0"26,0 30,5 31,6 17,16 31,9 4,2-1,-5-17,-3-22,-7-23,-7-21,-7-19,-14-20,-16-14,-4-12</inkml:trace>
  <inkml:trace contextRef="#ctx0" brushRef="#br0" timeOffset="-2259.721">2710 5580,'-4'-3,"0"1,-1 0,0 0,1 1,-1-1,0 1,0 0,0 0,0 1,0 0,0-1,0 2,0-1,0 1,0-1,0 1,0 1,1-1,-1 1,0-1,1 1,-1 1,1-1,-1 1,1 0,0-1,0 2,1-1,-1 0,-2 3,-20 19,1 1,1 1,1 2,2 0,1 1,1 1,1 0,2 2,2 0,0 0,-1 14,-1-4,2 0,3 1,1 1,2-1,-1 34,8-59,1 0,0-1,2 1,0 0,1-1,1 1,1-1,0 0,2 0,0 0,0-1,2-1,0 1,1-1,2 1,-6-9,1-1,0 0,0 0,1 0,0-1,0 0,1-1,-1 1,1-2,1 1,-1-1,0-1,1 0,0 0,0-1,0 0,0 0,0-1,0-1,0 0,0 0,0-1,0 0,0-1,9-2,5 0,0 0,-1-2,0 0,0-2,0 0,-1-2,-1 0,0-1,0-2,-1 0,0-1,-1-1,-1 0,-1-2,0 0,-1-1,0 0,10-20,-8-6,-2 0,-2-1,-1-1,-3 0,-2-1,-2 0,-2 0,-3 0,-1-1,-6-44,4 56,-1 1,-2-1,-1 1,-2 1,-1-1,-2 1,-1 1,-2 0,-1 1,-2 1,0 0,-3 1,9 17,0 1,-1 0,-1 1,0 0,0 1,-1 1,0 0,-1 1,0 0,0 2,0-1,-1 2,0 0,-1 1,1 1,0 0,-1 1,0 1,0 0,1 1,-1 1,0 1,-9 2,17-3,1-1,0 1,0 0,0 1,0 0,1 0,-1 1,0 0,1 0,0 1,0 0,0 0,0 1,1 0,-1 0,1 0,0 1,1 0,0 0,-1 1,-9 16,2 0,0 1,2 1,0 0,2 0,1 1,0 0,2 0,2 1,0 0,2 0,0 8,1 11</inkml:trace>
  <inkml:trace contextRef="#ctx0" brushRef="#br0" timeOffset="-1722.486">13443 5693,'4'-10,"27"-8,36-5,7 1</inkml:trace>
  <inkml:trace contextRef="#ctx0" brushRef="#br0" timeOffset="-1404.328">14669 5580,'1972'0,"-1894"-1,-1-3,1-4,-1-3,56-16,148-38,-154 38</inkml:trace>
  <inkml:trace contextRef="#ctx0" brushRef="#br0" timeOffset="-1168.182">18264 5408,'10'0,"8"0,6 0,8 0,4 0,1 0,-6 0</inkml:trace>
  <inkml:trace contextRef="#ctx0" brushRef="#br0" timeOffset="5305.085">20577 7120,'1'2,"1"1,0-1,0 1,0-1,0 0,0 0,0 0,1 0,-1-1,1 1,-1 0,1-1,0 0,0 0,-1 0,1 0,0 0,0 0,0-1,0 1,0-1,0 0,2 0,-2 0,91 11,0-4,1-4,0-5,19-5,-112 7,316-30,232-55,-403 60,1145-209,-1102 194,-185 38,0-1,0 1,0-1,0 0,0 0,-1 0,1-1,-1 0,0 0,0 0,0 0,-1-1,0 1,0-1,0 0,0 0,-1 0,1 0,-1 0,0-1,-1 1,0-1,0 1,0-1,0 0,-1 1,0-1,0 0,0 1,-1-1,0 1,0-2,-7-138,8 144,0-1,0 1,1-1,-1 1,1-1,-1 1,1 0,0-1,-1 1,1 0,0 0,0 0,0-1,0 1,0 0,0 0,0 0,0 0,0 1,1-1,-1 0,0 0,1 1,-1-1,0 1,1-1,-1 1,1 0,-1-1,0 1,1 0,-1 0,1 0,-1 0,1 0,-1 0,1 1,-1-1,1 0,-1 1,0-1,1 1,-1-1,0 1,1 0,-1 0,0-1,0 1,0 0,0 0,1 1,131 109,-111-88,291 333,-166-181,-139-166,-7-6,0 0,1 0,-1-1,1 1,0-1,0 1,-1-1,2 0,-1 0,0 0,0 0,1 0,-1 0,1 0,0-1,-1 0,1 1,0-1,0 0,0 0,0 0,0-1,0 1,0-1,0 0,0 0,0 0,0 0,0 0,0-1,0 1,0-1,2 0,5-10,1 0,-2 0,0-1,0 0,-1-1,0 0,-1 0,-1 0,5-14,-2 6,186-449,-189 455,0 0,1 1,0 0,1 0,0 1,1 0,1 1,0 0,5-4,-10 14,0 0,0 0,1 0,-1 0,0 1,1 0,0 0,-1 1,1-1,-1 1,1 0,0 1,-1-1,1 1,-1 0,1 1,-1-1,1 1,-1 0,0 1,0-1,0 1,0 0,-1 0,1 0,-1 1,0 0,0 0,0 0,0 0,1 2,108 103,45 32,-151-136,0-1,1-1,-1 1,1-1,0-1,0 1,0-1,0-1,0 0,0 0,0 0,0-1,1 0,-1-1,0 0,0 0,0 0,0-1,0-1,0 1,0-1,-1-1,1 1,-1-1,0-1,0 1,-1-1,1 0,1-2,38-35,-32 28,0 1,0 0,2 1,-1 1,1 0,1 1,0 1,0 1,10-4,-20 11,0 0,-1 0,1 0,0 1,-1 0,1 1,0-1,-1 1,1 0,-1 1,1 0,-1 0,0 0,1 0,-1 1,0 0,-1 1,1-1,-1 1,1 0,-1 1,1 0,8 9,-1 0,0 1,0 1,-2-1,0 2,-1 0,1 4,12 21,1-1,2-1,2-1,2-1,1-1,2-2,1-2,2-1,21 14,-28-31,0-1,0-2,1 0,1-3,0 0,0-2,1-1,0-2,0-1,0-2,0 0,0-3,0 0,0-2,-1-2,3-1,209-32,85-31,-252 51,14-4,1 3,1 4,57 0,-145 15,-1 0,1 1,-1 0,1 0,0 0,-1 0,1 1,0-1,-1 1,1 0,-1 0,1 0,-1 1,0-1,1 1,-1 0,0 0,0 0,0 0,0 0,-1 1,1 0,-1-1,1 1,-1 0,0 0,0 0,0 0,0 0,-1 1,1-1,-1 0,0 1,0-1,0 3,20 188,8 224,56 251,-55-509,8-2,22 51,-34-136</inkml:trace>
  <inkml:trace contextRef="#ctx0" brushRef="#br0" timeOffset="5861.721">27712 8918,'-5'0,"3"0,12 4,14 3,22-1,23-1,28-1,27-2,32-1,27 0,27-11,17-8,-7-1,-26 3,-36 4,-40 3,-30 5,-30 2</inkml:trace>
  <inkml:trace contextRef="#ctx0" brushRef="#br0" timeOffset="8820.093">24601 4695,'30'24,"0"2,-2 2,-1 0,-1 2,-1 1,-2 0,-1 2,-2 1,2 7,25 35,-4 2,-3 2,-3 1,-5 2,6 28,-37-109,1 3,-1 0,1 0,-1 0,0 0,0 0,0 1,-1-1,0 0,0 0,0 0,0 1,-1-1,0 0,0 0,-1 0,0 3,0-7,0 0,0-1,0 1,0-1,1 1,-1-1,0 0,0 0,0 0,0 0,0 0,0 0,0-1,0 1,0-1,1 1,-1-1,0 0,0 1,0-1,1 0,-1 0,1 0,-1-1,1 1,-1 0,1-1,-1 1,1 0,0-1,0 0,-1 0,-16-22,1-1,2-1,0 0,2-1,0 0,2-1,1 0,2-1,1 0,0 0,3-1,0 1,2-10,-4 6,1 0,2 0,1-1,2 1,1-1,2 1,1 0,2 0,1 0,2 0,0 1,8-13,-12 35,1 0,-1 1,1 0,1 0,0 1,0-1,1 2,0-1,0 1,1 0,0 1,0 0,0 0,1 1,0 0,0 1,0 0,1 0,-1 1,1 1,0 0,-1 0,1 1,0 1,0-1,0 2,0 0,0 0,0 1,0 0,-1 0,1 2,-1-1,0 1,0 1,0 0,0 0,-1 1,0 0,0 1,-1 0,1 0,-2 0,1 2,3 6,-2 1,0 0,0 0,-2 1,0 0,-1 0,-1 1,0-1,-1 1,-1 0,-1 0,0 19,-2-25,0 0,-1 0,0-1,-1 1,0 0,-1-1,0 1,-1-1,0 0,-1 0,0 0,0-1,-1 1,-1-2,0 1,0-1,-1 0,0 0,-1-1,-4 4,-5-1,-1-1,-1-1,0 0,0-2,-1 0,1-1,-1-1,-1-1,1-1,-1-1,1-1,-1-1,-17-2,39 3,1-1,-1 0,0 1,0-1,0 0,0 1,0-1,1 1,-1-1,0 0,0 1,0-1,0 1,0-1,0 0,0 1,0-1,-1 1,1-1,0 0,0 1,0-1,0 1,0-1,-1 0,1 1,0-1,0 0,0 1,-1-1,1 0,0 0,-1 1,1-1,0 0,-1 0,1 1,0-1,-1 0,1 0,0 0,-1 0,1 1,-1-1,1 0,0 0,-1 0,1 0,-1 0,1 0,0 0,-1 0,1 0,-1 0,1 0,0-1,-1 1,1 0,0 0,-1 0,1 0,0-1,-1 1,1 0,0 0,-1-1,1 1,35 25,212 99,-128-66,187 91,119 30,-189-98,183 37,-227-61,-160-41</inkml:trace>
  <inkml:trace contextRef="#ctx0" brushRef="#br0" timeOffset="10370.497">27940 7206,'1'0,"0"1,0 0,0-1,-1 1,1-1,0 1,0-1,0 0,0 1,0-1,0 0,1 0,-1 0,0 0,0 0,0 0,0 0,0 0,0 0,0 0,0 0,0-1,0 1,0 0,0-1,0 1,0-1,0 1,0-1,0 0,-1 1,1-1,0 0,0 1,-1-1,1 0,0 0,-1 0,1 0,-1 0,1 0,-1 0,1 0,18-20,-1-1,0 0,-2-2,-1 0,-1 0,0-2,2-9,4-4,332-677,-39 103,-183 357,-130 255,29-41,-28 42,-1 0,1-1,-1 1,1 0,-1-1,1 1,0 0,-1 0,1-1,0 1,-1 0,1 0,0 0,-1 0,1 0,0 0,-1 0,1 0,0 0,-1 0,1 1,0-1,-1 0,1 0,-1 0,1 1,0-1,-1 0,1 1,-1-1,1 1,-1-1,1 1,-1-1,1 1,-1-1,0 1,1-1,-1 1,0-1,1 1,-1 0,0-1,0 1,1 0,-1-1,0 1,0 0,0-1,0 1,0 0,0-1,0 1,0 0,0-1,0 1,-1 0,1-1,0 1,0-1,-1 1,1 0,3 31,-2 0,-1 1,-1-1,-2 0,-1 0,-2 0,-1-1,-1 1,-5 8,-61 174,-84 164,5-11,6 91,138-441,5-39,3-258,7 158,5 1,5 0,5 1,6 1,35-95,19-60,-77 248,-24 57,-81 193,4-7,9 5,1 33,-16 131,90-343,26-115,69-243,13 4,75-152,-65 212,-83 215,-26 66,-35 101,-6-2,-5-2,-19 24,-272 528,317-636,12-43,11-9,1-1,0 0,1 0,0 1,0-1,1 0,0 1,0 0,1-1,1 1,0 0,4-7,202-395,-38 90,-153 297,-16 41,-10 3,-1 0,-2-1,1 0,-2 0,-1-1,0-1,-1 0,-1 0,-1-2,0 1,-13 8,-66 63</inkml:trace>
  <inkml:trace contextRef="#ctx0" brushRef="#br0" timeOffset="28960.818">2825 214,'-1'0,"-10"-1,1 1,0-1,-1 1,1 1,-1 0,1 1,0 0,0 0,0 1,0 0,0 1,1 0,-1 1,1 0,0 0,-7 7,-115 145,-148 215,247-329,2 1,3 1,1 1,2 2,3 0,1 1,3 1,2 1,-3 26,8 8,4 1,3 1,7 47,-2-28,2 1179,-6-1207,4 0,3-1,3 1,4-1,3 0,15 37,-5-54,4-2,1 0,3-2,3-2,12 11,76 124,2 60,-78-166,3-2,4-2,22 21,-41-53,-3-4,3-1,2-2,1-2,2-1,1-2,2-2,2-2,10 4,-38-26,0-1,0-1,1-1,0 0,0-2,0 0,1-1,-1-1,1 0,0-2,-1 0,1-1,12-3,-18-1,0 0,0-1,-1 0,0-1,0 0,-1-1,0-1,0 0,-1 0,0-1,0-1,-1 0,-1 0,0-1,-1 0,0 0,0-1,-2 0,1-1,-2 1,2-5,11-17,13-24,-3-2,-2-1,-3-1,-3 0,6-40,46-234,-14-4,-15-1,-4-287,-40-707,-1 1169,-7 0,-7 0,-22-78,25 180,-3 1,-2 0,-17-32,31 85,-15-41,-2 0,-2 2,-3 0,-2 2,-1 1,-3 1,-2 1,-7-4,32 41,-1 0,0 1,0 0,0 1,-1 0,0 1,0 0,0 0,-1 1,0 1,0 0,1 0,-2 1,1 1,0 0,0 1,0 0,0 1,-1 0,-2 2,-15-2,0 3,-1 0,2 2,-1 1,1 2,0 0,0 2,1 2,1 0,-19 13,-459 316,327-240,153-87</inkml:trace>
  <inkml:trace contextRef="#ctx0" brushRef="#br0" timeOffset="35366.846">2796 4638,'-3'6,"0"-1,1 1,-1 0,1 0,0 1,1-1,-1 0,1 0,1 1,-1-1,1 1,0-1,1 1,-1-1,1 0,0 1,1-1,0 0,0 0,0 0,1 0,0 0,0 0,0-1,0 1,1-1,3 3,-2-1,0-2,0 1,1 0,0-1,0 0,0-1,0 1,1-1,0 0,-1-1,2 0,-1 0,0 0,0-1,1 0,-1 0,1-1,0 0,0-1,-1 1,1-1,6-1,-12 0,1-1,-1 1,1 0,-1-1,0 0,0 1,0-1,0 0,0 0,0 0,0 0,0-1,-1 1,1 0,-1-1,0 1,0-1,0 0,0 1,0-1,-1 0,1 1,-1-1,1 0,-1 0,0 1,0-1,0 0,-1 0,1 1,-1-1,1 0,-1 0,-34-88,-67-38,97 124,1 1,-2-1,1 1,-1 0,1 1,-1-1,0 1,0 0,0 1,-1-1,1 1,-1 1,1-1,-1 1,0 0,1 0,-1 1,0 0,0 0,1 1,-1 0,-4 1,5 0,0 1,1-1,-1 1,1 1,-1-1,1 1,1 0,-1 0,0 0,1 1,0 0,0 0,0 0,1 0,0 0,0 1,0-1,0 1,1 0,0 0,0 0,1 2,-17 140,17-143,1 1,0-1,0 0,0 1,1-1,-1 0,1 1,0-1,1 0,-1 0,1 0,0 0,1 0,-1-1,1 1,0-1,0 1,0-1,1 0,-1 0,1 0,0-1,0 1,0-1,1 0,-1 0,1-1,-1 1,1-1,0 0,0 0,1 0,0-2,0 1,-1-1,1 0,0-1,0 0,0 0,-1 0,1 0,-1-1,1 0,-1 0,0 0,1-1,-1 0,0 0,-1 0,1 0,-1-1,1 0,-1 0,0 0,0-1,-1 1,1-1,-1 0,0 0,-1 0,1 0,-1 0,0-1,0 1,0-1,-1 1,0-1,0 0,0 0,2-178,-3 179,0 0,0 1,-1-1,0 0,1 0,-2 1,1-1,0 0,-1 1,0 0,0-1,0 1,-1 0,1 0,-1 0,0 0,0 0,-2 0,-6 3,1 7</inkml:trace>
  <inkml:trace contextRef="#ctx0" brushRef="#br0" timeOffset="36771.649">2796 4609,'0'5,"0"-13,0-10,0-7,0-4,0-2,0 0,0 0,0 0,0 1,0 1,0-1,5 2,7-1,1 1,-2 4</inkml:trace>
  <inkml:trace contextRef="#ctx0" brushRef="#br0" timeOffset="38067.392">2769 4724,'0'-256,"-3"237,-2 24,-5 32,5-10,-1-1,-1 1,-1-1,-2-1,0 0,-2 0,0-1,-6 6,2-5</inkml:trace>
  <inkml:trace contextRef="#ctx0" brushRef="#br0" timeOffset="43587.183">2626 4780,'3'-1,"-1"0,0-1,0 1,0-1,0 0,0 1,0-1,0 0,-1 0,1-1,-1 1,1 0,-1 0,0-1,0 1,0-1,0 1,0-1,0 1,-1-2,1 2,57-187,77-146,-120 289,59-223,-67 224,1-17,4 0,1 0,4 1,2 0,46-80,-16-18,-32 116,-7 22,-2 0,0-1,-1-1,-2 1,0-1,-1 0,0-14,4-120,3 119,-1 5,-2 0,0-1,-3 0,0 0,-3-3,-1 14,0 0,2 0,0 0,2 1,1-1,0 1,5-10,-1 8,89-186,44-24,-109 185,-2-1,-2-2,20-49,-45 91,1 0,0 1,0 0,1 0,0 0,1 0,0 1,0 1,1-1,0 1,0 1,0 0,1 0,0 1,0 0,1 1,-1 0,1 0,0 1,0 1,0 0,0 0,1 1,-1 0,11 2,37-1,-34 2,-1-2,1-1,-1-1,1-1,-1-1,1-2,169-34,-120 39,1 4,-1 3,5 4,230 40,-256-41,1-2,-1-2,1-2,0-3,16-4,43 2,963 2,-1047 0</inkml:trace>
  <inkml:trace contextRef="#ctx0" brushRef="#br0" timeOffset="45852.196">21518 8947,'-1084'0,"1072"0,-52 2,0-3,0-2,0-3,1-3,0-3,-47-15,-25-5,129 31,0 1,1 1,-1-1,1 1,-1 0,1 0,0 0,-1 1,1 0,0 0,0 0,0 1,0-1,1 1,-1 1,1-1,-1 0,1 1,0 0,1 0,-1 0,1 1,-2 1,-9 23,0 0,3 1,0 0,2 1,1 0,1 1,2-1,2 1,0 0,2 0,2 0,0 0,4 9,-4 30,4 604,-5-988,-1 308,0-1,0 0,0 1,1-1,0 0,1 0,-1 1,1-1,0 0,0 1,1-1,0 1,0-1,0 1,0 0,1 0,0 0,0 0,0 0,1 1,0-1,0 1,0 0,0 0,0 0,1 1,0 0,1-1,13-2,1 1,0 1,1 1,-1 0,1 2,-1 0,1 1,-1 2,1 0,-1 1,0 0,0 2,0 1,-1 0,1 1,-2 2,1 0,-1 0,15 12,24 14,-1 3,-1 3,-3 2,-1 2,-2 2,39 51,-61-67,-2 0,-1 2,-2 1,-1 1,-2 1,-1 0,-2 1,-1 1,-2 1,6 33,-17-66,0-1,-1 1,1-1,-1 1,-1-1,1 1,-1 0,1-1,-2 1,1 0,-1-1,1 1,-2 0,1-1,-1 1,1-1,-1 0,-1 0,1 1,-1-1,0-1,0 1,-1 0,1-1,-1 0,0 0,0 0,0 0,-1 0,1-1,-1 0,0 0,-19 6,1-2,-1-1,-1-1,1-1,0-1,-1-2,0 0,-20-2,34 1,-350-17,299 9</inkml:trace>
  <inkml:trace contextRef="#ctx0" brushRef="#br0" timeOffset="46550.992">21633 8861,'34'11,"20"-2,1-2,0-3,1-2,24-4,-13 1,-34 2,-1-2,1-1,-1-2,1-1,-1-1,-1-2,15-6,-31 8,-13 4,0 1,0-1,0 1,0-1,0 1,0 0,1 0,-1 0,0 0,1 0,-1 1,1-1,-1 1,1-1,-1 1,1 0,-1 0,1 0,-1 0,1 1,-1-1,1 1,-1-1,1 1,-1 0,0 0,1 0,-1 0,0 1,0-1,0 0,0 1,0 0,0-1,1 2,8 95,-47 464,31-163,5-394,0 0,0 0,1-1,-1 1,1-1,0 1,1 0,-1-1,1 0,0 1,0-1,0 0,1 0,-1 0,1 0,0 0,0-1,0 1,1-1,-1 0,1 0,0 0,-1-1,1 1,1-1,-1 0,0 0,0 0,1-1,-1 1,1-1,0 0,-1-1,1 1,0-1,-1 0,3 0,214-6,-140 2</inkml:trace>
  <inkml:trace contextRef="#ctx0" brushRef="#br0" timeOffset="49601.345">22832 8034,'-45'-12,"0"1,0 3,-1 1,-20 1,4 0,-265-21,-1 14,-87 17,252 11,2 8,0 7,2 7,2 7,2 6,-29 20,-189 75,6 16,-147 98,447-223,2 3,2 3,1 2,2 4,3 1,-20 26,3 12,4 4,5 3,3 3,5 2,4 3,5 2,-12 43,23-54,5 2,4 0,3 2,6 1,3 1,5 0,2 54,6-117,2-1,2 0,1 1,2-1,1 0,2 0,1-1,1 0,3 0,0-1,2 0,2-2,1 1,3 2,47 50,3-3,69 61,-109-112,59 47,2-4,3-4,4-4,2-5,3-4,2-5,2-4,2-5,1-5,63 11,-36-14,2-6,0-5,2-7,81-3,741-16,-733 0,-1-9,219-43,-295 25,-1-7,-2-7,-2-6,-3-7,-2-6,-3-6,-3-6,-3-6,-4-6,-4-5,34-39,-111 90,-2-2,-2-2,-2-1,-2-3,-2-1,-3-2,-1-2,-3-1,-3-1,-2-1,-2-2,-4-1,-1 0,-4-1,8-56,-15-31,-8-1,-13-113,11 246,-14-154,-6 0,-9 2,-6 1,-8 2,-7 2,-7 2,-27-40,24 74,-6 4,-5 2,-5 4,-5 3,-70-71,131 162,-1 1,-1 0,-1 2,0 0,-2 2,0 1,-1 1,-1 1,-1 2,1 1,-2 1,-5-1,-72-11,-2 4,0 5,0 4,-1 5,-81 9,110-4,-1019 5,1002-6,0 4,1 3,0 6,0 3,1 5,2 4,0 3,-33 19,5 16,2 5,4 5,-4 10,39-27,-64 51,5 6,-45 52,111-86,4 3,3 2,4 4,3 2,5 2,-2 13,-40 61,19-38,-56 94,-41 102,139-240,3 1,3 2,5 1,3 1,4 0,-4 73,-28 301,48-420,-2 36,3 0,3 0,5 10,5-41,2-2,1 0,3-1,2 0,1-2,2 0,2-2,2 0,2-2,1-1,1-2,13 10,35 43,-1 3,4-3,4-4,4-4,19 9,6-11,3-5,3-5,3-5,2-6,3-6,105 27,-89-41,2-7,1-6,0-7,14-6,600-2,-585-11,-6 3,0-8,-1-8,0-6,-1-9,147-45,-101 4,-3-8,47-33,-125 47,-2-5,-4-6,101-79,-201 131,-1-2,-2 0,0-2,-2-1,-1 0,-2-2,-1 0,16-35,101-278,-134 338,39-140,-5 0,-8-3,-5 0,-7-1,-7-1,-8-90,-4 145,-4 1,-4-1,-4 2,-5 0,-3 1,-23-53,-19-32,-8 2,-7 4,-8 4,-98-140,122 207,-5 3,-4 2,-4 4,-4 4,-4 3,-43-31,80 82,-1 3,-2 1,-1 3,0 1,-3 4,1 1,-21-2,-74-16,-2 6,-23 4,-183-9,-1 15,-294 22,430 2,-782 4,936-5,-1 4,1 2,1 4,-1 2,-56 19,42-2,2 4,1 4,1 3,3 3,2 4,1 3,-35 33,-15 24,5 4,4 6,-57 81,78-79,6 3,6 5,5 3,5 3,7 2,6 4,5 2,7 2,6 2,7 1,6 2,-5 124,13 106,24 237,-3-536,4-1,4 0,3-1,3 0,3-1,19 41,24 23,5-3,6-4,5-3,7-3,88 99,-117-150,4-3,3-2,3-3,3-3,3-4,2-2,3-4,2-3,2-4,47 18,-27-26,1-4,1-5,2-4,1-5,72 4,62-5,0-11,6-11,-81-3,0-7,-1-8,-1-7,-2-6,0-8,141-56,-25-21,-5-13,-6-11,-6-11,44-47,-70 45,518-360,-555 353,-190 153,0 0,-1-1,0 0,-1 0,0-1,0 1,-1-1,0 0,-1-1,0 1,-1-1,0 0,0 0,-1 0,-1 0,0 0,0 0,-1-1,-1 1,-1-8,-24-299,18 248,-3 0,-3 0,-3 2,-3 0,-3 0,-2 2,-4 2,-3 0,-2 2,-3 2,-18-21,-261-334,250 325,-4-3</inkml:trace>
  <inkml:trace contextRef="#ctx0" brushRef="#br0" timeOffset="51670.003">23031 8976,'0'-33,"2"13,-2 0,0 0,-2 0,0 0,-1 0,-1 0,-1 1,0-1,-3-2,-9-11,-2 1,-1 1,-1 0,-2 2,-8-7,6 4,-67-78,-4 3,-61-50,113 122,-2 2,-1 2,-1 2,-1 2,-2 2,0 2,-2 3,0 2,-46-9,57 19,-1 2,0 1,0 3,0 1,-30 4,2-1,-34 4,0 5,1 4,1 4,1 6,1 3,-21 13,-16 10,2 7,3 5,3 6,3 5,3 6,4 5,4 6,4 4,4 5,4 5,-74 100,38-31,7 6,9 6,7 5,-88 202,172-319,4 2,4 0,3 2,3 1,3 0,4 1,4 1,3-1,4 25,15 244,-13-323,0 0,2-1,1 1,1-1,1 0,1 0,1 0,1-1,7 12,7 8,1-1,2-2,2 0,2-2,1-2,2 0,1-2,2-2,2-1,0-2,2-2,2-1,0-2,1-2,2-2,0-2,34 9,58 0,2-5,0-7,0-6,109-7,-248-3,1514 0,-1489 0,161 3,-1-8,0-9,-1-7,62-20,-192 26,-1-2,-1-2,-1-2,-1-3,0-2,-3-2,0-2,-1-2,-3-2,7-8,-2-8,-3-1,-2-3,-3-1,-2-2,-2-2,-3-1,-1-6,-2 11,10-19,-2-2,-4-1,-4-2,-3-1,-3-1,-4-1,-4-1,-3-1,1-72,-21-374,-4 448,-4 1,-3 0,-4 1,-3 2,-4 0,-3 2,-3 1,-4 2,-2 2,-4 1,-3 3,-40-43,49 59,-3 2,-1 1,-3 3,-2 1,-1 3,-3 2,-1 2,-8-1,-52-19,13 13</inkml:trace>
  <inkml:trace contextRef="#ctx0" brushRef="#br0" timeOffset="52654.679">1541 13113,'0'-1,"1"0,0 1,0-1,0 0,0 1,0-1,0 0,0 1,0-1,0 1,0 0,0-1,1 1,-1 0,0 0,0 0,0 0,0 0,1 0,-1 0,0 0,0 0,0 0,0 1,0-1,0 0,1 1,-1-1,0 1,0-1,0 1,0 0,0-1,-1 1,1 0,0 0,0-1,0 1,0 1,22 12,-1 1,0 1,-1 0,-1 2,17 19,-21-21,198 211,-9 9,-9 11,206 241,-257-338,-144-148,0 0,1-1,-1 1,1 0,-1-1,1 1,0-1,0 1,0-1,-1 0,1 0,0 0,1 0,-1 0,0 0,0-1,0 1,0-1,1 1,-1-1,0 0,0 0,1 0,-1 0,0 0,0-1,1 1,-1-1,0 1,0-1,0 0,0 0,0 0,0 0,0 0,0 0,0-1,0 1,-1-1,1 1,0-1,-1 1,0-1,1 0,-1 0,0 0,0 0,0 0,0 0,0 0,0 0,-1 0,1 0,-1-1,1 1,-1 0,0 0,0-1,0 1,0 0,0-1,14-56,-3 0,-2-1,-3 0,-2-9,-1 21,34-811,-31 680,-1 116</inkml:trace>
  <inkml:trace contextRef="#ctx0" brushRef="#br0" timeOffset="53351.188">3595 14027,'24'126,"-10"-79,1-1,2-1,3 0,1-2,2 0,3-1,0-2,8 5,-29-36,1-1,1 0,0 0,0-1,0 0,1 0,0-1,0 0,0 0,1-1,0 0,0-1,1 0,-1 0,1-1,5 1,-11-3,-1-1,1 0,-1 0,1 0,-1 0,1-1,-1 1,0-1,1 0,-1 0,0 0,0 0,1-1,-1 1,0-1,0 0,-1 0,1 0,0 0,-1-1,1 1,-1-1,0 1,0-1,0 0,0 0,0 0,0 0,0-2,29-101,-23 44,-3 1,-3-1,-2 0,-6-43,6 97,0-1,-1 1,0-1,0 1,-1 0,0-1,0 1,-1 0,0 0,-1 1,0-1,0 1,0-1,-1 1,0 1,-4-5,8 10,0 0,0 0,-1 0,1 1,0-1,0 0,-1 1,1-1,0 1,-1-1,1 1,-1 0,1 0,-1 0,1-1,-1 1,1 1,-1-1,1 0,0 0,-1 0,1 1,-1-1,1 1,0-1,-1 1,1-1,0 1,-1 0,1 0,0 0,0 0,0 0,0 0,0 0,0 0,0 0,0 0,0 0,1 1,-1-1,0 0,1 1,-1 0,-26 63,17-24</inkml:trace>
  <inkml:trace contextRef="#ctx0" brushRef="#br0" timeOffset="53802.426">4851 12971,'-12'8,"-6"60,3 0,3 1,2 1,4-1,3 60,1-39,4 0,3 0,5 0,4 0,3-2,4 0,12 23,1-14,4-2,4-1,4-2,4-2,3-3,5-2,3-2,23 18,-76-90,1-2,0 1,0-1,1-1,1 0,-1 0,1-1,1 0,-1-1,1 0,0-1,0 0,1-1,-1-1,1 0,0 0,0-1,0-1,0 0,0-1,0-1,0 1,0-2,0 0,0-1,0 0,-1-1,12-5,-1-3,-1-2,0-1,0-1,-2-1,0 0,-1-2,6-8,59-65</inkml:trace>
  <inkml:trace contextRef="#ctx0" brushRef="#br0" timeOffset="54117.301">6650 13027,'0'10,"0"32,0 29,0 31,0 22,5 25,1 11,10-8,2-14,8-26,-1-9,-5-21</inkml:trace>
  <inkml:trace contextRef="#ctx0" brushRef="#br0" timeOffset="54424.492">7335 13885,'0'-5,"14"-2,25 1,20 1,14 1,24 2,6 1,-1 0,-13 1,-16 1,-16-1,-12 0,0 0,16 0,-1 1</inkml:trace>
  <inkml:trace contextRef="#ctx0" brushRef="#br0" timeOffset="55002.911">9019 13485,'231'247,"66"80,-295-325,1 2,-1 0,1 0,0-1,0 1,1-1,-1 0,1 0,-1 0,1 0,0-1,0 1,0-1,0 0,0-1,1 1,-1-1,1 1,-1-1,1-1,-1 1,1 0,0-1,-1 0,1 0,-1-1,1 1,0-1,-1 0,1-1,1-5,-1 0,0 0,-1-1,1 1,-1-1,-1 0,0 0,0-1,0 1,-1-1,-1 0,1 1,-1-1,-1-8,2 3,10-92,-5-1,-4-1,-6-13,1 72,-2 0,-2 0,-2 1,-2 0,-2 0,-2 1,-2 1,-3 0,-11-20,25 58,0-1,0 1,-1 0,1 0,-2 0,1 1,-1 0,0 0,-1 0,-7-4,13 11,0-1,0 1,-1 0,1-1,0 1,0 0,0 0,-1 1,1-1,0 0,0 1,0-1,-1 1,1 0,0 0,0 0,0 0,0 0,0 0,1 0,-1 1,0-1,0 1,1-1,-1 1,1 0,0 0,-1-1,1 1,0 0,0 0,0 0,0 0,0 0,1 1,-1-1,1 0,-1 0,1 0,0 1,0-1,-18 55,2 1,3 0,2 0,3 1,0 57,8-107,-14 152,8 2,15 150,-6-274,1-2,2 1,2 0,1-1,2-1,1 0,2 0,2-1,1-1,8 10,-20-37,1 0,0-1,0 1,0-1,1-1,0 1,0-1,1 0,0-1,-1 0,1 0,1 0,-1-1,0 0,1-1,0 0,-1 0,1-1,0 0,0-1,0 0,0 0,5-2,12-1,0-1,-1-2,1-1,-1-1,-1 0,1-2,7-5,292-169,-239 131</inkml:trace>
  <inkml:trace contextRef="#ctx0" brushRef="#br0" timeOffset="55391.892">10388 12971,'5'0,"11"0,18 0,27-20,8-5,2 0,-2 1,-7 3,-4 1,-3-1,-6 3,-6 0,-6-7,6-9,-5 2</inkml:trace>
  <inkml:trace contextRef="#ctx0" brushRef="#br0" timeOffset="55791.004">11359 11686,'2'37,"2"0,2-1,1 0,11 34,2 8,61 320,0 138,-77-504,-4-11,2-1,1 0,0 0,1 0,2-1,0 1,0-1,2 0,1-1,0 0,1 0,-8-15,1 0,0 0,-1 0,1-1,0 1,0-1,0 1,1-1,-1 0,0 0,1-1,-1 1,1-1,0 0,0 0,-1 0,1 0,0 0,0-1,0 0,0 0,0 0,-1 0,1-1,0 1,0-1,0 0,0 0,-1 0,4-2,92-70,-80 51,-1-1,0 0,-2-1,-1 0,-2-1,0-1,-1-1,-2 1,0-2,-2 1,2-18,-4 6</inkml:trace>
  <inkml:trace contextRef="#ctx0" brushRef="#br0" timeOffset="56203.182">11702 12372,'-10'0,"-8"5,-15 15,-8 11,-15 8,-13 8,5-3</inkml:trace>
  <inkml:trace contextRef="#ctx0" brushRef="#br0" timeOffset="56613.507">12357 12543,'5'0,"2"5,-1 16,-1 19,-16 17,-11 33,-12 11,-14 13,-9 1,1 0,4-19,7-16,11-17,1-14,7-16</inkml:trace>
  <inkml:trace contextRef="#ctx0" brushRef="#br0" timeOffset="57083.949">12186 13513,'54'1,"1"-2,0-3,-1-2,0-2,0-3,-1-1,0-4,38-16,51-25,-140 57,-1 0,1 0,-1 0,1 0,-1 0,1 0,-1 0,0 0,1 1,-1-1,1 1,-1-1,0 1,1 0,-1-1,0 1,0 0,1 0,-1 0,0 0,0 0,0 0,0 0,0 0,0 0,-1 1,1-1,0 0,-1 1,1-1,0 0,-1 1,0-1,1 0,-1 1,0-1,0 1,0 0,-1 62,-67 307,66-349,-1-7,2 0,-1-1,2 1,0 0,0 0,2 0,0 0,4 14,-5-26,0 0,1 0,-1 0,1 0,0 0,0 0,0 0,0-1,1 1,-1-1,1 0,-1 1,1-1,0 0,0-1,0 1,0 0,0-1,0 0,0 1,1-1,-1-1,0 1,1 0,-1-1,0 0,1 1,-1-1,1-1,-1 1,1 0,-1-1,1 0,110-39,-71 15,0-1,-2-3,-1-1,32-33,-24 16</inkml:trace>
  <inkml:trace contextRef="#ctx0" brushRef="#br0" timeOffset="57533.049">12957 11886,'67'36,"-1"2,-2 2,-2 4,-2 2,2 7,-7-1,-2 2,-2 3,-4 2,-1 2,-4 2,-2 2,-3 1,-3 2,-2 4,64 191,-27 9,-11 2,-12 2,-12 3,-12 0,-13 153,-13-110,-14-62,14-212,-2 0,-2 0,-2 0,-2-1,-11 24,-15-3,3-35</inkml:trace>
  <inkml:trace contextRef="#ctx0" brushRef="#br0" timeOffset="59601.068">3396 15140,'353'-1,"-287"-5,0-4,0-2,-2-3,1-3,24-13,-37 15,-2-2,-42 5,-37 8,29 5,-137-5,0 6,-85 13,44 6,2 8,0 7,-95 36,139-20,132-51,1 0,0 0,-1 0,1 0,0 0,0 0,-1 0,1 0,0 1,-1-1,1 0,0 0,-1 1,1-1,0 1,-1-1,1 0,-1 1,1-1,-1 1,1 0,-1-1,1 1,-1-1,1 1,-1 0,0-1,1 1,-1 0,0-1,0 1,1 0,-1-1,0 1,0 0,0 0,0-1,0 1,0 0,0 0,0-1,0 1,-1 0,1-1,0 1,0 0,0 0,-1-1,1 1,-1-1,1 1,0 0,-1-1,1 1,-1-1,1 1,-1-1,1 1,-1-1,0 1,1-1,-1 0,0 1,1-1,-1 0,0 1,1-1,-1 0,0 0,150 14,688-18,-1752 5,704 9,168 2,50 1,147 4,437-10,-546-7,1-2,-1-2,1-2,-1-1,-1-3,0-2,8-4,1-16,-65 30,-401 89,342-76,71-11,0 0,0 1,0-1,0 0,1 1,-1-1,0 0,0 0,0 1,0-1,0 0,0 1,0-1,0 0,0 1,0-1,0 0,0 0,0 1,0-1,-1 0,1 1,0-1,0 0,0 0,0 1,-1-1,1 0,0 0,0 1,0-1,-1 0,1 0,0 0,0 0,-1 1,1-1,0 0,0 0,-1 0,1 0,0 0,0 0,-1 0,1 1,0-1,-1 0,1 0,0 0,-1 0,32 5,16-3,3 0</inkml:trace>
  <inkml:trace contextRef="#ctx0" brushRef="#br0" timeOffset="60580.981">14470 14055,'5'0,"11"0,17 0,33 0,19 0,24 0,19-5,15-6,9-11,-7-7,-19 2,-21 5,-24 6,-15-3,-19 1</inkml:trace>
  <inkml:trace contextRef="#ctx0" brushRef="#br0" timeOffset="60933.25">14527 14483,'1'5,"1"-1,0 1,0-1,0 0,1 0,-1 0,1 0,0 0,0-1,0 1,1-1,-1 0,1 0,0 0,0 0,0-1,0 1,0-1,0 0,1 0,-1-1,1 0,-1 1,1-1,0-1,0 1,-1-1,1 0,0 0,0 0,2-1,79 5,1-4,0-4,0-3,-1-5,0-3,48-16,-102 24,121-27,-2-7,-1-6,106-51,-191 69,-11 7</inkml:trace>
  <inkml:trace contextRef="#ctx0" brushRef="#br0" timeOffset="61766.198">17095 13257,'-34'126,"17"-51,4 1,4 0,2 1,4 70,4-99,2 1,1-1,3 0,2-1,2 0,2 0,3-1,1-1,2 0,2-2,2 0,1-1,31 37,-44-64,1-1,0 0,1-1,0-1,1 0,1-1,3 2,-13-10,0 1,1-2,-1 1,1 0,0-1,0 0,0-1,0 1,0-1,1 0,-1 0,0-1,0 0,1 0,-1-1,0 1,0-2,0 1,0 0,0-1,0 0,3-2,7-7,-1-1,0-1,0 0,-2-1,1-1,-2 0,0-1,-1 0,0 0,-1-1,-2-1,1 0,-2 0,0 0,-1-1,-1 0,-1 0,0-7,14-61,-4-1,-4 0,-4 0,-4-2,-1 57,-2 0,-2 0,0 1,-3-1,0 1,-2 0,-2 1,-1 0,-1 0,-1 1,-2 1,-1 0,-1 1,-2 1,-1 1,-8-8,17 23,-2 0,0 0,0 1,-1 1,0 0,0 1,-1 1,0 0,-1 1,1 0,-1 2,0 0,-1 0,1 2,0 0,-1 1,1 0,-1 1,-11 3,-89 4,70-3</inkml:trace>
  <inkml:trace contextRef="#ctx0" brushRef="#br0" timeOffset="62231.441">18293 14226,'5'0,"7"0,5 0,10-5,6-6,-4-6,-6-1</inkml:trace>
  <inkml:trace contextRef="#ctx0" brushRef="#br0" timeOffset="62813.055">19321 13485,'-5'0,"0"0,0 0,0 0,1 1,-1 0,0 0,0 0,0 0,1 1,-1 0,1 0,0 0,-1 0,1 1,0-1,0 1,0 1,1-1,-1 0,1 1,0-1,0 1,0 0,0 0,1 1,-1-1,-1 4,-5 21,1 0,1 0,2 0,1 0,1 1,1 0,2 0,1-1,1 2,-1-16,8 68,-8-82,-1 0,1-1,-1 1,1 0,-1 0,1 0,0 0,0-1,-1 1,1 0,0-1,0 1,0 0,0-1,0 1,0-1,0 1,0-1,0 0,0 0,0 1,0-1,0 0,0 0,0 0,0 0,0 0,0 0,0 0,0 0,0-1,0 1,1 0,-1-1,0 1,-1-1,1 1,0-1,0 1,0-1,0 1,0-1,0 0,-1 0,1 1,0-1,-1 0,1 0,-1 0,1 0,0 0,-1 0,0 0,1 0,16-19,-1-1,-1 0,-1-1,-1 0,-1-1,1-4,10-18,82-170,-104 212,0 1,0-1,0 1,0 0,0-1,0 1,1 0,-1 0,1 0,0 0,0 0,0 0,-1 1,2-1,-1 0,0 1,0 0,0-1,1 1,-1 0,0 0,1 0,-1 1,1-1,0 0,-1 1,1 0,-1 0,1 0,0 0,-1 0,1 0,-1 0,1 1,-1 0,1-1,-1 1,1 0,-1 0,1 0,-1 1,0-1,0 0,0 1,0 0,0-1,0 1,0 0,0 0,-1 0,2 2,21 28,-1 1,-2 1,-2 1,-1 1,-1 0,9 35,-25-69,36 106,-5 2,-5 1,-4 2,-6 0,-4 1,-4 43,-4-71,1-23</inkml:trace>
  <inkml:trace contextRef="#ctx0" brushRef="#br0" timeOffset="63343.879">20491 13341,'-8'2,"1"0,0 0,0 0,0 1,1 0,-1 1,0 0,1 0,0 0,0 0,0 1,1 0,0 0,0 1,0 0,0 0,1 0,0 0,0 0,1 1,0 0,0 0,0 0,1 0,0 0,1 0,-1 1,1-1,0 4,-11 42,2 1,2 0,2 0,3 1,3 54,-1-105,1-1,-1 1,1 0,-1 0,1-1,0 1,1 0,-1 0,0-1,1 1,0 0,0-1,0 1,1 0,-1-1,1 1,-1-1,1 0,0 0,1 0,-1 0,0 0,1 0,0 0,0-1,0 1,0-1,0 0,0 0,0 0,1 0,-1-1,1 0,-1 1,1-1,-1 0,1 0,0-1,2 1,55-28,-58 24,1 0,0 0,1 0,-1 1,0 0,1 0,-1 0,1 0,0 1,0 0,0 0,-1 0,1 0,0 1,0 0,0 0,0 0,0 1,0 0,0-1,0 2,-1-1,3 1,4 5,-1 0,0 1,0 0,-1 1,0-1,-1 2,0-1,0 1,-1 1,0-1,4 10,31 61,-3 2,-3 2,-5 1,-3 1,-4 1,-3 1,-5 4,22 65,-36-156,-1 1,0 0,1 0,0-1,0 1,0-1,0 0,0 1,0-1,0 0,1 0,-1 0,1-1,0 1,-1 0,1-1,0 0,0 0,0 0,0 0,0 0,0-1,2 1,27-1</inkml:trace>
  <inkml:trace contextRef="#ctx0" brushRef="#br0" timeOffset="63981.178">21690 14055,'33'100,"-24"-83,213 353,-88-159,193 394,-268-510,-19-53,-39-41,0-1,0 0,0 1,0-1,0 1,0-1,0 0,1 0,-1 0,0 0,0 1,0-2,0 1,1 0,-1 0,0 0,0 0,0-1,0 1,0-1,0 1,0-1,0 1,0-1,0 1,0-1,0 0,0 0,0 1,0-1,0 0,-1 0,1 0,0 0,-1 0,1 0,-1 0,1 0,-1 0,1 0,-1 0,0 0,1-2,6-20,-1-1,0 0,-2 0,-1 0,-1-1,-1-21,0 37,1-334,-28-179,26 515,-78-822,19 293,49 471</inkml:trace>
  <inkml:trace contextRef="#ctx0" brushRef="#br0" timeOffset="64434.952">22774 13885,'29'145,"-12"-91,25 74,5-3,6-1,33 49,-32-62,-46-94,59 87,-67-104,1 1,-1-1,1 1,-1-1,1 1,0-1,-1 0,1 0,0 1,-1-1,1 0,0 0,-1 0,1 1,0-1,-1 0,1 0,0 0,-1 0,1 0,0-1,0 1,-1 0,1 0,0 0,-1-1,1 1,0 0,-1 0,1-1,-1 1,1-1,-1 1,1-1,-1 1,1-1,-1 1,1-1,-1 1,1-1,-1 1,0-1,1 0,-1 0,6-14,-1 0,0 0,-2-1,1 0,-2 0,0 0,-1 0,-1-9,1 6,5-84,-4 0,-11-90,6 156,-3 1,-1 0,-1 0,-2 0,-2 2,-1-1,-1 1,-2 1,-17-26,28 51,1 0,-1 1,-1-1,1 1,-1 0,0 1,-1 0,0 0,0 0,0 1,0 0,-1 0,0 0,0 1,0 1,-1-1,1 1,-1 1,1 0,-1 0,0 0,0 1,0 1,0 0,0 0,-4 1,-135 53,76-17</inkml:trace>
  <inkml:trace contextRef="#ctx0" brushRef="#br0" timeOffset="65924.149">11643 11202,'-6'-4,"-1"1,1 0,-1 0,0 0,-1 1,1 0,0 1,-1-1,1 1,-1 1,1-1,-1 1,1 1,-1-1,1 1,-5 2,-5 2,0 1,0 0,1 2,0 0,0 1,1 0,0 1,1 1,0 0,0 1,1 0,1 1,0 1,1 0,1 0,-2 5,-76 105,6 4,6 4,6 2,-19 58,45-94,4 1,4 3,5 0,4 2,-7 68,23-101,4 1,3 0,3 38,2-83,2 0,1 0,1-1,1 1,1-1,1-1,2 1,0-1,2-1,0 0,2 0,17 20,2-1,2-2,2-1,1-2,2-1,1-2,2-2,1-2,2-2,1-2,13 3,-36-16,2-2,-1-1,2-1,-1-2,1 0,0-2,1-1,-1-1,1-1,0-1,0-2,0-1,0-1,0-1,0-2,-1-1,0-1,0-1,-1-1,0-1,14-15,-1-1,-1-1,-1-3,-2 0,-1-3,-2-1,-1-1,-1-1,-2-2,-2-1,-2-1,5-14,-1-1,-3-1,-2-1,-2-1,-3 0,-3-2,-3 0,0-13,5-77,-7 0,-7-54,1 85,-6 0,-5 0,-5 1,-5 1,-6 0,-4 1,-6 2,-46-108,67 194,-2 0,-1 1,-1 1,-1 1,-1 0,-2 1,-15-15,23 32,0 0,0 0,-1 1,0 1,0 0,-1 1,1 0,-1 1,0 0,0 1,0 1,0 0,0 1,-1 1,1 0,0 1,0 0,1 1,-1 1,-5 2,-21 5,0 1,1 2,1 2,0 2,1 1,1 1,1 3,1 1,1 1,1 1,1 2,1 2,-2 5,-22 29,3 1,2 3,4 2,3 1,3 3,-3 14,-4 16,5 2,5 2,4 1,5 2,-5 57,23-97,2 1,3 1,4-1,3 0,3 0,3 0,3-1,3 0,7 12,2-12,3-1,3-1,3-1,3-2,3-2,3-1,2-3,3-1,3-2,1-3,7 1,-39-37,2-2,-1 0,2-2,0 0,1-2,0 0,1-1,17 4,-28-11,0-1,-1 0,1-1,0 0,0-1,0 0,1-1,-1-1,0 0,0-1,0 0,-1-1,1-1,-1 0,1 0,-1-1,0-1,1-1,17-15,0-1,-1-1,-2-2,0-1,-2-1,-1-1,-1-1,-2-1,-1-1,-1-1,12-30,3-17,-4-2,-3-1,-4-1,-4-1,-3 0,-4-2,-4 0,-4 0,-3-2,6-67,-7 0,-7 0,-6 1,-7 0,-7 1,-34-103,41 196</inkml:trace>
  <inkml:trace contextRef="#ctx0" brushRef="#br0" timeOffset="79321.701">10760 9861,'6'-16,"-2"0,1 0,-2 0,0-1,-1 1,-1-1,0 1,-1-1,-1 1,-1-1,0 1,-1-1,-1 1,0 0,-1 0,-1 1,-1-1,0 1,-1 1,0-1,-1 1,-4-4,-157-209,-143-144,109 135,101 115,-4 4,-66-50,124 125,-1 2,-2 2,-2 2,-1 3,-2 2,0 3,-43-13,29 21,-1 4,0 3,-1 3,0 3,-11 4,-550-6,399 12,-1726-3,1865 0,-1 5,1 3,-7 6,-89 26,2 8,2 9,3 8,-103 54,148-55,2 6,3 6,4 5,-66 59,-102 96,269-203,1 1,2 1,1 1,2 1,1 2,3 0,-17 42,13-29,-3 0,4 1,1 2,3 0,2 0,3 2,3 0,1 1,2 15,11 260,-1-309,1-1,1 0,2 0,0 0,1-1,1 1,1-2,2 1,6 9,5 9,1-2,3 0,1-2,1-1,2-1,2-1,0-2,2-2,2-1,15 9,233 140,-137-76,-2 14,-46-34,3-4,33 14,-14-27,3-5,1-6,41 8,-110-41,88 34,1-7,3-6,37 1,460 27,-545-59,986 67,1042-77,-1638-1,-380-7,0-6,-2-3,51-19,3 2,-1 3,-1-6,-2-8,95-43,-226 79,0-2,-1-2,-1 0,0-1,-1-2,-1 0,0-2,-1 0,-1-1,8-12,-18 12,-1-1,-1-1,-1 0,-1 0,-1 0,0-1,-2 0,-1 0,0 0,-2 0,0-1,-2 1,-1-2,3 4,-5-536,4 543,0 1,-2-1,1 0,-2 1,1-1,-2 1,1 0,-2 0,0 1,0-1,-1 1,0 0,-1 0,-1 1,1 0,-2 0,-8-8,-145-128,4-16,74 26,62 104,1 1</inkml:trace>
  <inkml:trace contextRef="#ctx0" brushRef="#br0" timeOffset="91631.784">3738 1755,'29'-31,"1"2,2 1,1 2,1 1,1 2,30-15,-17 16,1 3,1 1,0 3,2 2,-1 3,1 1,1 3,-1 2,37 3,382 4,-220 28,-150-12,106 42,236 9,-391-61,0-2,1-3,0-2,0-2,1-2,131 2,-167 3,1 0,-1 1,-1 1,1 1,-1 1,0 0,0 1,-1 1,0 0,-1 1,0 1,7 6,-3 1,0 0,0 1,-2 1,-1 1,0 0,-2 1,8 17,43 100,59 40,-109-150,-2 0,-1 1,-1 0,-2 1,-1 0,-1 1,43 131,68 209,-75-206,15-15,28 60,-32-5,30 37,-82-227,0 0,0 0,2 0,0-1,1 1,0-1,2 0,-1-1,2 1,0-1,1-1,0 0,1 0,0 0,1-2,0 1,1-1,1-1,-1 0,2-1,-1 0,1-1,12 5,12-4,0-2,0-1,1-1,0-3,0-1,0-2,18-3,41 0,240 3,-68-28,689 30,95-1,-1044 1,1-1,-1 0,0 0,1-1,-1 0,0-1,1 0,-1-1,0 0,-1-1,1 0,-1 0,1-1,-1 0,-1-1,1 0,-1 0,0-1,3-3,6-15,-1 0,-2-1,-1-1,0-1,-2 0,-2 0,0-1,-2 0,-1 0,-1-1,-2 0,-1 0,-1 0,-3-21,-3-353,31 149,2-39,44-231,12 195,22 99,-36 113,-23 6,-24 50,2 2,4 1,1 1,4 1,1 2,11-8,88-57,-118 109,0 1,1 0,0 1,1 1,0 1,0 0,0 2,1 0,0 1,0 1,0 0,0 2,0 0,0 1,6 1,994 2,-741-31,661 28,-513-1,-52-56,-71 57,-284 5,1 1,-1 1,0 0,-1 1,0 1,0 1,-1 1,0 0,-1 1,0 1,-1 0,0 2,-1-1,2 6,20 16,-1 2,-2 2,-2 1,-2 1,-2 2,-2 0,-1 2,-3 1,10 32,70 193,21 74,25-33,-116-241,-4 2,-3 1,-3 1,-2 3,45 155,-39-157,4-2,2-1,4-1,3-2,3-2,3-1,20 19,68 94,-93-122,3-2,2-1,2-3,35 30,-64-72,2 0,0-1,0-1,0-1,1 0,1-2,-1 0,1-1,0-1,0-1,0-1,0-1,1-1,-1-1,0-1,0 0,3-2,48 0,473 31,-63-28,-123-27,638 27,-437 1,-554 1,-1 0,1-1,-1 0,1 0,-1-1,1 0,-1 1,0-2,1 1,-1-1,0 0,0 0,0 0,0 0,0-1,0 0,-1 0,1-1,-1 1,0-1,0 0,0 0,-1 0,1 0,-1-1,0 0,-1 1,3-5,2-15,0 0,-2-1,-1 1,0-1,-2 0,-1 0,-1-1,-3-16,2-4,-4-2389,8 2403,2 0,1 0,1 1,2-1,1 2,1-1,5-4,-10 19,9-18,1 1,2 0,1 1,2 1,1 1,1 0,1 2,2 1,1 1,16-11,117-65,-128 78,1 3,0 1,2 1,0 2,1 1,0 2,2 1,-1 2,1 2,1 2,5 0,194 6,49-5,29-30,43 26,-262 11,-86-1,0 1,-1 0,1 0,0 1,-1 1,1 0,-1 0,0 1,0 1,0-1,-1 2,1-1,-1 1,-1 0,1 1,-1 0,1 2,192 217,-80-68,-20 29,89 138,-30-67,-134-209,-1 2,-3 0,-2 2,10 43,31 82,72 119,-57-157,-7 2,-6 4,7 38,93 242,-141-383,2-1,2-2,1 0,3-2,16 16,124 161,-159-206,0 1,1-2,1 0,-1 0,1-1,1 0,-1-1,1-1,0 0,0-1,1-1,-1 0,1-1,2 0,19 5,247 31,-169-29,0-4,56-8,-28 1,-115 2,12 1,1-1,-1-2,0-2,0-2,0-1,1-3,-37 9,40-13,1 1,1 3,0 1,1 3,8 0,428-51,-255 12,6 3,-190 32,2 3,-1 1,1 2,22 2,-491 5,316 1,0 6,0 3,2 6,-15 8,-64 11,-1-7,-129 2,237-29,0 3,1 5,1 2,0 4,-12 7,-178 91,265-116,0 0,0 0,0 0,0 0,1-1,-1 1,0 0,0 0,0 0,0 0,0 0,0 1,1-1,-1 0,0 0,0 1,0-1,1 0,-1 1,0-1,0 1,1-1,-1 1,0-1,0 1,1-1,-1 1,1 0,-1-1,1 1,-1 0,1 0,-1-1,1 1,0 0,-1 0,1 0,0 0,0-1,0 1,-1 0,1 0,0 0,0 0,0 0,0 0,0-1,1 1,-1 0,0 0,0 0,1 0,-1 0,198 2,-101-14,0-3,-1-5,-2-4,0-4,63-28,-109 40,0 2,1 3,0 1,1 3,-1 2,49 2,-18 1,-1-5,1-2,14-7,434-102,-360 90,-168 26,0 1,0 0,0-1,0 1,0 0,0-1,0 1,0 0,0-1,0 1,0 0,0-1,0 1,0 0,0-1,0 1,1 0,-1-1,0 1,0 0,0-1,1 1,-1 0,0 0,0-1,0 1,1 0,-1 0,0-1,1 1,-1 0,0 0,0 0,1-1,-1 1,0 0,1 0,-1 0,1 0,-1 0,0 0,1 0,-1 0,0 0,1 0,-1 0,0 0,1 0,-1 0,-34-5,-122 3,1 7,-1 6,1 7,-9 9,37-8,-664 118,325-48,441-82,56-5,30-9,1-3,-2-3,1-2,39-16,27-7,850-208,-861 226,0 6,1 4,0 6,85 8,-252 7,-625 141,154-60,398-48,100-27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37:07.0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1342 1078,'-2'0,"0"1,0 0,0-1,1 1,-1 0,0 0,0 1,1-1,-1 0,1 0,-1 1,1-1,-1 1,1-1,0 1,0 0,0-1,0 1,0 0,0 0,0 0,1 0,-1 0,1 0,-1 0,1 0,0 0,0 0,0 0,0 0,-1 1,-10 66,2 0,4 0,3 1,3 13,0-18,-4 156,-16 77,-42 194,61-487,0 1,0-1,-1 1,0-1,0 1,0-1,-1 0,0 1,0-1,0 0,-1 0,1 0,-1 0,0-1,-1 1,1-1,-1 0,0 0,0 0,0 0,-3 1,-23 8</inkml:trace>
  <inkml:trace contextRef="#ctx0" brushRef="#br0" timeOffset="431.039">1 1163,'1'-1,"1"-1,-1 0,1 0,-1 1,1-1,0 0,0 1,0 0,0 0,0-1,0 1,0 0,0 1,1-1,-1 0,0 0,0 1,1 0,-1-1,0 1,1 0,-1 0,0 0,1 1,-1-1,0 0,6 0,459-9,-313 10,-107-1,250-15,-82-32,263-120,-414 151</inkml:trace>
  <inkml:trace contextRef="#ctx0" brushRef="#br0" timeOffset="770.243">2027 1277,'4'34,"8"35,0 46,-1 16,3 2,3-3,4-9,-2-15,5-11,10-17,-8-32,-7-23</inkml:trace>
  <inkml:trace contextRef="#ctx0" brushRef="#br0" timeOffset="1108.531">1941 935,'0'-5,"5"-1,6-1,6 2,11 2,4 1,3 0,4 2,-4 0</inkml:trace>
  <inkml:trace contextRef="#ctx0" brushRef="#br0" timeOffset="1519.429">1541 1735,'0'2,"0"1,-1-1,1 0,-1 0,1 0,0 1,0-1,0 0,1 0,-1 0,0 1,1-1,-1 0,1 0,0 0,0 0,0 0,0 0,0 0,0 0,0 0,1-1,-1 1,1 0,-1-1,1 1,0-1,-1 0,1 1,0-1,0 0,0 0,0 0,0 0,1 0,24 6,0-1,0-2,1 0,0-2,0 0,26-4,-10 2,0 1,111 0,152-17,-281 11,0-2,0 0,-1-2,0-1,0-1,-1-1,-1-1,11-8,34-17,-32 20</inkml:trace>
  <inkml:trace contextRef="#ctx0" brushRef="#br0" timeOffset="2032.87">1370 906,'293'71,"-138"-58,0-7,42-8,-54-9,-1-7,-1-6,47-18,-94 22,285-79,-332 88,-11 5</inkml:trace>
  <inkml:trace contextRef="#ctx0" brushRef="#br0" timeOffset="2493.385">3196 1705,'0'5,"10"2,8-1,15-1,17-1,24-2,14-1,7 0,-3-1,-3 0,-7-1,-12 1,-14 0,-6 0,-11 0</inkml:trace>
  <inkml:trace contextRef="#ctx0" brushRef="#br0" timeOffset="2908.796">3483 2134,'-5'5,"13"1,29 0,14-1,12-2,10-1,2-1,-6 0,-1-1,3 0,-6-1,0 1,-5 0,-9 0,-7 0,-8 0,-8 0</inkml:trace>
  <inkml:trace contextRef="#ctx0" brushRef="#br0" timeOffset="4249.531">7135 879,'-38'-94,"-77"-221,112 308,0 0,0 0,0 0,-1 1,0-1,0 1,-1 0,1 0,-1 1,-1-1,1 1,-1 0,0 0,0 1,0 0,-1 0,0 1,1-1,-4 0,7 4,1 0,0 0,-1 0,1 0,0 0,-1 0,1 1,0-1,-1 1,1 0,0 0,0 0,0 0,0 0,0 0,0 0,0 1,0-1,0 1,0-1,1 1,-1 0,1-1,-1 1,1 0,0 0,0 0,-1 0,1 0,1 1,-1-1,0 0,0 2,-19 82,20-83,-5 31,2 1,2-1,1 1,1-1,2 1,1-1,10 34,-10-50,2 0,0-1,1 0,1 0,0 0,1-1,1 0,1-1,0 0,1-1,0 0,1-1,1 0,0-1,13 8,239 195,-259-207,0 1,-1-1,0 1,0 0,-1 0,0 1,-1-1,0 1,0 0,-1 0,0 0,-1 1,0-1,-1 1,0-1,-1 1,0 0,0-1,-2 1,1 1,0-9,0 1,1 0,-1-1,-1 0,1 1,0-1,-1 0,0 0,0 1,0-1,0-1,0 1,0 0,-1 0,0-1,1 0,-1 1,0-1,0 0,0 0,0-1,0 1,-1-1,1 1,-1-1,1 0,-3 0,-104 13,39-15,1-4,-1-3,2-3,0-3,0-3,1-3,-51-24,40 11</inkml:trace>
  <inkml:trace contextRef="#ctx0" brushRef="#br0" timeOffset="5299.827">7448 536,'8'-1,"-1"1,0 0,1 0,-1 1,0-1,1 2,-1-1,0 1,0 0,0 1,-1 0,1 0,0 0,-1 1,0 0,0 0,0 0,0 1,-1 0,5 5,7 16,-1 1,-1 0,-1 1,-2 0,-1 1,-1 1,-1-1,-2 2,3 21,17 105,-6 2,-2 105,-13-180,-3-29,-6-31,-11-45,-37-94,5-3,5-1,5-2,5-1,6-2,6 0,4-1,6-1,7-91,2 198,0 0,2 1,0-1,0 0,2 1,1 0,0 0,1 0,1 0,1 1,0 0,1 1,1 0,7-9,-13 21,1 0,0 1,0 0,0 0,0 0,0 1,1-1,-1 1,1 1,0-1,-1 1,1 0,0 0,0 0,0 1,-1 0,1 0,0 1,0-1,0 1,0 1,-1-1,1 1,-1 0,1 0,-1 1,0-1,1 1,-1 0,-1 1,1-1,0 1,-1 0,1 1,2 8,0 0,-1 0,0 1,-1 0,-1 0,0 1,-1-1,-1 1,0-1,-1 1,0 10,0-13,3 26,-3-1,0 1,-3 0,-1-1,-3 11,4-37,0 0,-1 0,0 0,-1-1,0 1,0-1,-1 0,-1 0,0-1,0 1,-1-1,0-1,0 1,-1-1,0 0,0-1,-1 0,0 0,-9 4,2-4,0-1,0-1,-1 0,0-1,0-1,0-1,0 0,0-1,0-1,-13-2,-28 3,56-1,1 0,-1 0,0 0,1 0,-1 0,1 0,-1 0,1 0,-1 1,1-1,-1 1,1-1,-1 1,1-1,0 1,-1 0,1 0,0 0,0 0,-1 0,1 0,0 0,0 0,0 0,0 1,1-1,-1 0,0 0,0 1,1-1,-1 1,1-1,-1 1,1-1,-1 1,18 57,12-13,2-2,1-1,2-1,5 1,56 70,-27-22,-28-33,3-2,2-1,2-3,2-1,3-3,2-2,23 13,-53-48,-1 0,2-2,0-1,0 0,0-2,1-1,-1-2,1 0,0-1,0-2,1-1,-1-1,-1-1,19-4,77-27,-66 8</inkml:trace>
  <inkml:trace contextRef="#ctx0" brushRef="#br0" timeOffset="5778.693">9162 507,'-1'-1,"0"0,0 0,0 0,0 0,0 0,0 0,-1 1,1-1,0 1,0-1,-1 1,1-1,0 1,-1 0,1-1,-1 1,1 0,0 0,-1 0,1 0,0 0,-1 0,1 1,-1-1,1 0,0 1,0-1,-1 1,1-1,0 1,0 0,-1 0,-15 4,0 1,1 1,0 1,0 0,0 1,1 1,0 0,1 1,0 0,1 1,0 1,1 0,1 1,0 0,0 1,-7 16,3-4,1 2,2 0,0 1,2 0,2 0,0 1,2 0,2 0,0 11,1-3,2-1,2 1,1-1,2 1,2-1,1 0,2 0,2-1,1-1,2 1,1-2,2 0,2-1,1-1,1-1,2-1,20 22,-24-31,0-1,1 0,2-2,0 0,1-1,0-2,1 0,1-2,1-1,0 0,1-2,0-1,0-2,1 0,14 1,-11-5,0-2,0 0,0-2,1-2,-1-1,0-1,-1-1,1-2,-1-1,0-2,-1 0,0-2,25-15,-24 8</inkml:trace>
  <inkml:trace contextRef="#ctx0" brushRef="#br0" timeOffset="6425.837">4481 2618,'34'11,"307"6,-264-16,168 0,93-1,109 0,106 0,4973-1,-5463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37:17.2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11189 40,'-11'3,"0"1,0 0,0 0,0 1,1 1,0 0,0 0,0 1,1 0,0 0,1 1,-1 1,1-1,1 1,0 1,0-1,1 1,0 1,1-1,0 1,-1 2,-14 34,1 1,2 0,2 2,3-1,2 2,2-1,2 1,2 1,3-1,2 0,2 0,4 9,-6-35,2-1,1 0,1 0,1 0,1 0,2-1,0 0,1-1,1 0,1-1,1 0,0-1,2 0,1-1,0-1,1 0,1-2,1 0,0 0,1-2,0-1,1 0,13 4,-20-12,1-1,-1 0,1-2,0 1,0-2,0 0,0-1,-1 0,1-1,0-1,0 0,0-1,-1-1,1 0,-1-1,5-3,14-7,-1-1,0-1,-1-2,-2-1,0-2,5-6,67-39,-76 58</inkml:trace>
  <inkml:trace contextRef="#ctx0" brushRef="#br0" timeOffset="-3249.771">6251 12,'-5'0,"-6"15,-6 18,-1 44,3 36,5 25,3 8,3 3,2-10,2-12,0-20,1-22,0-21,0-21</inkml:trace>
  <inkml:trace contextRef="#ctx0" brushRef="#br0" timeOffset="-2883.677">6594 810,'5'0,"11"0,13 0,11 0,32 0,24 0,10 0,2 0,-4-5,1-6,-3-1,-10 1,-10 2,-10 3,-12 3,-6 1,6-3,-6-1</inkml:trace>
  <inkml:trace contextRef="#ctx0" brushRef="#br0" timeOffset="-2502.362">7364 354,'0'5,"0"30,0 30,15 22,14 21,7 7,-2 7,2-1,-4-18,-9-20,-7-15,-7-15,-4-16</inkml:trace>
  <inkml:trace contextRef="#ctx0" brushRef="#br0" timeOffset="-1784.07">8934 554,'-1'-6,"-1"0,1 0,-1 0,0 0,-1 1,1-1,-1 0,0 1,-1 0,1 0,-1 0,0 0,0 0,-1 1,0 0,1 0,-1 0,-4-2,-9-3,-1 1,-1 1,1 1,-1 0,0 1,0 2,-1 0,1 1,-1 0,1 2,-1 1,-6 1,24-2,-1 0,1 1,0-1,0 1,0-1,0 1,0 0,0 0,0 1,0-1,0 1,0-1,0 1,1 0,-1 0,1 0,-1 0,1 1,0-1,0 0,0 1,0 0,1-1,-1 1,1 0,-1 0,1 0,0 0,0 0,0 0,1 0,-1 1,1-1,0 0,-1 0,1 1,1 1,0 221,0-208,0 1,1-1,1 0,0 0,1 0,2-1,-1 1,2-1,0 0,1-1,1 0,1 0,0-1,1 0,0-1,1 0,1 0,8 5,-6-6,-1-3,1 1,-2 1,1 0,-2 1,1 0,-2 1,0 0,-1 1,0 1,-1-1,-1 1,0 1,4 13,-11-28,-1 0,1 0,-1 1,0-1,0 0,0 0,0 0,0 0,0 1,0-1,-1 0,1 0,-1 0,1 0,-1 0,0 0,0 0,0 0,0 0,0 0,-1-1,1 1,0 0,-1-1,1 1,-1-1,0 1,1-1,-1 0,0 0,0 0,0 0,0 0,0 0,-2 0,-81 13,78-14,-270-4,206-4</inkml:trace>
  <inkml:trace contextRef="#ctx0" brushRef="#br0" timeOffset="-787.043">9277 383,'5'1,"-1"1,1 0,-1 0,1 1,-1-1,0 1,0 0,0 0,0 0,-1 0,1 1,-1-1,0 1,0 0,0 0,0 1,-1-1,1 0,-1 1,-1-1,1 1,0 0,-1 0,0-1,0 1,-1 0,1 0,-1 0,0 1,2 2,18 105,-4 1,-1 109,1 1,-9-179,-2-42,4-187,-8-626,17 669,-16 136,-1 0,1 0,1 0,-1 1,0-1,1 1,0-1,0 1,0 0,1 0,0 1,-1-1,1 1,0-1,1 1,-1 0,0 1,1-1,0 1,0 0,-1 0,1 0,0 1,0 0,1 0,-3 0,1 0,-1 0,0 1,1-1,-1 1,0 0,1 0,-1 0,1 1,-1-1,0 1,0 0,1-1,-1 2,0-1,0 0,0 1,0-1,0 1,0 0,0 0,-1 0,1 0,-1 1,1-1,-1 0,0 1,0 0,0 0,0 0,-1-1,1 2,0 0,5 23,0-1,-2 1,-1 0,-1 0,-1 0,-2 0,-2 25,2-20,-11 168,10-197,1 1,-1-1,0 1,0-1,0 1,0-1,-1 0,1 1,-1-1,0 0,0 0,0 0,0 0,-1-1,1 1,-1-1,0 1,1-1,-1 0,0 0,0 0,-1 0,1-1,0 1,0-1,-1 0,1 0,-1 0,1-1,-1 1,0-1,1 1,-3-1,-23-2,26 1,1 0,-1-1,1 1,-1 1,0-1,0 0,1 1,-1-1,0 1,0 0,0 0,1 0,-1 0,0 0,0 1,0 0,1-1,-1 1,0 0,1 0,-1 0,1 1,-1-1,1 0,-1 1,1 0,0-1,0 1,0 0,0 0,0 1,0-1,1 0,-1 0,1 1,-1-1,1 1,0-1,0 1,0 0,0 1,3 3,0 1,0-1,0 0,1 0,0 0,1 0,-1 0,1-1,1 1,-1-1,4 3,-1 2,75 98,4-3,5-3,36 26,-123-123,1-1,-1-1,0 1,1 0,0-1,0 0,1 0,-1-1,1 0,0 1,0-2,0 1,0-1,0 0,0 0,1-1,-1 1,0-1,1-1,-1 0,1 1,0-2,-1 1,1-1,-1 0,0 0,1-1,-1 0,0 0,0-1,5-2,-3 0,-1-1,0 0,0-1,-1 1,0-1,0-1,0 1,-1-1,0 0,0 0,-1-1,-1 1,2-3,9-30</inkml:trace>
  <inkml:trace contextRef="#ctx0" brushRef="#br0" timeOffset="56107.53">2627 925,'0'4352,"0"-4249,4-1,11 55,35-10,-15-62,-34-83,0-1,0 0,-1 0,1 0,0 1,-1-1,1 0,0 1,-1-1,0 1,1-1,-1 1,0-1,0 0,0 1,0-1,0 1,0-1,0 1,0-1,0 1,-1-1,1 1,-1-1,1 0,-1 1,0-1,1 0,-1 1,0-1,0 0,0 0,0 0,0 0,0 0,0 0,0 0,0 0,-1 0,1 0,0-1,0 1,-1 0,1-1,-1 0,1 1,-1-1,-22-2</inkml:trace>
  <inkml:trace contextRef="#ctx0" brushRef="#br0" timeOffset="57205.782">1 3379,'1'3,"0"0,1 0,-1 0,1 0,0-1,0 1,0-1,0 1,1-1,-1 0,0 0,1 0,0 0,-1 0,1-1,0 1,0-1,0 1,0-1,0 0,0-1,0 1,0 0,1-1,-1 0,0 1,0-1,3-1,-1 2,60 7,0-4,0-2,27-4,-10 1,1998-1,-767-26,966 29,-609-54,479 47,-2084 1,-49-1</inkml:trace>
  <inkml:trace contextRef="#ctx0" brushRef="#br0" timeOffset="58771.577">2599 1438,'0'-82,"5"-54,-7-1,-5 1,-7 0,-5 1,-6 1,-7 0,-49-157,69 245,13 56,75 204,-34-33,-8 1,-7 1,-9 1,-7 35,20 364,-7-391,-5-41,1 139,-16-212,4 0,3-1,5 7,19 142,-3 669,-6-552,-16 81,-9-254,8 0,7-1,35 154,-37-253,-3 1,-3 0,-2 56,-6-127,1 1,-1-1,0 0,0 1,1-1,-1 1,0-1,0 1,1-1,-1 1,0-1,0 0,0 1,0-1,0 1,0-1,1 1,-1 0,-1-1,1 1,0-1,0 1,0-1,0 1,0-1,0 1,0-1,-1 0,1 1,0-1,0 1,-1-1,1 1,0-1,-1 0,1 1,0-1,-1 0,1 1,-1-1,1 0,0 1,-1-1,1 0,-1 0,1 0,-1 1,1-1,-1 0,1 0,-1 0,1 0,-1 0,1 0,-1 0,1 0,-1 0,1 0,-1 0,1 0,-1-1,1 1,-1 0,1 0,-1 0,1-1,-1 1,1 0,-1-1,-24-34,-4-34,0-11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36:06.976"/>
    </inkml:context>
    <inkml:brush xml:id="br0">
      <inkml:brushProperty name="width" value="0.05" units="cm"/>
      <inkml:brushProperty name="height" value="0.05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1771 2398,'42'0,"-1"1,1 3,-1 1,28 8,-1-1,0-3,0-3,64-2,-102-3,1794 1,-1428-3,-389-1,0 0,0 0,0-1,-1 1,1-2,-1 1,0-1,0 0,0 0,0 0,-1-1,0 0,0 0,0-1,0 1,-1-1,0 0,0 0,-1 0,1-1,-1 1,-1-1,1 0,-1 0,1-6,103-268,148-311,-250 582,-3 5,0 0,0 0,1 0,-1 0,1 0,0 0,1 1,-1-1,1 1,0-1,0 1,0 0,0 0,1 0,0 1,0-1,0 1,0 0,0 0,1 0,-1 1,1-1,0 1,0 0,0 1,0-1,0 1,0 0,0 0,0 1,0-1,1 1,4 1,6 5,0 1,-1 1,1 1,-2 0,1 1,-1 1,-1 0,11 11,57 63,-4 3,-4 3,-4 4,-4 3,41 85,132 188,-138-258,-96-112,1 1,-1-1,1 0,-1 0,1-1,-1 1,1-1,0 0,-1 0,1-1,-1 1,1-1,-1 0,1 0,-1-1,1 1,-1-1,0 0,0 0,0-1,0 1,0-1,-1 0,1 0,-1 0,0 0,1 0,-2-1,1 0,0 1,-1-1,1 0,-1 0,0-1,-1 4,81-105,-4-4,-5-2,-6-4,22-56,-63 117,2 0,2 2,3 2,2 0,2 3,2 1,4-1,-39 44,0-1,0 1,1 0,0 0,0 0,0 1,0 0,0 0,1 0,-1 1,1 0,0 0,0 0,0 0,0 1,0 0,0 1,0-1,0 1,0 0,0 1,0-1,0 1,0 1,0-1,4 2,5 7,0 0,-1 1,0 0,0 2,-1-1,-1 2,0 0,-1 0,0 1,-2 0,9 16,27 53,-4 1,-3 2,15 60,-31-85,-13-39,0 1,2-2,0 1,2-1,0-1,2 0,0-1,14 13,-28-31,1 0,0 0,-1 0,1 0,0-1,0 1,1-1,-1 1,0-1,0 0,1 0,-1 0,1 0,-1 0,1 0,-1-1,1 1,-1-1,1 0,-1 0,1 0,0 0,-1 0,1 0,-1-1,1 1,-1-1,1 0,-1 0,1 0,-1 0,0 0,1 0,-1-1,0 1,0-1,2-1,142-158,101-169,89-115,-333 440,1 1,-1 0,1 0,0 0,0 0,0 1,1-1,-1 1,1 0,0 1,0-1,0 1,0 0,0 0,1 0,-1 1,0 0,1 0,-1 0,1 1,-1 0,1 0,-1 0,1 1,-1 0,1 0,-1 0,4 2,2 5,-1 0,0 1,0 1,-1 0,0 0,-1 1,-1 0,1 0,-2 1,1-1,-2 2,1-1,-2 1,3 8,5 8,27 80,-5 1,-4 2,-6 1,5 68,-25-156,-3-21,0 0,0 0,0 0,0-1,1 1,-1 0,1-1,0 1,0-1,1 0,-1 0,1 0,-1 0,1 0,0 0,0-1,0 1,1-1,-1 0,0 0,1 0,0 0,-1-1,1 1,0-1,2 0,110 10,-90-10,175-8,-1-8,-1-8,75-25,660-158,-797 180,-135 25,0 0,0 0,0 0,0 1,0-1,0 1,0 0,1-1,-1 1,0 0,0 0,0 0,0 1,0-1,1 1,-1-1,0 1,0-1,0 1,0 0,0 0,0 0,-1 0,1 0,0 1,0-1,-1 0,1 1,-1-1,1 1,-1 0,0 0,0-1,0 1,1 1,2 11,0 0,0 0,-2 1,0 0,-1-1,0 1,-1-1,-1 5,1 6,-14 997,12-61,2-904</inkml:trace>
  <inkml:trace contextRef="#ctx0" brushRef="#br0" timeOffset="450.301">9990 4196,'0'5,"0"6,0 7,15 9,14 1,17-5,30-6,30-6,37-5,13-3,15-3,30-6,41-11,16-8,0 0,-45 4</inkml:trace>
  <inkml:trace contextRef="#ctx0" brushRef="#br0" timeOffset="1088.052">10646 5137,'-6'4,"1"-1,-1 0,0 0,0-1,0 1,0-1,0-1,0 1,-1-1,1 0,0 0,-1-1,1 0,-4 0,-6 0,-69 4,85-4,0-1,-1 1,1-1,-1 1,1 0,-1 0,1-1,-1 1,0 0,1 0,-1-1,1 1,-1 0,1 0,-1 0,0 0,1 0,-1 0,1 0,-1 0,0 0,1 0,-1 0,1 1,-1-1,1 0,-1 0,1 0,-1 1,1-1,-1 0,1 1,-1-1,1 1,-1-1,1 0,-1 1,1-1,0 1,-1-1,1 1,0-1,-1 1,1-1,0 1,0-1,0 1,-1 0,1-1,0 1,0-1,0 1,0 0,0-1,0 1,0-1,0 1,0-1,1 1,38 20,36-5,0-3,1-3,0-4,50-2,-97-3,635-2,17-30,-346 4,-223 9</inkml:trace>
  <inkml:trace contextRef="#ctx0" brushRef="#br0" timeOffset="1533.078">11646 5367,'-5'10,"-2"17,15 38,7 14,19 31,9 17,17 25,-2 7,-6 0,-12-17,-12-18,-12-21,-3-13,1-17,-2-16,-3-13,-3-13</inkml:trace>
  <inkml:trace contextRef="#ctx0" brushRef="#br0" timeOffset="1902.816">11217 6993,'14'0,"25"0,30 0,18 0,12 0,15 0,17 0,5 0,0 0,-10 0,-6 0,-14 0,-20 0,-20 0,-22 0</inkml:trace>
  <inkml:trace contextRef="#ctx0" brushRef="#br0" timeOffset="2344.205">11445 6964,'19'3,"0"1,0 1,-1 1,0 0,0 1,0 1,-1 1,0 0,-1 2,0 0,0 0,-1 1,-1 1,0 1,5 7,62 58,-58-53,1-1,1-1,1-2,1 0,1-2,0-1,2-1,0-1,1-2,4 0,-30-14,-1 2,1-2,0 1,-1 0,1-1,0 0,0 0,0-1,0 1,0-1,0 0,0 0,0-1,0 0,-1 1,1-2,0 1,0 0,0-1,-1 0,1 0,-1-1,0 1,0-1,1 0,-2 0,2-1,138-141,14-55,-8-6,15-46,-63 87</inkml:trace>
  <inkml:trace contextRef="#ctx0" brushRef="#br0" timeOffset="3497.619">7193 0,'36'78,"51"87,-8 3,30 99,28 199,-122-386,-26-61,-24-54,-10-34,3-1,3-3,3-1,-20-64,22 57,20 49,-20-43,4-1,3-2,3-1,-8-56,29 127,1 1,0 0,0 0,1-1,0 1,0-1,1 1,0-1,1 0,-1 1,1-1,1 1,-1 0,1-1,0 1,1 0,0 0,0 0,1 1,0-1,0 1,0 0,1 0,-1 0,2 0,-1 1,0 0,7-4,-5 5,0 1,1 0,-1 1,1 0,-1 0,1 1,0 0,-1 0,1 0,0 1,0 1,-1-1,1 1,0 0,0 1,-1 0,1 0,-1 1,0 0,0 0,0 1,0-1,0 2,-1-1,0 1,0 0,0 0,0 0,-1 1,0 0,0 0,-1 0,1 1,-1 0,-1-1,1 1,-1 1,-1-1,2 4,-3 110,-4-116,0-1,0 0,-1 0,0 0,1 0,-2 0,1-1,0 1,-1-1,1 0,-1-1,0 1,0-1,0 0,0 0,-1-1,1 1,0-1,-1 0,1-1,0 1,-1-1,-2 0,-27 7,31-6,1-1,1 0,-1 0,0 1,1 0,-1-1,0 1,1 0,-1 0,1 0,-1 1,1-1,0 1,-1-1,1 1,0 0,0 0,0-1,0 2,0-1,1 0,-1 0,1 0,-1 1,1-1,0 1,0-1,0 3,3 4,2 1,-1-1,2 0,-1 0,1 0,0-1,1 0,0 0,0 0,1-1,0 0,0 0,1 0,3 2,-8-7,84 71,3-3,4-5,2-4,20 6,-78-44,1-2,1-1,0-2,2-2,0-2,1-1,0-2,20 1,-24-8,0-1,0-2,0-1,1-2,-1-2,9-4,-30 2,-1-2,-1 0,0-1,0 0,-1-1,0-1,0-1,-1 0,-1-1,0 0,-1-1,0 0,-2-1,1 0,-2-1,6-10,-7 12,42-63</inkml:trace>
  <inkml:trace contextRef="#ctx0" brushRef="#br0" timeOffset="4213.15">13500 4024,'-1'-1,"0"0,1-1,-1 1,0 0,0 0,0 0,0 0,-1 0,1 0,0 0,0 0,-1 0,1 1,0-1,-1 0,1 1,0 0,-1-1,1 1,-1 0,1-1,-1 1,1 0,-1 0,1 0,-1 0,1 0,-1 1,1-1,-1 0,1 1,0-1,-1 1,0 0,-7 5,0 1,1 0,0 1,1 0,-1 0,2 0,-1 1,1 0,0 0,1 1,0 0,1 0,0 0,0 0,1 1,0-1,1 1,1 0,-1-1,2 1,-1 5,-1 11,1-1,2 1,0-1,2 1,1-1,0 0,3 0,0 0,1-1,1 0,2 0,17 34,2-2,3-1,36 46,36 19,-100-117,0-1,0 1,1-1,-1 0,1 0,0-1,0 1,0-1,0-1,0 1,0-1,1 0,-1-1,0 1,1-1,-1 0,0-1,1 0,-1 0,0 0,0 0,0-1,5-2,11-10,0 0,-1-2,-1 0,0-1,-2-1,0-1,0-1,-2 0,-1-1,0-1,-2 0,0-1,-2 0,0-1,-2-1,2-7,17-43</inkml:trace>
  <inkml:trace contextRef="#ctx0" brushRef="#br0" timeOffset="4992.943">3968 2113,'-11'27,"5"35,2 0,3 0,3 0,3 0,2 0,7 19,-10-56,34 256,-13 2,-10 229,-15-478,-1-9</inkml:trace>
  <inkml:trace contextRef="#ctx0" brushRef="#br0" timeOffset="5545.928">4054 3739,'-2'-2,"0"0,0 0,0 0,0 0,0 0,-1 0,1 1,-1-1,1 1,-1-1,1 1,-1 0,0 0,0 0,1 1,-1-1,0 1,0-1,0 1,0 0,0 0,0 0,0 1,1-1,-2 1,-4 2,1 0,0 0,0 1,0 0,0 1,1 0,-1 0,1 0,1 1,-1-1,1 2,0-1,0 0,0 1,1 0,0 0,1 0,0 1,0-1,0 1,1-1,0 1,0 0,1 0,0 0,1 0,0 4,-7 20,1 2,2-1,1 1,2-1,2 1,0 0,3-1,1 1,1-1,1 0,2-1,2 0,1 0,14 27,-23-53,1-1,-1 0,1 0,0 0,0 0,0-1,1 1,-1-1,1 0,0 0,1-1,-1 0,1 0,-1 0,2 0,-5-2,0-1,0 1,0-1,0 0,0 0,0 0,0 0,0 0,0-1,0 1,0 0,0-1,0 0,0 1,-1-1,1 0,0 0,0 0,-1 0,1 0,-1 0,1-1,-1 1,1 0,-1-1,0 1,1-1,-1 0,0 1,0-1,0 0,-1 0,1 0,0 1,-1-1,1 0,-1 0,1 0,-1 0,0-2,8-30,-1-1,-2-1,-1 1,-2-30,-1 61,1-81,-3-1,-4 0,-4 1,-3 0,-4 1,-4 1,-3 0,-15-28,-45-49,55 134,8 21</inkml:trace>
  <inkml:trace contextRef="#ctx0" brushRef="#br0" timeOffset="6259.088">9476 1998,'5'-5,"6"-1,7 4,14 28,2 19,0 21,-6 23,-7 12,-8 8,-5 9,0 15,-2 12,-1 8,-1-10,-2-18,-2-25,1-31</inkml:trace>
  <inkml:trace contextRef="#ctx0" brushRef="#br0" timeOffset="6683.032">9419 3141,'-4'4,"-1"0,1 0,0 0,0 1,1 0,-1 0,1 0,0 0,0 1,1-1,0 1,0-1,0 1,0 0,1 0,0 0,0 0,1 0,0 0,0 0,0 1,-1 3,-5 33,2 0,2 1,2-1,1 0,3 1,1-1,3 0,1-1,2 0,2 0,5 8,-17-46,0 1,0-1,1 1,-1-1,1 0,0 0,1 0,-1 0,1 0,0 0,-1 0,2-1,-1 0,0 1,1-1,-1 0,1-1,0 1,0-1,0 0,0 0,1 0,-1 0,1-1,-1 1,1-1,-1 0,1-1,-1 1,1-1,0 0,3 0,-1-6,0 0,1-1,-2 0,1 0,-1 0,0-1,-1 0,0 0,0-1,0 1,-1-1,-1 0,0 0,0 0,0 0,15-57,-2 0,-4-1,-2 0,-4-1,-2 1,-3-1,-6-46,4 103,2 5,-1-1,0 1,0-1,0 1,-1-1,0 1,0-1,-1 1,0 0,0 0,0 0,-1 0,0 0,0 0,-1 0,1 1,-1 0,0 0,-1 0,-2-3,-35-7,-5 8</inkml:trace>
  <inkml:trace contextRef="#ctx0" brushRef="#br0" timeOffset="7218.297">5224 4110,'50'77,"358"555,-191-278,-135-231,-81-120,0 0,0 0,0 0,1 0,-1 0,1 0,0-1,-1 1,1-1,1 1,-1-1,0 0,0 0,1 0,0 0,-1 0,1 0,0-1,0 1,0-1,0 0,0 0,0 0,0 0,0-1,0 1,0-1,0 0,1 0,-1 0,0 0,0 0,0-1,1 1,-1-1,0 0,0 0,0 0,0-1,-1 1,3-2,3-9,0 0,-1-1,-1-1,0 1,-1-1,0 1,-1-2,-1 1,0 0,-1-1,0 1,-1-10,-1 21,19-230,-10-184,-7 184,2 18,1 40</inkml:trace>
  <inkml:trace contextRef="#ctx0" brushRef="#br0" timeOffset="8107.538">6536 4796,'3'57,"3"1,3-1,2-1,2 0,3 2,34 166,-41-118,-9-105,1-1,-1 1,0 0,0 0,1 0,-1 0,0 0,0 0,0 0,0 0,0-1,0 1,0 0,0 0,-1 0,1 0,0 0,0 0,-1 0,1-1,-1 1,1 0,-1 0,1-1,-1 1,1 0,-1 0,0-1,1 1,-1-1,0 1,0 0,1-1,-1 0,0 1,0-1,0 1,1-1,-1 0,0 0,0 1,0-1,0 0,0 0,0 0,0 0,0 0,0 0,1 0,-1 0,0-1,0 1,0 0,0-1,0 1,0 0,1-1,-1 1,0-1,0 1,1-1,-2 0,-17-15,1-1,1-1,0-1,1 0,1-1,1 0,1-2,-7-13,-3-9,2-1,2-1,2-1,2-1,2 0,2 0,2-1,2-1,2-8,3 47,0 1,1-1,0 0,1 1,0-1,0 0,1 1,1-1,0 0,0 1,1 0,0-1,1 1,0 0,1 1,0-1,0 1,1 0,0 0,1 1,0 0,0 0,1 0,0 1,0 0,0 1,1 0,4-3,7 3,1 0,-1 1,1 1,0 1,0 0,0 2,1 1,-1 0,0 2,2 0,-17-1,0 0,-1 0,1 1,-1 0,1 0,-1 0,1 0,-1 1,0 0,0 0,0 0,-1 1,1-1,-1 1,0 0,0 1,0-1,-1 1,1 0,-1-1,0 1,-1 1,1-1,-1 0,0 1,0-1,0 1,-1 0,0-1,0 4,2 9,0-1,-1 1,-1 0,-1-1,0 1,-2 0,0-1,-1 1,-2 7,2-20,-1 0,0 0,0-1,-1 1,1-1,-1 0,0 0,0 0,-1-1,1 1,-1-1,1-1,-1 1,0-1,0 0,0 0,0-1,0 0,-1 0,1 0,0-1,0 0,-1 0,1 0,0-1,0 0,-1 0,1-1,-1 0,-10 1,17 1,1 1,0-1,-1 1,1-1,-1 1,1 0,-1-1,1 1,-1 0,1-1,-1 1,0 0,1 0,-1-1,0 1,0 0,1 0,-1 0,0-1,0 1,0 0,0 0,0 0,0 0,0-1,-1 1,1 0,0 0,0 0,-1-1,1 1,0 0,-1 0,1-1,-1 1,1 0,-1-1,1 1,-1 0,1-1,-1 1,0-1,1 1,-1-1,0 1,1-1,-1 0,0 1,0-1,1 0,-1 1,0-1,0 0,0 0,1 0,-1 0,-1 0,174 130,-148-112,-1 0,2-2,1-1,0-1,0-1,1-1,1-2,0 0,0-2,1-2,0 0,3-1,216-12,-204 5</inkml:trace>
  <inkml:trace contextRef="#ctx0" brushRef="#br0" timeOffset="13618.168">30 6194,'1'3,"1"1,0-1,0 0,0 1,0-1,0 0,1 0,0 0,-1-1,1 1,0-1,0 0,0 1,1-1,-1 0,0-1,1 1,-1-1,1 1,0-1,-1 0,1 0,0-1,0 1,-1-1,1 0,0 0,0 0,0 0,-1-1,5-1,1 3,463 6,-304-9,233-5,-397 7,1 0,-1 1,1-2,-1 1,1 0,-1-1,0 0,1 0,-1 0,0-1,1 1,-1-1,0 0,0 0,-1 0,1-1,0 0,-1 1,1-1,-1 0,0-1,0 1,0-1,-1 1,1-1,-1 0,0 0,0 0,0 0,0 0,-1 0,0 0,1-1,-2 1,1-1,0 1,-1-1,0 1,0 0,0-1,-1 1,0-2,-65-230,46 177,-18-53,-68-236,99 315,-3-6,2-1,1 0,2 0,2-1,2 1,1-6,2 41,-1 1,1 0,0 1,1-1,-1 0,0 1,1-1,0 1,0 0,0 0,0 0,1 0,-1 0,1 1,0 0,-1 0,1 0,0 0,0 0,0 1,1-1,-1 1,0 0,0 1,1-1,-1 1,0 0,1 0,-1 0,0 0,1 1,-1 0,0 0,0 0,2 1,2-2,87 8,-1 4,0 3,23 11,-15-3,0-5,76 2,-117-17,0-3,0-3,0-2,57-13,-94 12,-18 4,1-1,-1 1,1 1,0-1,-1 1,1 0,0 0,0 1,0 0,0 0,0 1,-1 0,1 0,0 1,0-1,-1 1,1 1,-1-1,0 1,5 3,-5 2,0 0,0 0,0 1,-1 0,-1 0,0 1,0-1,0 1,-1-1,-1 1,0 0,0 4,54 301,55 67,-48-179,-60-198,1 0,-1 0,1 0,0-1,0 0,1 0,-1 0,1 0,0-1,0 0,0 0,0 0,0 0,1-1,-1 0,1 0,0-1,0 1,-1-1,1 0,0-1,0 1,0-1,0-1,0 1,0-1,0 0,0 0,2-2,26 2,1124-8,-1144 9,-8 2,1-1,-1 0,1-1,0 1,-1-1,1-1,0 1,-1-1,1 0,0-1,-1 0,0 0,1 0,-1 0,0-1,0 0,0-1,-1 1,1-1,-1 0,0-1,0 1,0-1,-1 0,1 0,2-6,-2-10,-1 0,-1 0,-1-1,-1 1,-1-1,0 1,-2-1,-1 1,0 0,-2 0,-20-103,-5 1,-22-49,39 130,-58-148,70 188,-1 1,1-1,0 0,0 0,0 0,0 0,1 0,-1 0,0 0,1 0,-1 0,1 0,0-1,0 1,0 0,0 0,0 0,0 0,1 0,-1 0,1-1,-1 1,1 0,0 0,0 0,0 1,0-1,0 0,0 0,1 0,-1 1,0-1,1 1,-1-1,1 1,0-1,0 1,-1 0,1 0,0 0,0 0,0 0,0 0,1 1,311-9,335-67,-640 74,0 1,0 0,0 0,0 1,0 0,0 1,1 0,-1 0,0 1,0 0,0 0,-1 1,1 0,-1 1,1 0,-1 0,0 1,-1 0,1 1,-1-1,3 4,0 5,-1 1,0 0,-1 1,-1 0,0 0,-1 0,-1 1,-1 0,0 0,-1 0,-1 0,0 1,1-1,80 573,-35-273,-48-314,1-1,0 1,0 0,0 0,1 0,-1-1,0 1,1-1,0 1,0-1,0 0,0 1,0-1,0 0,0 0,1-1,-1 1,1 0,-1-1,1 0,0 1,-1-1,1 0,0 0,0-1,0 1,0 0,0-1,0 0,0 0,0 0,0 0,0 0,0-1,0 1,0-1,-1 0,3 0,5 1,123-6,-97 4</inkml:trace>
  <inkml:trace contextRef="#ctx0" brushRef="#br0" timeOffset="14406.649">1629 6422,'-84'38,"63"-26,2-4,1 1,0 0,1 2,0 0,0 1,1 0,0 1,2 1,-1 0,2 1,0 1,0 0,2 1,0 0,1 1,1 0,0 0,-4 16,10-21,0 0,1 1,0-1,1 1,0 0,1 0,1-1,0 1,1 0,1-1,0 1,0-1,1 0,1 0,1 0,-1-1,2 0,0 0,0 0,1-1,1 0,-1-1,2 0,0 0,10 7,-15-13,1-1,0 0,0 0,0-1,1 0,-1 0,0 0,1-1,-1 0,1 0,0-1,-1 1,1-2,-1 1,1-1,0 0,-1 0,0 0,1-1,-1 0,0-1,0 1,0-1,0 0,0-1,0 0,10-6,-1-1,0 0,-1-1,0-1,0 0,-2-1,1 0,7-14,-6 6,-2-1,-1 1,-1-2,-1 0,-1 0,0 0,-2-1,-2 0,0 0,-1 0,-1-1,-2 1,-1-1,0 1,-5-21,5 40,1 0,-1 0,0 0,-1 0,1 0,-1 1,-1-1,1 0,-1 1,0-1,0 1,0 0,-1 0,1 1,-1-1,-1 1,1-1,-1 1,1 1,-1-1,-2-1,-6 1,0 0,0 1,0 1,0 0,-1 1,1 0,0 1,-1 0,-1 1,-52 5,1 3,0 3,0 2,-58 23,55-17</inkml:trace>
  <inkml:trace contextRef="#ctx0" brushRef="#br0" timeOffset="14884.751">1 4196,'9'5,"9"6,1 12,7 25,4 10,-4 0,5-6,-4-6,-7-6,-1-5,-4-9</inkml:trace>
  <inkml:trace contextRef="#ctx0" brushRef="#br0" timeOffset="15514.622">486 3940,'2'20,"2"-1,0 1,0-1,2 0,0 0,2 0,0-1,1 0,0-1,2 1,174 275,1-26,-184-264,0 0,0 1,0-1,0-1,1 1,0 0,-1-1,1 1,0-1,0 0,0 0,0 0,1 0,-1 0,0-1,1 1,-1-1,1 0,0 0,-1-1,1 1,0-1,-1 1,1-1,0 0,-1-1,2 1,0-6,-1 0,0 0,0 0,0 0,-1-1,0 0,0 1,0-1,-1 0,0-1,-1 1,0 0,0 0,0-1,-1-5,1 6,7-77,-4-1,-3 0,-8-50,7 111,-2 0,0 0,-2 0,-1 0,0 1,-2-1,0 1,-2 1,-1 0,0 0,-2 1,-1-1,9 17,-2 0,1 1,0-1,-1 1,0 0,0 1,0-1,-1 1,1 1,-1-1,1 1,-1 0,0 0,0 1,0 0,0 0,0 1,0 0,0 0,0 0,0 1,0 0,-1 1,-15 3,1 0,0 2,0 0,0 2,1 0,-7 5,3 1,0 0,1 1,0 2,2 0,0 1,1 2,1 0,1 1,1 1,1 0,0 2,-8 18</inkml:trace>
  <inkml:trace contextRef="#ctx0" brushRef="#br1" timeOffset="142706.17">4738 6250,'-1'3,"0"0,0 0,0-1,0 1,1 0,-1 0,1 0,0 0,0 0,0 0,0 0,0 0,1 0,-1 0,1 0,0 0,0 0,0 0,0-1,0 1,1 0,-1-1,1 1,0-1,-1 1,1-1,0 0,3 2,-3-1,211 275,-198-258,123 159,8-5,123 108,-258-268,1-1,1-1,0 0,1-1,0 0,0-1,1-1,1 0,0-1,0-1,0 0,1-1,0-1,0-1,0 0,1-1,-1-1,15 0,11-7,0-2,-1-2,0-2,0-2,-1-1,-1-2,25-15,-6 1,-9 3</inkml:trace>
  <inkml:trace contextRef="#ctx0" brushRef="#br1" timeOffset="143174.635">5424 6451,'87'34,"102"94,-157-105,131 95,92 90,-209-165,-1 2,-2 1,-2 2,-2 2,-3 2,-2 1,10 25,-31-51,-1 0,-1 1,-1 1,-2 0,-1 0,-1 0,-1 1,-1 11,-3-26,-1 1,0 0,-2-1,1 1,-2-1,0 1,-1-1,0 0,-1 0,-1-1,0 0,-1 0,-1 0,0-1,-1 0,-6 7,-53 43,38-44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36:15.795"/>
    </inkml:context>
    <inkml:brush xml:id="br0">
      <inkml:brushProperty name="width" value="0.05" units="cm"/>
      <inkml:brushProperty name="height" value="0.05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2180 1316,'0'10,"10"8,18 5,28 19,19 2,22 8,-2-5,-2-10,3-11,-1-11,8-7,1-6,7-2,4-2,-2 0,-7-10,-22-3</inkml:trace>
  <inkml:trace contextRef="#ctx0" brushRef="#br0" timeOffset="346.948">3237 1544,'0'10,"-5"17,-11 29,-3 19,1 27,5 24,4 20,3 5,3-4,2-3,2-11,-1-19,1-23,0-23,-1-13,1-12,-6-2,-1-9</inkml:trace>
  <inkml:trace contextRef="#ctx0" brushRef="#br0" timeOffset="873.799">3921 1886,'30'3,"-1"1,1 1,-1 2,-1 1,1 1,-1 2,-1 0,23 14,-8-5,349 171,-377-184,-7-5,-1 1,1 0,0 0,-1 1,0 0,0 0,0 0,0 1,-1-1,0 1,0 1,0-1,0 1,-1 0,0 0,0 0,-4-2,0 1,0-1,0 0,-1 0,1 0,-1 0,0 1,0-1,-1-1,1 1,-1 0,0 0,0 0,0-1,0 1,-1-1,0 0,1 0,-1 0,0 0,0 0,-1 0,1-1,-1 0,-1 2,-192 132,151-109,2 2,1 1,2 3,-25 24,13 19,43-47</inkml:trace>
  <inkml:trace contextRef="#ctx0" brushRef="#br0" timeOffset="1465.896">4522 1658,'0'-2,"1"1,0-1,0 1,0 0,0-1,0 1,0 0,0 0,0 0,1 0,-1 0,0 0,1 0,-1 0,1 1,-1-1,1 0,-1 1,1-1,-1 1,1 0,-1-1,1 1,0 0,-1 0,1 0,0 0,1 1,-2-2,30 1,1 1,-1 1,0 2,0 1,0 2,-1 0,29 12,375 149,-414-161,-12-5,-1 0,1 0,-1 0,0 1,0 1,0-1,0 1,0 0,-1 0,0 1,0 0,0 0,0 1,-1-1,0 1,0 0,-1 1,1-1,-1 1,2 6,-4 3,-1 0,-1 0,-1 0,0 1,-1-1,-1 0,0 0,-1-1,-1 1,0-1,-1 0,-1 0,0-1,-1 0,-1 0,-9 12,2 2,-301 467,266-414,31-52</inkml:trace>
  <inkml:trace contextRef="#ctx0" brushRef="#br0" timeOffset="2248.227">5606 1773,'301'11,"16"5,-183-33,-78 12,-55 6,0-1,0 1,1 0,-1-1,0 1,0 0,0 0,0 0,0 0,0 0,-1 0,1 0,0 0,0 0,-1 0,1 0,-1 1,1-1,-1 0,1 0,-1 1,0-1,0 0,1 0,-1 1,0-1,0 0,0 1,-1-1,1 0,0 1,0-1,-1 0,1 1,-1-1,1 0,-1 0,1 0,-73 201,50-103,4 0,4 2,5 0,4 1,8 100,-3-179,1 1,1-1,2 1,0-1,1 0,1 0,1 0,2 0,0-1,1-1,5 9,-11-26,0 0,1 0,-1 0,1 0,0-1,0 1,0-1,0 0,1-1,-1 1,1-1,-1 1,1-1,0-1,0 1,0-1,0 0,0 0,1 0,-1-1,0 0,0 0,0 0,1 0,-1-1,0 0,4-1,7-2,1-1,-1-1,0 0,0-1,-1-1,0-1,11-8,17-17,-1-3,-3-1,-1-2,-2-1,-1-2,-3-1,-1-2,-2-4,6-7,-12 13</inkml:trace>
  <inkml:trace contextRef="#ctx0" brushRef="#br0" timeOffset="9779.554">2467 4313,'51'39,"-29"-15,-29-29,-44-47,-15-44,3-4,5-2,5-2,0-11,37 80,-77-157,-170-386,-3-181,-21 14,113 314,151 372,2-2,3 0,3-1,2-1,3 0,3-1,3-11,3 72,0 0,1 0,0 0,0-1,0 1,0 0,1 0,-1 0,1 0,0 0,-1 0,1-1,1 2,-1-1,0 0,1 0,0 0,-1 1,1-1,0 1,0-1,1 1,-1 0,0 0,1 0,-1 0,1 0,0 0,0 1,0 0,17-5,1 1,0 0,1 2,-1 1,0 1,1 0,-1 2,5 0,8 0,2588 6,-2252-12,252-40,317-118,-389 57,-218 60,257 0,387-2,-599 49,-374-2,0 1,1 0,-1-1,0 1,0 0,0 1,0-1,0 0,0 1,1 0,-1 0,0 0,-1 0,1 0,0 0,0 1,0-1,-1 1,1 0,-1 0,1 0,-1 0,0 0,0 1,0-1,0 1,0-1,-1 1,1 0,-1 0,1-1,-1 1,0 0,0 2,14 140,28 587,-39 764,24-744,-27-716,1-25,0 0,-1 1,0-1,-1 1,-1 0,1-1,-2 1,1-1,-2 0,0 1,0-1,-1 0,0-1,-1 1,0-1,0 0,-1 0,-1 0,0-1,0 0,-1 0,0-1,0 0,-8 6,-162 56,140-59,-169 40,-1-9,-3-10,0-8,-207-5,-479-4,179-7,-195 48,-5 80,-591 177,1400-288,-985 208,976-205,92-23</inkml:trace>
  <inkml:trace contextRef="#ctx0" brushRef="#br1" timeOffset="69685.602">3095 2885,'9'0,"9"5,10 21,6 25,21 39,21 47,11 34,11 32,4 25,3 8,-2 2,2-5,-8-18,-10-21,-16-34,-19-30,-19-32,-15-33</inkml:trace>
  <inkml:trace contextRef="#ctx0" brushRef="#br1" timeOffset="70236.941">3180 4313,'63'90,"368"560,-22 25,-288-503,-119-168,0-1,0 0,0 0,0 0,1 0,-1 0,1-1,0 1,0-1,0 0,0 0,0 0,0 0,1 0,-1 0,1-1,-1 0,1 0,-1 0,1 0,0 0,-1-1,1 0,0 0,0 0,-1 0,1 0,0-1,-1 0,1 1,0-1,-1-1,1 1,-1 0,1-1,-1 0,0 0,0 0,0 0,0 0,0-1,0 1,-1-1,1 0,0-1,27-29,-1-1,-2-2,-2 0,-1-2,6-16,115-202,-11-7,50-151,-157 345,-2-1,-4-1,0-10,-13 33</inkml:trace>
  <inkml:trace contextRef="#ctx0" brushRef="#br1" timeOffset="73246.095">6576 3599,'10'0,"8"24,5 18,14 31,10 27,-3 6,-9-5,5 5,-1-6,-1 8,-7-8,-5-17,-6-17,-6-21</inkml:trace>
  <inkml:trace contextRef="#ctx0" brushRef="#br1" timeOffset="73648.166">5321 5367,'67'27,"-13"-8,1-3,1-3,0-2,0-2,1-3,46-1,699 7,-474-34,-3-15,93-32,-389 65,72-13,0-4,96-33,-154 37</inkml:trace>
  <inkml:trace contextRef="#ctx0" brushRef="#br1" timeOffset="74097.487">6518 6053,'2'6,"-1"-1,1 1,1-1,-1 0,1 0,-1 0,2 0,-1 0,0-1,1 0,0 1,0-1,0-1,0 1,1-1,0 1,-1-1,1 0,0-1,0 1,1-1,-1 0,1-1,-1 1,1-1,-1 0,1 0,-1-1,1 1,0-1,4-1,91 12,1-4,88-6,-103-1,775-4,-822 4</inkml:trace>
  <inkml:trace contextRef="#ctx0" brushRef="#br1" timeOffset="74430.401">7460 6395,'0'14,"0"45,0 30,0 30,0 15,0-3,0-2,0-5,0-9,0-13,0-20,0-19,0-40,0-23</inkml:trace>
  <inkml:trace contextRef="#ctx0" brushRef="#br1" timeOffset="75105.577">8602 5198,'-211'193,"77"-105,73-49,1 2,3 2,-15 16,67-54,0 0,0-1,1 2,-1-1,1 0,0 1,0 0,1 0,0 0,0 1,0-1,1 1,0-1,0 1,0 0,1 0,0-1,1 1,0 0,0 0,0 0,1 0,0 0,0 0,0 0,1-1,0 1,1-1,-1 1,1-1,1 0,-1 0,1 0,1 1,12 13,1-1,1-1,0-1,2 0,-1-1,2-2,0 0,1-1,0-2,1 0,1-1,23 5,-41-12,55 22,1-2,1-3,2-3,-1-3,1-3,1-3,2-2,-45-5,1 0,-1-2,0 0,1-2,-1 0,-1-2,2-1,26-15</inkml:trace>
  <inkml:trace contextRef="#ctx0" brushRef="#br1" timeOffset="75648.431">9772 5340,'-11'23,"-1"0,-1 0,-1-1,-1-1,-1-1,-1 0,-1-1,-6 5,5-4,-190 183,194-188,0 0,1 2,1-1,0 2,1 0,1 0,1 1,1 0,0 1,1 0,2 1,0-1,-1 9,6-23,0 0,1-1,-1 1,1 0,0-1,1 1,-1-1,1 1,1 0,-1-1,1 1,-1-1,2 0,-1 0,0 0,1 0,0 0,0 0,1-1,-1 1,1-1,0 0,0 0,1 0,-1-1,4 3,17 6,0 0,1-2,0-1,0-2,1 0,0-2,1 0,-1-2,0-1,1-2,15-1,-24 2,1024-8,-972 7</inkml:trace>
  <inkml:trace contextRef="#ctx0" brushRef="#br1" timeOffset="76078.935">11628 3970,'0'14,"0"44,5 32,11 43,12 39,3 14,9 5,-2-21,-2-15,-7-19,-10-28,-7-32</inkml:trace>
  <inkml:trace contextRef="#ctx0" brushRef="#br1" timeOffset="76575.205">11000 6081,'0'1,"-1"0,1 0,0 0,0 0,-1 0,1 0,0 0,0 1,0-1,0 0,0 0,1 0,-1 0,0 0,0 0,1 0,-1 0,1 0,-1 0,1 0,-1 0,1 0,-1 0,1 0,0-1,0 1,-1 0,1 0,0-1,0 1,0 0,0-1,0 1,0-1,0 1,0-1,0 0,0 1,0-1,0 0,0 0,0 0,0 0,0 0,0 0,0 0,1 0,35 9,0-2,0-2,1-1,0-2,-1-1,12-3,11 2,1090-2,-1107 2</inkml:trace>
  <inkml:trace contextRef="#ctx0" brushRef="#br1" timeOffset="77383.239">11371 6738,'2'4,"0"0,0 0,0 0,1 0,0 0,0 0,0-1,0 1,1-1,-1 0,1 0,0-1,0 1,0-1,0 1,0-1,0 0,1-1,-1 1,4 0,-5-1,38 12,0-2,1-1,1-3,-1-1,1-2,0-2,22-2,-42 0,61 2,-1-3,0-4,44-10,-58 6,-66 26,-14 2,-1 0,-1 0,0-1,-1-1,-1 0,-1-1,-4 3,8-7,-39 38,29-31,0 1,2 0,0 2,1 1,1 0,1 2,2-1,0 2,2 0,-9 23,13-17,2 1,1 1,1-1,2 1,2 0,1 0,1 0,6 31,-6-62,0 0,0 0,0-1,1 1,-1 0,1-1,-1 1,1-1,0 1,0-1,0 0,1 0,-1 0,0 0,1 0,-1 0,1-1,0 1,-1-1,1 0,0 0,0 0,0 0,0 0,0-1,0 1,1-1,93 6,-80-7,327-6,-301 4,0-3,-1-1,0-1,0-3,-1-2,0-1,8-6,-19 6</inkml:trace>
  <inkml:trace contextRef="#ctx0" brushRef="#br1" timeOffset="78885.722">8232 9906,'130'92,"-102"-76,575 332,-582-336,-14-7,0 0,0-1,1 0,0 0,0 0,0-1,0-1,0 1,1-1,-1-1,6 1,-11-3,-1 0,1 0,-1 0,1 0,-1 0,0-1,0 1,1-1,-1 1,0-1,0 0,0 0,-1 0,1 0,0 0,-1-1,0 1,1 0,-1-1,0 1,0-1,0 1,0-1,-1 1,1-1,-1 0,0 1,1-1,-1 0,0 1,-1-1,1-1,5-78,-3 0,-3-1,-4 1,-6-15,10 84,-45-305,-14 2,-52-139,98 399,12 48,-5-9,1 0,1-1,0 0,1 0,1 0,1-1,1 1,0-1,1 1,1-1,1 1,1-1,0 1,1 0,1 0,1 1,0-1,8-12,17-13</inkml:trace>
  <inkml:trace contextRef="#ctx0" brushRef="#br1" timeOffset="79219.984">9002 8594,'0'4,"0"8,0 5,5 5,16-1,14-4,11-5,27-5,10-3,6-3,3-1,-11-1,-8 1,-7-1,-6 0,-7 0,-13 1</inkml:trace>
  <inkml:trace contextRef="#ctx0" brushRef="#br1" timeOffset="79869.669">8715 8908,'0'4,"10"7,13 2,12-2,25-3,35-2,17-2,9-3,-3 0,-10-2,-15 1,-3-1,-13 1,-9 0,-16-1</inkml:trace>
  <inkml:trace contextRef="#ctx0" brushRef="#br1" timeOffset="80389.16">10914 8479,'2'1,"-1"0,0-1,1 1,-1 0,0 1,0-1,0 0,0 0,0 0,0 1,0-1,-1 0,1 1,0-1,-1 1,1-1,-1 1,1-1,-1 1,0-1,0 1,0 0,1-1,-1 1,-1-1,1 1,0 0,0-1,-1 1,1-1,-1 1,1-1,-1 1,-5 11,-1 0,0 0,-1 0,-1-1,0-1,-1 1,0-1,0-1,-1 0,-1 0,1-1,-2-1,1 0,-1 0,-7 2,-62 37,60-37,0 2,1 0,0 1,1 1,1 1,0 0,1 2,1 0,0 1,1 1,-3 7,16-23,1 0,0 0,0 0,0 1,0-1,1 1,-1-1,1 1,0 0,0-1,0 1,0 0,1 0,-1 0,1 0,0-1,0 1,1 0,-1 0,1 0,0 0,0-1,0 1,1 0,-1-1,1 1,0-1,0 1,0-1,0 0,0 0,1 0,0 0,8 3,0-1,1-1,-1 0,1 0,0-1,0-1,0 0,1 0,11-1,6 2,302 51,-288-44</inkml:trace>
  <inkml:trace contextRef="#ctx0" brushRef="#br1" timeOffset="81226.242">11599 8707,'159'6,"-158"-6,0 1,1-1,-1 1,0-1,0 1,0-1,0 1,0 0,1 0,-1 0,-1-1,1 1,0 0,0 0,0 0,0 0,-1 1,1-1,0 0,-1 0,1 0,-1 0,1 1,-1-1,0 0,0 1,1-1,-1 0,0 0,0 1,0-1,0 0,-1 1,1-1,0 0,0 0,-1 1,1-1,-1 0,1 0,-1 1,0-1,1 0,-1 0,0 0,0 0,0 0,1 0,-1 0,0-1,-1 2,-52 49,3-28,45-21,0 0,1 0,-1 0,1 0,-1 1,1 0,0 0,0 1,0-1,1 1,-1 0,1 0,-4 5,8-6,-1 1,1-1,-1 0,1 0,0 0,0 0,1 1,-1-1,1 0,0 0,-1 0,1 0,0 0,1 0,-1 0,1 0,-1-1,1 1,0 0,0-1,0 1,0-1,0 0,1 0,-1 0,1 0,-1 0,1 0,0-1,0 1,0-1,1 1,217 107,-113-62,-72-30,1-2,1-1,1-2,-1-2,2-1,-1-2,1-2,1-1,-1-2,0-2,23-4,1-3</inkml:trace>
  <inkml:trace contextRef="#ctx0" brushRef="#br1" timeOffset="81569.663">13139 8194,'5'-10,"16"2,15 21,5 24,-4 19,-8 15,-9 1,-8 7,-6 0,-4-4,-3-10,0-11,-1-9,0-9,1-9</inkml:trace>
  <inkml:trace contextRef="#ctx0" brushRef="#br1" timeOffset="82005.637">12570 9364,'9'0,"33"0,28 0,17 0,18 0,30 0,12 0,9 0,-2 0,2 0,-1 0,-13 0,-11-5,-18-2,-28-4,-29 0</inkml:trace>
  <inkml:trace contextRef="#ctx0" brushRef="#br1" timeOffset="82935.807">13539 9678,'-17'214,"-10"268,24-455,-1 9,0-1,-3 1,0-1,-3 0,-1-1,-1 0,-8 14,-26-4,45-44,-1 1,1-1,-1 0,1 0,-1-1,0 1,1 0,-1-1,1 1,-1 0,1-1,-1 0,1 1,0-1,-1 0,1 0,0 0,-1 0,1 0,0 0,0 0,0 0,0 0,0-1,0 1,0 0,0-1,1 1,-1-1,1 1,-1 0,1-1,-1 0,1 1,0-1,-1 0,-6-28,0 0,2 0,2 0,0-1,2 0,2-1,-2 12,0-8,0-1,2 0,1 0,1 1,1-1,2 1,1 0,1 1,1-1,2 1,0 1,7-8,-9 17,1 0,1 1,0 0,1 1,1 1,1 0,0 0,0 2,1 0,1 0,0 1,1 1,-1 1,2 0,0 2,0 0,0 0,1 2,-1 0,1 2,0 0,3 0,0 1,1 1,-1 0,0 2,1 0,-1 2,0 0,0 2,3 1,-20-3,1 0,0 0,-1 1,0 0,1 0,-2 0,1 1,0 0,-1 0,0 0,0 0,0 1,-1-1,0 1,0 0,-1 0,1 0,-1 0,0 1,-1-1,1 0,-2 1,5 145,-6-148,0 0,0-1,0 1,0-1,-1 1,1-1,-1 0,0 0,0 1,0-1,0-1,-1 1,1 0,-1 0,0-1,1 0,-1 1,0-1,-1 0,1-1,0 1,0 0,-1-1,1 0,-1 0,1 0,-3 0,-101 8,92-11,1-1,0 0,0-2,1 1,-1-2,1 0,0 0,1-1,-12-9,-51-23,75 38,-1 1,0-1,1 1,-1 0,0-1,0 1,1 0,-1 0,0-1,0 1,0 0,1 0,-1 0,0 0,0 0,0 0,1 0,-1 0,0 1,0-1,1 0,-1 0,0 1,0-1,1 0,-1 1,0-1,1 1,-1-1,0 1,1-1,-1 1,1-1,-1 1,1 0,-1-1,1 1,-1 0,1-1,0 1,-1 0,1 0,0-1,0 1,-1 0,1 0,0-1,0 1,0 0,0 0,0 0,0-1,0 1,0 0,1 0,-1 0,0-1,0 1,1 0,-1 0,0-1,1 1,-1 0,1-1,-1 1,1 0,-1-1,1 1,-1-1,9 21,1 0,0-1,1-1,1 1,1-2,1 0,1-1,12 13,-13-15,89 92,100 79,-180-166,-19-14,0-1,1 0,-1 0,1 0,0-1,1 0,-1 0,1 0,0-1,0 1,0-1,0-1,1 1,-1-1,1 0,0-1,-1 0,1 0,0 0,0-1,-1 0,1 0,0 0,0-1,-1 0,1-1,6-1,63-63,-44 30</inkml:trace>
  <inkml:trace contextRef="#ctx0" brushRef="#br1" timeOffset="83401.201">14938 9592,'-1'-2,"0"0,-1 1,1-1,-1 0,0 1,1-1,-1 1,0-1,0 1,0 0,0 0,0 0,0 0,0 0,0 1,-1-1,1 1,0-1,0 1,-1 0,1 0,0 0,0 0,-1 0,1 0,0 0,0 1,-1-1,1 1,0 0,0 0,-1 0,-5 3,0 0,1 0,-1 1,1 0,0 0,0 1,1 0,-1 0,1 1,1-1,-1 1,1 0,0 1,1 0,0-1,0 1,-2 8,-37 149,33-68,4 0,4 0,8 48,-8-134,2 0,0-1,0 1,1 0,0 0,0-1,2 1,-1-1,1 1,1-1,0 0,0 0,1-1,0 1,1-1,0 0,0 0,1-1,0 0,1 0,-1-1,2 0,3 3,35 3,2-7</inkml:trace>
  <inkml:trace contextRef="#ctx0" brushRef="#br1" timeOffset="84979.165">8745 12275,'1'30,"0"-24,0 1,0-1,0 1,-1-1,0 1,0-1,-1 1,0-1,0 1,0-1,-1 0,0 1,0-1,-1 0,0 0,0 0,0-1,0 1,-1-1,0 0,-3 3,1-6,0-1,1 0,-1 0,0-1,0 0,1 0,-1 0,0-1,1 0,-1 0,0 0,1-1,-1 0,1 0,0 0,-1-1,1 0,0 0,1 0,-1 0,1-1,-1 0,1 0,0 0,0 0,1 0,-1-1,1 0,0 0,-1-2,-21-28,2-1,1-2,1 0,3-1,-2-8,-145-381,19-6,9-47,-118-451,199 719,9-3,10-2,9-1,1-192,39 82,-12 326,0 0,0-1,0 1,1 0,0-1,-1 1,1 0,1 0,-1 0,0 0,1 0,-1 0,1 0,0 1,0-1,0 0,0 1,1 0,-1-1,1 1,-1 0,1 0,0 0,0 1,0-1,0 1,0 0,0-1,2 1,169-28,-86 20,349-72,572-73,-224 63,102 30,217-20,711-162,54-5,-1414 217,-449 30,0-1,0 2,0-1,-1 1,1-1,0 2,0-1,0 1,0 0,0 0,0 0,0 1,-1 0,1 0,-1 0,1 1,-1 0,0 0,0 1,0-1,0 1,-1 0,0 0,0 0,0 1,0-1,0 1,0 3,5 13,-2 0,0 1,-2 0,0 1,-2-1,0 1,-1 5,74 879,-56-695,59 895,-73 56,-14-1061,7-100,-1 1,1-1,-1 0,1 0,-1 0,0 0,0-1,0 1,0 0,0-1,0 1,0-1,0 0,-1 0,1 0,-1 0,1 0,-1 0,1-1,-1 1,1-1,-1 1,1-1,-1 0,0 0,1-1,-2 1,-1 0,-268-5,-1314-8,715 50,-695 127,994-70,-242 85,-85 52,844-217</inkml:trace>
  <inkml:trace contextRef="#ctx0" brushRef="#br1" timeOffset="89026.511">7146 12731,'3'-23,"16"49,55 124,-6 2,-7 4,22 96,-13 5,-13 3,19 213,-28-44,131 926,-166-1281,46 252,50 137,7-100,74 140,-164-416,-27-86,1 1,-1-1,1 0,-1 0,0 0,1 0,-1 0,0 0,0 0,0-1,1 1,-1 0,0 0,0-1,0 1,-1 0,1-1,0 1,0-1,0 0,0 1,0-1,-1 0,1 1,0-1,0 0,0 0,-1 0,1 0,0 0,0-1,0 1,-1 0,1 0,0-1,0 1,0-1,0 1,-1-2,-29-9</inkml:trace>
  <inkml:trace contextRef="#ctx0" brushRef="#br1" timeOffset="89808.135">5805 16556,'-16'-2,"1"-1,-1 0,1-1,0-1,0 0,1-1,-1 0,1-2,1 1,-8-6,-20-10,16 8,25 14,0 1,-1-1,1 0,0 1,0-1,0 1,0-1,0 0,0 1,0-1,0 1,0-1,1 0,-1 1,0-1,0 1,0-1,1 0,-1 1,0-1,1 1,-1-1,1 1,-1-1,0 1,1-1,-1 1,1 0,-1-1,1 1,-1 0,1-1,-1 1,1 0,0 0,-1-1,1 1,-1 0,1 0,0 0,-1 0,1 0,0 0,-1 0,1 0,-1 0,1 0,0 0,-1 0,1 1,-1-1,1 0,0 0,-1 1,1-1,0 0,4 0,2940-450,-1067 233,-999 144,495 37,-1185 33,-186 4,0-1,0 0,0 0,-1 0,1 0,0 0,0-1,-1 1,1-1,0 0,-1 0,1 0,-1 0,1 0,-1 0,1-1,-1 1,0-1,0 1,1-1,-1 0,-1 0,1 0,0 0,0-1,-1 1,1 0,-1-1,0 1,0-1,0 1,0-1,0 0,0 1,-1-1,1 0,-1 0,-26-100,2 43</inkml:trace>
  <inkml:trace contextRef="#ctx0" brushRef="#br1" timeOffset="90227.149">12312 14842,'128'71,"-61"-33,-1 4,-2 1,-1 4,-3 2,32 36,-80-72,-1 0,0 0,0 2,-1-1,-1 1,-1 1,0-1,-1 1,0 1,-1-1,-2 1,1 0,-2 0,0 2,4 29,-2 0,-2 0,-2 0,-2 1,-2-1,-3 0,-1-1,-3 1,-1-1,2-17,-1 0,-1-1,-1-1,-2 0,-1 0,-1-2,-1 0,-1 0,-1-2,-2-1,0 0,-2-1,0-2,-13 9,16-15,-1-1,-1-1,0 0,0-2,-1-1,0-1,-1 0,0-2,0-1,0-1,-1-1,-9 0,-59-1,0-3,-85-14,137 8,0-2,1-2,0-2,1-1,1-2,-26-16,-30-15</inkml:trace>
  <inkml:trace contextRef="#ctx0" brushRef="#br1" timeOffset="91027.811">6947 13417,'-22'85,"1"-20,19-71,55-251,-22 130,96-422,-127 548,2-10,1-1,0 1,1-1,0 1,0 0,1 1,1-1,0 1,0 0,1 0,0 1,1 0,0 0,0 1,1 0,0 0,0 1,1 0,6 2,0 0,0 0,0 2,1 0,-1 1,1 0,0 2,-1 0,1 0,0 2,-1 0,15 4,1 3,0 1,-1 2,0 1,-1 2,0 0,-2 2,14 11,404 300,-249-176,43 23,-198-152</inkml:trace>
  <inkml:trace contextRef="#ctx0" brushRef="#br1" timeOffset="91862.555">9829 12932,'-6'599,"2"-540,-3 0,-3 0,-1-1,-4 0,-2-1,-2-1,-3-1,-11 17,-449 942,389-809,-76 122,89-186,7 4,-53 149,-107 428,-99 70,158-396,123-267,38-87</inkml:trace>
  <inkml:trace contextRef="#ctx0" brushRef="#br1" timeOffset="93385.915">9973 12846,'730'-5,"-545"-13,171-38,-167 23,105-11,139 5,234-15,-296 43,-342 10,-1-1,1-2,-1-1,1-1,-1-1,-1-2,9-4,-8 0,-28 12,0 1,1-1,-1 1,0-1,0 0,0 1,0-1,0 1,0-1,0 0,0 1,0-1,0 0,0 1,0-1,0 1,0-1,-1 0,1 1,0-1,0 1,-1-1,1 1,0-1,-1 1,1-1,-1 1,1-1,0 1,-1 0,1-1,-1 1,1-1,-1 1,0 0,1 0,-1-1,1 1,-1 0,1 0,-1 0,0 0,1-1,-1 1,0 0,1 0,-1 0,1 0,-1 1,0-1,1 0,-1 0,1 0,-1 0,0 1,1-1,-1 0,1 0,-1 1,-265-10,177 10,-772 3,694 10,2 7,-51 17,-53 8,-248 46,-177-17,422-45,-197 49,438-71,11 1</inkml:trace>
  <inkml:trace contextRef="#ctx0" brushRef="#br1" timeOffset="93770.955">10000 12988,'5'-5,"2"9,-1 22,-1 21,-1 28,-2 15,-1 7,0-4,-1-2,-1-8,1-17</inkml:trace>
  <inkml:trace contextRef="#ctx0" brushRef="#br1" timeOffset="94055.716">9973 13873,'30'39,"-1"1,-2 1,-1 1,-3 1,-1 2,-3 0,-1 1,-2 1,-3 0,-1 1,2 35,-1-32,9 71,-5 1,-6 1,-4 0,-10 101,2-169</inkml:trace>
  <inkml:trace contextRef="#ctx0" brushRef="#br1" timeOffset="94315.825">10287 15928,'0'5,"0"6,0 6,-5 6,-2-2</inkml:trace>
  <inkml:trace contextRef="#ctx0" brushRef="#br1" timeOffset="94628.28">10201 16384,'0'10,"0"17,0 10,0 12,9 13,4 6,-1-4,-2-9,-3-8,-2-7,-3-6,-1-4,-1-7</inkml:trace>
  <inkml:trace contextRef="#ctx0" brushRef="#br1" timeOffset="95016.031">9914 17184,'15'0,"29"0,35 0,25 0,9 0,5-10,-14-3,-18 1,-11 2,-12-2,-17 1</inkml:trace>
  <inkml:trace contextRef="#ctx0" brushRef="#br1" timeOffset="95826.391">10228 17782,'-1'325,"-11"-257,12-66,-1-1,1 1,-1-1,1 1,-1-1,0 1,1-1,-1 1,0-1,0 0,0 1,0-1,0 0,0 0,0 0,0 0,-1 0,1 0,0 0,-1 0,1 0,-1-1,1 1,-1 0,1-1,-1 0,1 1,-1-1,1 0,-1 0,0 1,1-1,-1-1,1 1,-1 0,0 0,1 0,-2-1,-2-2,0-1,0 0,0 0,0 0,1-1,-1 1,1-1,0 0,1 0,-1-1,1 1,0-1,0 1,1-1,-1 0,1 0,-1-6,3 10,-20-64,3 0,2-1,4-1,3 0,3-1,2 1,6-48,-3 105,0 0,1-1,1 1,-1 0,2 0,-1 1,1-1,1 1,0-1,1 1,0 0,0 0,1 1,0 0,1 0,0 0,0 1,1 0,0 0,1 1,-1 0,1 1,1-1,-1 2,1-1,0 2,0-1,2 1,-6 1,-1 0,0 1,1 0,-1 0,1 0,0 1,-1 0,1 0,0 0,0 1,0 0,0 0,0 0,-1 1,1 0,0 0,0 1,-1-1,1 1,-1 0,1 1,-1-1,0 1,0 0,0 0,0 1,-1 0,1 0,2 3,-2 7,-1 0,0 0,-1 0,0 1,-1-1,-1 1,-1 0,0-1,0 1,-2 0,1 10,1-14,1-6,0 0,-1 0,0 1,0-1,-1 0,1 0,-1 0,0 0,0 0,-1 0,0-1,1 1,-2 0,1-1,0 1,-1-1,0 0,0 0,0 0,-4 3,0-3,-1 0,0 0,0-1,-1 0,1 0,-1-1,1-1,-1 1,0-1,0 0,0-1,0 0,-1-1,-60 7,69-6,-1 1,1 0,-1-1,1 1,0 0,0 0,0 0,-1 0,1 0,0 0,0 0,0 0,0 1,0-1,1 0,-1 0,0 1,1-1,-1 1,1-1,-1 0,1 1,0-1,-1 1,1-1,0 1,0-1,0 1,0 0,0-1,0 1,1-1,-1 1,1-1,-1 0,1 1,-1-1,1 1,0-1,-1 0,1 0,0 1,0-1,0 0,0 0,0 0,0 0,1 0,-1 0,0 0,0 0,1-1,-1 1,0 0,1-1,-1 1,2 0,33 30,2-2,1-1,1-1,34 14,-14-6,96 43,-116-64</inkml:trace>
  <inkml:trace contextRef="#ctx0" brushRef="#br1" timeOffset="96274.138">11084 17611,'-1'-2,"0"1,0-1,0 1,0-1,0 1,0 0,-1 0,1-1,0 1,-1 0,1 0,-1 1,1-1,-1 0,0 0,1 1,-1-1,0 1,1-1,-1 1,0 0,0-1,1 1,-1 0,0 0,0 1,1-1,-1 0,1 0,-9 1,-1 1,1 0,0 1,0 0,0 1,0 0,1 0,0 1,-1 0,2 0,-1 1,1 1,0-1,0 1,0 1,1-1,0 1,1 1,0-1,0 1,1 0,0 0,1 1,0-1,0 1,1 0,0 0,1 0,0 1,0-1,1 0,1 4,-3 1,0 0,1-1,1 1,0 0,2 0,-1 0,2 0,0 0,1-1,0 1,1-1,0 1,2-1,-1-1,2 1,0-1,0 0,1-1,1 1,0-2,1 1,5 4,17 6</inkml:trace>
  <inkml:trace contextRef="#ctx0" brushRef="#br1" timeOffset="98812.447">9858 14244,'0'-89,"2"-38,-6 1,-5 0,-16-67,6 102,-4 1,-4 1,-4 2,-3 1,-46-81,-8 15,-6 3,-6 5,-34-30,125 160,-1 0,-1 1,0 0,0 1,-1 0,-1 1,0 0,-1 1,0 0,0 1,-1 1,0 1,0 0,-1 0,0 2,0 0,-1 1,-12-2,-164 29,173-15,-1 1,1 1,1 0,0 2,0 0,1 1,1 1,0 1,1 1,1 0,0 0,1 2,1 0,-2 5,-13 12,-293 413,269-371,-450 742,221-299,230-402,6 3,-20 88,33-103,-10 37,14-43,-4-2,-4-1,-30 54,17-50,4 3,5 2,-17 75,-180 611,214-679,5 2,5 0,5 0,5 1,9 79,-3-16,-3-150,1-1,1 1,1 0,2-1,1 0,1 0,1-1,6 12,18 21,2 0,2-2,3-2,3-2,32 32,14 12,5-5,30 19,-105-95,1 0,0-2,1 0,0-2,2 0,-1-1,2-1,-1-1,1-1,1-1,-1-2,1 0,1-1,-1-1,7-1,6 0,0-1,0-1,0-2,0-2,0-2,0-1,-1-1,0-3,0 0,-1-3,-1-1,0-1,28-18,13-26,-4-4,-2-3,-3-3,-3-2,0-8,-27 36,54-78,-6-5,-5-2,-6-5,-6-2,18-62,15-23,-54 125,-4-2,-4-1,-5-2,-5-2,-3 0,4-66,14-275,57-480,-86 564,-16-24,-1 132,2-441,-5 581,-5 1,-5 1,-18-59,12 86,-3 0,-4 2,-33-65,58 134,-1 0,0 0,0 0,-1 1,0-1,-1 1,0 1,-1-1,0 1,-1 1,1 0,-2 0,1 0,-1 1,0 1,0 0,-1 0,-3-1,-11 3,0 0,1 2,-1 1,0 1,0 1,0 1,1 1,-1 1,1 2,0 0,0 1,1 2,0 0,0 2,1 0,-18 13,-4 5,1 2,1 2,2 2,2 1,1 2,0 3,-232 302,-225 289,461-586,14-23,2 1,1 1,0 0,2 1,1 0,1 1,2 1,0 0,1 6,2 10</inkml:trace>
  <inkml:trace contextRef="#ctx0" brushRef="#br1" timeOffset="107715.799">9372 13616,'-5'-543,"0"497,-2 0,-2 1,-1 1,-3-1,-2 2,-2 0,-1 1,-3 0,-2-3,1-3,-3 1,-2 2,-1 1,-15-16,36 52,0 0,0 1,-1 0,0 0,-1 0,0 1,1 0,-2 1,1 0,-1 1,0-1,0 2,0-1,0 2,0-1,-1 1,1 1,-1 0,0 1,1 0,-1 0,0 1,1 0,-1 1,1 0,-6 3,-29 13,0 3,2 1,0 2,1 3,2 1,1 1,1 3,2 1,1 1,-1 5,-6 2,-59 64,4 5,-46 72,129-164,-130 149,91-110,2 2,3 3,-2 8,-150 264,128-221,6 3,5 2,5 4,5 1,6 3,0 22,19-20,6 2,3 23,8-65,-39 300,0-12,8 178,35-200,27 206,-21-521,1 1,2-1,1 0,2 0,2-1,2 0,1-1,2 0,1-1,2 0,1-1,2-1,21 25,19 0,2-2,3-4,3-2,1-4,6 0,-38-29,1-1,1-2,0-2,1-1,1-2,0-2,0-2,0-2,1-1,37-3,-35 3,0-3,0-1,0-2,-1-2,1-2,-2-2,1-2,-1-2,0-1,-2-2,0-2,0-2,-2-1,-1-3,14-10,3-18,-1-1,-3-3,-3-2,-2-2,-3-2,-2-2,-4-1,18-46,245-531,-207 447,-8-4,-9-3,-10-3,8-65,-45 96,-6-2,-9 0,-8-146,31-543,-1 238,-28 479,-6-1,-6 0,-7 1,-7 1,-30-115,19 157,-6 1,-4 1,-4 3,-5 2,-3 1,-6 4,-18-21,-98-98,168 205,0 0,0 1,-1-1,0 1,0 1,0-1,0 1,-1 0,0 1,0 0,0 0,-1 1,1 0,-1 0,0 1,-2 0,-9-1,0 1,0 0,0 2,-1 1,1 0,0 1,0 1,1 1,-1 1,1 1,0 0,0 2,0 0,-1 2,-46 32,1 4,3 1,2 4,2 2,2 2,3 3,3 2,-23 37,-56 83,7 5,9 6,-22 62,-209 501,282-631,5 3,6 3,6 1,5 2,6 2,6 1,4 14,-28 440,11 307,40-876,-12 315,2-147,7-1,9 1,16 75,-13-203,3 0,2 0,3-1,3-1,2-1,2-1,3-1,2-1,35 50,116 138,-144-195,2-2,2-1,2-2,1-2,2-2,2-2,2-1,29 14,-55-38,1-1,-1-1,2-1,-1-1,1-1,0-2,1 0,-1-1,0-1,1-2,0 0,-1-2,12-2,-13 1,-1-1,0-1,-1 0,1-2,-1-1,0 0,-1-1,0-2,0 0,-1-1,-1 0,0-2,-1 0,0-1,5-8,68-69,-3-5,-5-3,-5-4,12-28,-19 7,-6-4,-5-1,-6-4,-7-1,3-32,-39 138,43-152,-7-2,-9-2,-3-30,15-363,-24-111,-20 507,4-1196,-10 1288,-4 0,-3 0,-13-49,-1 37,-4 1,-5 1,-4 1,-43-83,71 163,-2 1,0 1,-1-1,0 2,-1-1,-1 2,-1-1,0 2,-1 0,-1 0,0 1,-1 1,0 1,0 0,-2 1,1 1,-1 0,0 2,-1 0,0 1,0 0,0 2,-1 1,1 0,-7 1,-7 5,0 1,1 2,-1 1,2 2,-1 1,1 1,0 2,1 1,1 1,1 2,-7 5,20-13,-211 126,-138 112,321-217,2 1,1 2,1 2,2 2,1 1,3 2,-10 16,-45 89,8 3,-3 23,50-105,-70 150,10 3,9 5,-6 57,44-106,-18 144,-49 456,91-550,10 1,17 216,1-338,6-1,4 0,4 0,21 56,-4-29,6-2,5-1,6-3,5-2,5-3,8 0,-18-36,5-3,59 63,-38-65,4-4,66 45,-56-45,-79-62,0 1,0-2,1 0,1-1,-1 0,2-2,-1 0,1-1,0 0,1-2,-1 0,1-1,0-1,1-1,2 0,15-7,0-1,0-2,-1-1,-1-2,1-1,-2-2,0-1,0-2,-2-2,0 0,-1-2,-2-2,0 0,-1-2,-1-2,-2 0,9-13,27-34,-3-3,-3-3,-4-2,-4-2,-3-2,-4-1,-4-3,19-76,108-391,15-196,-133 508,-10-2,-12-1,-10-22,15-1084,-27 1250,2 36,-3 0,-4 0,-2 0,-3 0,-16-58,-188-486,116 355,86 239,-1-1,-1 1,-1 1,-1 1,0 0,-1 0,0 2,-2 0,1 1,-2 0,0 2,0 0,-1 2,0 0,0 1,-1 0,-1 2,1 1,-1 1,1 0,-18 1,3 2,1 1,-1 2,1 2,-1 1,1 1,1 3,-8 3,-24 10,2 3,0 3,2 3,1 2,-24 20,37-25,11-7,2 1,0 1,2 2,0 2,2 1,1 1,1 2,2 0,1 2,1 1,-18 36,0 20,3 1,-19 76,-4 9,-28 61,-40 174,86-232,8 2,-12 164,14 243,23-254,15 11,5-277,3-1,3 0,2-1,4-1,2-1,22 42,-22-50,214 444,-55-126,-111-250,78 104,-129-203,8 15,1-1,3-1,1-2,1-1,2-2,1-1,2-2,13 7,-4-10,1-2,1-2,1-3,0-2,18 3,-52-17,0 0,0-2,0 0,0 0,0-2,1 0,-1 0,0-2,0 0,0-1,0-1,0 0,0-1,-1-1,0 0,0-1,8-6,30-22,-3-4,0-1,-3-2,-1-3,-3-1,-1-3,-3-1,-2-2,-2-1,6-18,21-47,-5-4,-5-2,-5-2,-2-19,-4 23,-11 23,-4-2,-4-1,-5 0,-4-2,-2-100,-17-1033,5-847,1 1964,-6-1,-15-78,8 154,-1 0,-3 1,-1 1,-2 1,-2 0,-2 2,-2 1,-1 0,-2 2,-1 2,-28-25,50 51,3 2,0 1,0 0,-1 0,0 1,0 0,0 0,-1 0,0 1,0 0,0 0,0 1,-1 0,1 0,-1 0,0 1,0 1,1-1,-1 1,-1 0,-434 5,407-1,0 2,0 1,0 1,1 2,0 2,1 1,0 2,1 1,1 1,0 2,2 2,0 0,1 2,1 1,-22 24,-27 20,4 3,3 3,3 3,-33 51,-293 500,174-263,136-227,6 2,6 5,6 2,-14 61,-90 316,101-269,11 3,5 45,9 86,9 387,37 112,-4-862,1 1,2-1,0 1,1-1,2 0,1 0,0-1,2 1,1-2,1 1,1-1,1-1,0 0,2 0,1-1,11 12,256 278,-249-276,1-2,1-1,2-1,1-2,1-2,1-1,2-3,0-1,14 4,-27-17,1 0,-1-2,2-2,-1 0,1-2,-1-2,1 0,0-2,-1-1,1-2,-1-1,3-2,14-5,-1-1,0-3,-1-1,-2-3,1-1,-2-2,-1-2,-1-2,-2-2,0-1,-2-2,-1-1,10-15,36-46,-4-3,-5-3,-4-4,32-68,-44 68,-6-3,-4-2,3-23,103-327,-119 281,-7-1,-9-2,-7 1,-9-1,-9-33,4-21,4-1298,-6 1413,-5 0,-5 1,-5 1,-6 1,-8-12,-4 10,-6 2,-4 2,-34-52,-15-36,-66-83,132 235,14 24,-1 1,-2 1,0 0,-2 2,0 1,-2 0,-15-9,29 24,-1 1,0 0,0 1,-1 0,1 1,-1 0,0 1,0 1,0 0,-1 0,1 2,0-1,-1 2,1 0,0 0,0 1,0 1,0 0,0 1,0 0,1 1,0 1,0 0,-9 6,-65 25,58-27,1 2,0 0,1 2,1 1,0 1,1 1,-14 13,-148 188,132-148,-2 2,3 3,3 1,4 3,-3 16,-263 553,268-562,3 2,5 2,3 2,4 1,-2 27,-46 370,52-301,-7 77,12 1,11 18,9-267,1-1,-1-1,-1 1,0-1,-1 1,-1-1,-1 1,-3 8,4-20,0-1,-1 0,0 0,0 0,0 0,0-1,0 0,-1 1,1-2,-1 1,0 0,0-1,0 0,0 0,0-1,-1 1,1-1,0 0,-1-1,1 1,-1-1,1 0,-1-1,1 1,-1-1,1 0,0 0,0-1,-1 1,1-1,0-1,0 1,0 0,1-1,-1 0,0-1,-83-36</inkml:trace>
  <inkml:trace contextRef="#ctx0" brushRef="#br1" timeOffset="108336.291">12 11703,'-5'0,"-1"5,14 7,16 0,23 4,19 14,12 1,2 1,8-6,13-1,3-6,9-6,0-6,-11-3,-16-2,-24-2</inkml:trace>
  <inkml:trace contextRef="#ctx0" brushRef="#br1" timeOffset="108765.971">98 12245,'1'7,"1"-1,0 0,0-1,1 1,0 0,0-1,0 1,0-1,1 0,0 0,0 0,0-1,1 1,0-1,-1 0,1-1,1 1,-1-1,0 0,1 0,0 0,0-1,0 0,0 0,3 0,-8-1,116 53,-63-25,1-2,2-2,0-3,1-3,1-2,1-3,0-2,1-3,6-2,-60-7,0-1,0 0,0 0,0 0,0-1,0 0,0-1,-1 1,1-1,-1-1,0 1,1-1,-2 0,1 0,0-1,-1 1,0-2,26-25</inkml:trace>
  <inkml:trace contextRef="#ctx0" brushRef="#br1" timeOffset="109486.098">1839 10563,'0'-2,"0"0,1 0,-1 1,0-1,-1 0,1 0,0 0,0 1,-1-1,1 0,-1 0,0 1,1-1,-1 0,0 1,0-1,0 1,0-1,0 1,0 0,-1-1,1 1,0 0,-1 0,1 0,-1 0,1 0,-1 0,1 0,-1 0,0 1,0-1,1 1,-1-1,0 1,0 0,1-1,-1 1,0 0,0 0,0 0,1 1,-1-1,0 0,0 1,1-1,-1 1,0-1,0 1,1 0,-1 0,1 0,-2 0,0 7,-1-1,1 1,1 0,-1 0,1 0,1 0,0 0,0 0,0 0,1 0,0 8,0 5,-1 3,-2 31,2-1,2 1,8 45,-2-73,1 0,1-1,2 0,0-1,2 0,0-1,2 0,0-1,5 3,61 104,-63-94,-1 0,-1 2,-3 0,-1 1,-1 0,-3 1,-1 0,0 25,-13 88,6-149,-1 0,0 1,0-1,-1 0,1 1,-1-1,0 0,0 0,0 0,-1-1,1 1,-1 0,0-1,0 0,0 1,0-1,-1-1,1 1,-1 0,0-1,0 0,0 0,0 0,0 0,0-1,0 1,-1-1,1 0,-1 0,1-1,-1 1,0-1,-4-2,0 0,0 0,0-1,1 0,-1 0,1-1,0 0,0-1,0 0,0 0,1-1,0 0,0 0,0 0,1-1,0 0,1 0,-1-1,1 0,1 0,-1 0,2 0,-1-1,1 1,0-1,1 0,0 0,0 0,1 0,-7-32</inkml:trace>
  <inkml:trace contextRef="#ctx0" brushRef="#br1" timeOffset="110539.844">2323 10590,'0'1194,"15"-1659,66-182,-43 471,-37 173,1-1,-1 1,1-1,0 1,0-1,1 1,-1 0,1 0,-1 0,1 1,0-1,0 0,0 1,0 0,1 0,-1 0,1 0,-1 0,1 1,0 0,-1-1,1 1,0 1,0-1,0 0,0 1,0 0,0 0,0 0,0 1,-1-1,1 1,0 0,0 0,0 0,-1 0,1 1,0 0,-1 0,0 0,1 0,-1 0,0 0,0 1,0 0,0-1,-1 1,1 0,-1 1,7 11,-1 0,-1 0,-1 1,0 0,-1 1,0-1,-2 1,0 0,-1 0,0 0,-1 0,-2 14,1-24,-2 163,-1-122,1 0,3 0,2 1,2-2,6 21,7-8,3-2,2-1,3 0,2-2,3-1,1-1,31 35,-59-81,1 0,-1 0,1 0,1-1,-1 0,1 0,0 0,0-1,1 1,0-2,0 1,0-1,0 0,1 0,-1-1,1 0,0 0,0-1,0 0,0-1,1 1,-1-2,0 1,1-1,-1 0,0-1,0 0,1 0,5-2,1-2,0 0,0 0,0-2,-1 0,0 0,0-1,-1-1,0 0,0-1,-1 0,-1-1,1-1,-2 0,0 0,0-1,-1 0,82-151,-56 85</inkml:trace>
  <inkml:trace contextRef="#ctx0" brushRef="#br1" timeOffset="111009.168">3978 9791,'-45'86,"16"12,5 1,4 0,5 2,4 0,4 0,5 1,7 53,1-76,2-1,5 0,2-1,4 0,3-1,7 8,19 63,7-3,5-2,7-3,9 1,-64-119,-5-7,1 0,1 0,0-2,1 1,0-1,0 0,13 10,-18-19,0 0,1-1,-1 1,0-1,1 0,-1 0,1-1,0 1,0-1,-1-1,1 1,0-1,0 0,0 0,0-1,-1 1,1-1,0-1,0 1,-1-1,1 0,-1 0,0-1,1 1,-1-1,0 0,-1-1,1 1,0-1,-1 0,0 0,0-1,0 1,0-2,11-27</inkml:trace>
  <inkml:trace contextRef="#ctx0" brushRef="#br1" timeOffset="112630.332">2381 10220,'10'521,"38"413,-48-883,3 0,1-1,3 1,2-1,2-1,10 23,-6-17,-25-61,-33-102,3-8,6-1,5-2,5-1,1-37,9-21,7 1,9-1,15-96,-18 265,1 0,0 0,0-1,1 1,1 0,-1 0,1 0,1 0,0 0,0 1,1-1,0 1,0 0,1 0,0 0,0 1,1-1,0 1,0 1,1-1,0 1,0 0,0 1,1 0,0 0,0 0,3 0,6 0,0 1,1 0,-1 2,1 0,-1 0,1 2,-1 0,1 2,-1 0,1 0,-1 2,0 0,7 3,-16-3,1 1,-2 0,1 0,-1 1,1-1,-2 2,1-1,-1 1,0 0,0 0,-1 1,0-1,0 1,0 0,-1 1,-1-1,0 1,0 0,2 8,19 177,-27-6,2-178,-1 0,0-1,0 0,-1 1,-1-1,1 0,-1 0,-1-1,0 1,0-1,0 0,-1-1,-1 1,1-1,-1 0,0 0,-1-1,1 0,-1-1,-7 4,0 1,0-1,0-1,-1-1,-1 0,1-1,-1 0,0-2,0 0,-1-1,1 0,-9-1,8 5,40 6,-2-2,55 40,-4 3,-1 3,-3 3,-3 3,40 52,69 86,-165-193,0 0,0 0,1-1,0 0,1 0,-1-1,1 0,1-1,-1 0,1-1,-1 0,1 0,0-1,1-1,-1 0,0 0,1-1,-1-1,1 0,-1 0,1-1,-1-1,0 0,1 0,-1-1,6-3,-5-1,0-1,0-1,-1 0,-1 0,0-1,0 0,0-1,-2 0,1-1,-2 1,1-2,-1 1,-1-1,-1 0,0 0,0-1,-1 1,-1-1,0 0,-1 0,-1 0,0 0,0 0,-2-1,0 1,-1-5,1-16</inkml:trace>
  <inkml:trace contextRef="#ctx0" brushRef="#br1" timeOffset="114086.08">2038 13302,'0'-110,"1"-52,-7 0,-8-15,-35-111,-52-157,67 303,-119-527,-41-501,176 1018,7-1,9-134,2 285,0-1,-1 0,1 0,0 0,0 0,0 0,0 0,1 0,-1-1,1 1,0 0,0 0,0 1,0-1,0 0,0 0,1 0,0 1,-1-1,1 1,0-1,0 1,0 0,1 0,-1 0,0 0,1 0,0 0,-1 1,1-1,0 1,0 0,118-8,988 23,-1016-13,0-5,0-3,0-5,-1-3,1-5,214-99,-281 111,0 2,0 0,1 2,0 1,0 1,0 1,0 1,5 2,-25 0,1 1,-1 0,1 0,-1 0,0 1,0 0,0 1,-1-1,0 1,0 1,0-1,0 1,-1 0,0 0,0 0,-1 1,0 0,0 0,0 0,-1 0,0 1,0-1,-1 1,0 0,-1-1,1 1,-1 6,0-10,65 241,21 172,-61-278,300 1381,-167-726,-152-761,3 0,0-1,3 0,0-1,2 0,1-1,17 23,-29-47,-3-6,0 0,0 1,0-1,0 0,0 1,-1-1,1 1,0 0,0-1,0 1,-1 0,1-1,-1 1,1 0,0 0,-1-1,1 1,-1 0,1 0,-1 0,0 0,1 0,-1 0,0 0,0 0,0 0,0 0,1-1,-1 1,-1 0,1 0,0 0,0 0,0 0,0 0,-1 0,1 0,0 0,-1 0,1 0,-1 0,1-1,-1 1,1 0,-1 0,0-1,1 1,-1 0,0-1,1 1,-1 0,0-1,0 1,0-1,0 1,0-1,1 0,-1 1,0-1,0 0,0 0,0 0,0 0,0 0,0 0,0 0,0 0,-334-4,-725-1,1012 5,-18 0,1 3,-1 3,-27 7,36 2,19 1</inkml:trace>
  <inkml:trace contextRef="#ctx0" brushRef="#br1" timeOffset="115539.146">2352 13074,'-1'0,"-1"1,1-1,0 1,-1-1,1 1,-1-1,1 0,0 0,-1 0,1 0,-1 0,1 0,0 0,-1-1,1 1,-1 0,1-1,0 1,-1-1,1 1,0-1,0 0,0 1,-1-1,1 0,0 0,0 0,0 0,0 0,0 0,0 0,1 0,-1-1,0 1,1 0,-1 0,0-1,1 1,0 0,-1-1,1 1,0 0,-1-1,1 1,0-1,-91-286,29 37,11-4,-1-97,39 261,-51-467,25-3,24-35,20-232,-5 811,-1 13,0 0,0-1,1 1,-1-1,1 1,0-1,0 1,1-1,-1 1,1 0,0-1,1 1,-1 0,0-1,1 1,0 0,0 0,1 0,-1 1,1-1,-1 1,1-1,0 1,1 0,-1 0,0 0,1 0,0 1,0-1,-1 1,1 0,4-1,181-9,-47 20,-1 6,7 7,36 5,68-1,1-11,37-11,-237-5,101 9,-148-5,0 1,-1 0,1 0,-1 1,0 0,0 0,0 0,0 0,0 1,-1 0,0 0,0 0,0 0,-1 1,0-1,0 1,0 0,1 4,17 45,-2 1,-3 0,-2 2,-2 0,-3 0,-3 1,-2 0,-3 3,9 697,-10-305,8-78,45 266,8-258,-59-374,-1-7,0-1,0 1,0 0,0-1,-1 1,1 0,-1-1,0 1,0 0,0 0,0-1,0 1,-1 0,1-1,-1 1,1 0,-1-1,0 1,0-1,-1 1,1-1,0 1,-1-1,1 0,-1 0,0 0,0 0,0 0,-1 1,-8 1,1 0,-1-1,0 0,0-1,0-1,0 1,0-2,-1 1,1-2,-3 0,2 1,-397-4,-439 60,437-19,366-37</inkml:trace>
  <inkml:trace contextRef="#ctx0" brushRef="#br1" timeOffset="141187.715">9973 13901,'-51'-90,"-31"-36,-5 4,-6 4,-62-59,-451-466,555 590,-7-9,-2 2,-3 3,-2 2,-37-21,78 65,-1 1,1 1,-2 1,1 1,-1 2,0 0,0 2,0 0,-1 2,1 1,-1 2,1 0,-17 4,-56 0,42-5,31-3,1 2,0 1,0 1,0 2,0 0,0 1,1 2,-23 8,13 6,0 0,2 3,1 0,0 2,2 2,1 0,2 2,-1 2,27-31,-86 104,6 5,-62 110,57-86,6-17,5 2,6 4,5 3,6 2,5 3,-24 101,39-45,9 2,4 61,21-222,-53 669,-11 113,18-345,15 125,34-577,-8 151,7 1,8-1,6 0,8-1,28 100,-25-174,5-1,3-2,4-1,3-1,36 51,-51-102,1-1,2-1,1-2,2 0,25 18,-10-8,41 38,4-3,2-5,63 33,-118-80,0-1,2-3,0-1,1-2,0-1,1-3,1-1,0-2,0-2,0-1,22-2,-44-7,-1-1,0 0,-1-1,0-1,0-1,0-1,-1 0,0-1,-1-1,0-1,0 0,-1-1,-1 0,-1-1,0-1,0 0,-2-1,0 0,3-6,86-124,-5-4,-8-4,42-105,-97 194,103-219,63-201,-104 228,26-67,66-296,-146 434,-8 0,-8-2,-2-123,-20-756,-7 613,5 296,-12-336,11 481,2 5,-1 1,0-1,-1 0,0 0,0 0,-1 0,0 0,0 1,0-1,-1 1,0-1,-1 1,0 0,0 0,-1 1,1-1,-1 1,-1 0,-1-1,-22-10,1 4</inkml:trace>
  <inkml:trace contextRef="#ctx0" brushRef="#br1" timeOffset="146377.346">7774 15928,'0'-99,"3"142,2 0,2 0,1-1,3 0,1-1,2 0,2-1,2 0,1-2,2 0,2-1,5 4,-23-31,1 0,0-1,1 1,0-1,0-1,1 0,0 0,1 0,0-1,0 0,0 0,1-1,0-1,0 0,0 0,2 0,-10-5,0 0,0 0,0 0,-1 0,1 0,0 0,0 0,0-1,0 1,0-1,-1 0,1 1,0-1,0 0,-1 0,1 0,-1 0,1 0,-1 0,1 0,-1-1,0 1,1-1,-1 1,0-1,0 1,0-1,0 0,0 1,-1-1,1 0,0 0,-1 1,1-1,-1 0,0 0,0 0,5-76,-5 70,0-3,1-34,-2 0,-2-1,-2 1,-1 1,-3-1,-1 1,-3 1,-1 0,-5-6,0 12,-1 2,-2 0,-2 1,0 2,-3 0,0 2,-8-5,29 29,-1 0,0 1,0-1,-1 2,1-1,-1 1,0 0,0 0,0 1,-1 0,1 1,-1 0,0 0,1 1,-1 0,0 0,0 1,0 1,0-1,-7 2,11 0,0 0,1 0,-1 0,1 1,0-1,0 1,0 0,0 0,0 1,1-1,-1 1,1-1,0 1,0 0,0 0,1 1,-1-1,1 1,0-1,1 1,-1 0,0 4,-19 109,19 228,29-182,-26-159,1-1,-1 0,1 1,0-1,0 0,1 0,-1 0,1 0,0 0,0-1,0 1,0-1,0 0,1 0,0 0,0 0,0 0,0-1,0 0,0 0,0 0,1 0,-1-1,1 0,-1 0,1 0,0 0,-1-1,1 0,0 0,-1 0,1 0,3-1,5-4,0 1,-1-1,1-1,-1 0,0-1,-1 0,0-1,0-1,-1 1,1-1,-2-1,0 0,0 0,-1-1,0 0,0-1,-2 0,1 0,-2 0,1-1,-2 1,0-1,0 0,-1-1,-1 1,0-3,-2-6,-1-1,-1 1,-1-1,-1 1,-1 0,-1 1,0-1,-2 1,-1 0,0 1,-2 0,0 0,-1 1,-1 1,-1 0,-14-13,18 19,0 0,-1 1,-1 1,0 0,0 0,-1 1,0 1,-1 0,0 1,0 1,0 0,-13-3,21 7,0 0,-1 1,1-1,-1 1,1 1,-1 0,0 0,1 0,-1 0,0 1,1 0,-1 1,1-1,0 1,0 1,-1-1,1 1,1 0,-1 0,0 1,1-1,-1 1,1 1,0-1,1 1,-1 0,1 0,0 0,0 0,-1 4,-6 14,2 1,0 0,2 1,0 0,2 0,1 1,1-1,1 1,1 0,1-1,2 2,-2-22,-1 20,1 1,1 0,2 0,1-1,0 1,2-1,1 0,1 0,2-1,0 0,11 19,-7-21,0 0,2-1,0-1,1-1,20 18,-30-31,0 0,0-1,1 0,-1 0,1-1,0 0,0 0,1-1,-1 0,1 0,-1-1,1 0,0 0,0-1,0-1,0 1,0-1,9-2,1-4,0-1,-1 0,0-2,0 0,-1-1,0-1,-1 0,0-1,-1-1,0-1,-1 0,-1 0,0-2,-1 1,-1-2,0 0,-1 0,-1 0,0-2,0-3,1-1,-2 1,0-1,-2-1,0 1,-1-1,-2 0,0-1,-2 1,-1 0,0 0,-2-1,-1 1,-1 0,-1 1,-5-15,9 31,-1 1,0-1,0 1,-1 0,1 0,-1 0,-1 0,1 0,-1 1,0-1,-1 1,1 0,-1 0,0 1,0-1,0 1,-1 0,1 1,-1-1,0 1,0 0,-1 1,1-1,0 1,-1 0,1 1,-1 0,0 0,1 0,-1 1,0 0,0 0,1 1,-1 0,0 0,1 0,-1 1,1 0,-6 2,-1 6,-1 0,2 1,0 0,0 1,1 0,0 1,1 0,1 0,0 1,1 1,0 0,1 0,-1 5,-7 20,2 1,1 1,3 0,1 0,2 1,2 0,2 0,2 0,2 0,3 15,-6-54,0 1,1-1,0 1,0 0,0-1,0 1,1-1,0 1,0-1,0 1,0-1,1 0,0 1,0-1,0 0,0 0,1 0,-1-1,1 1,0-1,0 1,0-1,1 0,-1 0,1 0,-1-1,1 1,0-1,0 0,0 0,1 0,-1 0,0-1,1 0,-1 0,1 0,-1 0,4-1,0-4,0-1,-1 1,0-1,0-1,-1 1,1-1,-1-1,0 1,-1-1,0 0,0 0,0-1,-1 1,0-1,0 0,-1 0,0 0,-1-1,1 1,-1-5,10-37,-3-1,-1 0,-3-1,-2 0,-3 1,-2-4,2 31,2 3,-2-1,0 1,-1-1,-1 1,-1 0,-1-1,-1 2,-1-1,-1 0,-1 1,0 0,-2 1,0 0,-1 0,-1 1,7 14,0 0,-1 0,1 1,-1 0,0 0,0 0,0 0,0 1,0 0,-1 1,1-1,0 1,-1 1,1-1,-1 1,0 0,1 0,-1 1,1 0,-1 0,1 1,0-1,-1 1,1 1,0-1,0 1,1 0,-1 0,0 1,1 0,0 0,0 0,0 1,1-1,-1 1,1 0,0 1,0-1,1 0,0 1,0 0,0 0,1 0,-1 0,1 1,-24 97,22-60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0:03.773"/>
    </inkml:context>
    <inkml:brush xml:id="br0">
      <inkml:brushProperty name="width" value="0.05" units="cm"/>
      <inkml:brushProperty name="height" value="0.05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1460 2068,'1833'0,"-1829"1,0-1,-1 1,1-1,0 0,-1 0,1 0,0-1,-1 1,1-1,0 0,-1 0,1 0,-1 0,1-1,-1 0,0 1,0-1,0 0,0 0,0-1,0 1,0-1,-1 1,1-1,-1 0,0 0,0 0,0 0,0-1,0 1,118-286,-120 286,1 1,0-1,0 0,0 1,0-1,1 1,-1-1,1 1,0-1,-1 1,1 0,0 0,0 0,0 0,0 0,1 1,-1-1,0 1,1-1,0 1,-1 0,1 0,-1 0,1 0,0 0,0 1,-1-1,1 1,0 0,0 0,0 0,0 0,-1 0,1 1,0-1,0 1,-1 0,1 0,0 0,-1 0,1 0,-1 0,1 1,-1-1,1 1,16 16,-1 0,0 2,-1 0,-1 1,-2 0,0 1,0 1,-2 0,-1 1,-2 0,1 4,130 287,-139-311,1 1,1 0,-1-1,1 1,-1-1,1 0,1 0,-1 0,0 0,1-1,0 1,0-1,0 0,0 0,0 0,1-1,0 1,-1-1,1 0,0-1,0 1,0-1,0 0,0 0,0 0,0-1,0 0,0 0,0 0,0 0,1-1,-1 0,0 0,0-1,-1 1,1-1,0 0,0 0,4-3,26-19,-1-1,-1-1,-2-2,13-15,4-2,19-16,3 4,70-45,-134 97,0 0,0 1,0-1,1 1,-1 0,1 1,0-1,0 1,0 1,1-1,-1 1,1 1,-1-1,1 1,-1 1,1-1,0 1,-1 0,1 1,0 0,-1 0,1 1,6 2,-5 4,-1 0,0 1,0 0,-1 1,0-1,-1 1,0 1,-1-1,1 1,-2 0,0 0,1 5,8 16,83 205,-93-228,46 77,-47-85,1 0,0-1,-1 0,1 1,0-1,0 0,-1 0,1-1,0 1,-1-1,1 1,0-1,-1 0,1 0,-1 0,1 0,-1 0,1-1,-1 1,0-1,0 1,1-1,-1 0,0 0,-1 0,1 0,0 0,-1-1,1 1,-1 0,0-1,1 1,-1-1,0 1,0-2,0 2,127-234,-33 66,-57 113,-37 57,1 0,-1-1,0 1,0 0,0 0,0 0,0 0,0 0,0 0,0 1,0-1,0 0,0 0,0 1,0-1,0 1,0-1,0 1,0-1,0 1,0-1,0 1,-1 0,1-1,0 1,-1 0,1 0,0 0,-1 0,1 0,-1 0,1 0,-1 0,1 0,-1 0,0 0,1 0,-1 0,0 0,0 0,0 0,0 1,9 32,-1 0,-2 0,-1 1,-2 0,-2 0,-1 10,1-10,2 157,-3-188,0 0,0-1,1 1,-1 0,1 0,0-1,0 1,0 0,1-1,-1 1,1-1,0 0,0 1,0-1,0 0,1 0,-1 0,1-1,0 1,0-1,0 1,0-1,0 0,0 0,0 0,1-1,-1 1,1-1,0 0,-1 1,1-2,0 1,2 0,43 7,0-2,0-2,1-3,-1-1,4-3,28 0,1119-6,-1196 8,-1 0,1 1,0-1,0 1,0-1,0 1,0 1,0-1,0 0,0 1,0 0,0 0,0 0,0 0,0 1,-1 0,1-1,-1 1,1 0,-1 1,0-1,0 1,0-1,0 1,0 0,0 0,-1 0,0 1,1-1,-1 0,-1 1,1 0,0-1,-1 1,0 0,1 1,23 200,-25-202,1 849,-7-425,6-242,0-140</inkml:trace>
  <inkml:trace contextRef="#ctx0" brushRef="#br0" timeOffset="384.869">6082 4265,'20'0,"30"0,36 5,18 2,21-1,27-1,27-1,17-2,4-1,-3 0,-29-1,-35 0,-34-1,-35 1</inkml:trace>
  <inkml:trace contextRef="#ctx0" brushRef="#br0" timeOffset="719.77">5883 4807,'8'7,"0"-2,0 1,0-1,1 0,-1-1,1 0,0 0,1-1,-1 0,1 0,-1-1,1-1,0 0,-1 0,5-1,31 7,415 63,69-14,261-39,-733-18</inkml:trace>
  <inkml:trace contextRef="#ctx0" brushRef="#br0" timeOffset="1089.395">7110 5008,'-5'0,"-6"14,-2 30,2 40,3 41,-8 28,-5 21,-4 12,2-3,5-18,0-7,5-21,3-29,4-19,2-14,-16-16,-6-17</inkml:trace>
  <inkml:trace contextRef="#ctx0" brushRef="#br0" timeOffset="1490.253">5911 6691,'-5'0,"18"5,21 6,30 6,22 6,31 8,11-1,7-1,-5-5,-9-7,-21-6,-23-5,-19-4,-10-2,-12-6,-14-2</inkml:trace>
  <inkml:trace contextRef="#ctx0" brushRef="#br0" timeOffset="1874.372">5911 6691,'-9'19,"34"166,-15-140,9 41,3 0,3-2,12 19,-35-96,1 0,0-1,0 0,1 1,-1-1,1 0,1-1,-1 1,1-1,0 0,0 0,0 0,1-1,0 0,0 0,0 0,0-1,0 0,1 0,-1-1,1 1,0-2,1 1,31 1,1-2,-1-1,1-3,-1-1,0-2,0-1,0-2,-1-2,-1-1,0-3,5-3,98-45,-98 37</inkml:trace>
  <inkml:trace contextRef="#ctx0" brushRef="#br0" timeOffset="2863.369">5170 583,'0'69,"1"99,-8 0,-11 35,-19-55,36-145,0 0,0 0,0-1,0 1,0 0,-1-1,0 1,1-1,-1 1,0-1,0 0,0 1,0-1,-1 0,1 0,0-1,-1 1,0 0,1-1,-1 0,0 0,0 0,0 0,1 0,-1 0,0-1,0 1,0-1,0 0,0 0,0 0,-1 0,1 0,0-1,1 1,-1-1,0 0,0 0,0 0,0 0,1-1,-1 1,0-1,1 0,-1 0,-9-10,0-2,1 0,0 0,1-1,0 0,2-1,0 0,0 0,2-1,-3-8,-14-42,3-1,3-1,3 0,3-1,4-1,2 1,3-5,1 51,1 0,0-1,2 1,1 0,1 0,1 1,2-1,0 1,1 0,1 1,1 0,1 0,1 1,1 1,0 0,2 1,0 0,2 1,0 1,0 0,19-12,-19 19,2 0,-1 1,1 1,0 0,1 2,0 0,0 1,0 2,0 0,1 0,0 2,-1 1,1 1,-1 0,1 1,-1 2,1 0,-1 1,4 2,-13 1,0 0,0 1,-2 0,1 0,-1 1,0 0,-1 1,0 0,-1 0,0 1,-1 0,0 0,-1 0,0 1,-1 0,0-1,-1 2,-1-1,0 0,-1 0,0 1,-1-1,-1 1,0-1,-3 13,3-15,-1-1,-1 0,0 0,0-1,-1 1,0-1,0 1,-1-1,-1 0,0-1,0 1,0-1,-1-1,0 1,-1-1,1 0,-1-1,-1 0,1 0,-1-1,0 0,-9 4,-12 3,-1 0,0-2,0-1,-1-2,0-1,-22 1,51-7,0-1,0 1,0 0,0 0,0 0,0 1,0-1,0 1,0-1,0 1,0 0,1 0,-1 0,0 1,1-1,-1 1,1-1,-1 1,1 0,0 0,-1 0,1 0,0 1,0-1,1 0,-1 1,0-1,1 1,0 0,-1-1,1 1,0 0,1 0,-1 0,0 0,1 0,0 0,-1 0,1 0,0 0,1 0,-1 0,0 0,1 0,0-1,0 3,7 17,2 0,0-1,2 0,0 0,1-2,1 1,1-2,0 0,2-1,9 8,261 248,-245-237,1-2,2-2,0-2,2-2,2-2,0-2,2-3,0-1,24 4,-34-16,1 0,0-3,0-2,27-1,1-3</inkml:trace>
  <inkml:trace contextRef="#ctx0" brushRef="#br0" timeOffset="3811.501">9137 4209,'0'-14,"1"9,0 0,-1-1,0 1,0 0,0 0,0-1,-1 1,0 0,0 0,-1 0,1 0,-1 0,0 0,0 1,-1-1,1 0,-1 1,0 0,0 0,-1 0,1 0,-1 0,-2-1,-21-9,0 1,-1 2,-1 1,0 1,0 1,-1 2,0 1,0 1,0 2,-1 1,1 1,0 1,-18 5,33-7,0 2,1 0,-1 0,0 2,0 0,1 0,0 2,0-1,0 2,0 0,1 1,0 0,0 1,-9 7,2 5,2 0,0 1,2 1,0 1,2 0,0 1,2 1,0 0,2 0,1 1,1 0,1 1,-3 25,7-29,0 0,2 0,1 0,1 0,1 0,1 0,1 0,1 0,1-1,1 0,1 0,0 0,2-1,1-1,0 0,2 0,0-1,1 0,5 4,6 5,0-1,2-2,1 0,1-2,1-1,0-1,2-2,1-1,0-1,1-2,29 8,-33-13,0-2,1-2,0 0,0-3,0 0,0-2,1-1,-1-1,0-2,0-2,0 0,0-2,-1-1,18-8,37-37,-57 28</inkml:trace>
  <inkml:trace contextRef="#ctx0" brushRef="#br0" timeOffset="6888.981">7053 2581,'-5'-5,"3"-6,12-11,29-21,21-9,26 0,31-5,45 2,48-5,37-1,25 9,1 9,-28 12,-45 10,-47 5,-45 0,-40 3</inkml:trace>
  <inkml:trace contextRef="#ctx0" brushRef="#br0" timeOffset="7304.874">9194 1782,'-3'1,"0"1,0 0,0 0,0 0,1 0,-1 0,1 0,-1 1,1-1,0 1,0 0,0 0,0 0,1 0,-1 0,1 0,0 0,0 0,0 0,0 1,0-1,1 2,-2 0,-10 38,2 0,2 1,2-1,2 2,2-1,2 20,-1-60,0 0,1 1,0-1,0 1,0-1,0 0,1 1,-1-1,1 0,0 0,1 1,-1-1,1 0,-1 0,1 0,1 0,-1-1,0 1,1-1,0 1,0-1,0 0,0 0,0 0,1 0,-1-1,1 1,0-1,-1 0,1 0,0 0,1-1,-1 0,0 1,0-1,0-1,1 1,-1 0,1-1,-1 0,0 0,1-1,3 0,-1-3,-1-1,1 0,-1-1,0 0,-1 0,1 0,-1 0,0-1,-1 0,1 0,-1 0,-1 0,1-1,-2 0,1 1,-1-1,0 0,0-1,-1 1,1-7,14-88,-5 0,-4-1,-4 0,-8-49,4 103</inkml:trace>
  <inkml:trace contextRef="#ctx0" brushRef="#br0" timeOffset="7739.181">9451 583,'23'22,"77"163,294 681,-380-837,-6-9,1 0,1-1,1-1,0 0,1 0,1-1,4 3,-15-19,-1 0,0 0,0-1,1 1,-1 0,1-1,-1 1,0-1,1 1,-1-1,1 0,0 1,-1-1,1 0,-1 0,1 0,-1 0,1 0,-1-1,1 1,-1 0,1-1,-1 1,1-1,-1 0,0 1,1-1,-1 0,0 0,1 0,-1 0,0 0,0 0,0 0,0 0,0 0,0-1,0 1,-1 0,1-1,0 1,-1 0,1-1,-1 1,1-1,-1 1,0-1,1 1,-1-1,0 1,0-1,0 1,0-1,0 1,-1-1,1 0,29-222,79-684,-94 785,-2 29</inkml:trace>
  <inkml:trace contextRef="#ctx0" brushRef="#br0" timeOffset="9089.01">10763 1325,'-4'0,"1"1,-1-1,0 0,1 1,-1 0,0 0,1 0,-1 0,1 1,-1-1,1 1,0 0,0 0,-1 0,1 0,1 1,-1-1,0 1,1 0,-1 0,1-1,0 2,0-1,0 0,0 0,1 1,-1-1,1 1,0-1,0 1,0 0,0-1,1 1,-1 0,1 0,-13 67,3 1,4 1,2-1,5 54,0-82,-2 0,10 81,-9-124,1-1,-1 1,0 0,0-1,1 1,-1-1,0 1,1 0,-1-1,0 1,1-1,-1 1,1-1,-1 1,1-1,-1 1,1-1,0 0,-1 1,1-1,-1 0,1 1,0-1,-1 0,1 0,0 0,-1 0,1 1,0-1,-1 0,1 0,0 0,-1 0,1-1,0 1,0 0,-1 0,1 0,-1 0,1-1,0 1,-1 0,1-1,0 1,-1 0,1-1,-1 1,1-1,-1 1,1-1,-1 1,1-1,-1 1,0-1,1 0,-1 1,0-1,1 1,-1-1,0 0,0 0,29-43,-4-8,-2-2,-2-1,-3 0,-3-2,-2 1,-2-2,3-57,-13 111,0-1,0 0,0 1,0-1,-1 0,0 1,0-1,0 0,0 0,-1 1,0-1,0 0,0 1,0-1,-1 1,0-1,0 1,0 0,0 0,-1 0,0 0,0 0,0 0,0 1,0 0,-1-1,1 1,-1 0,0 1,0-1,0 1,0 0,-1 0,1 0,0 0,-4 0,0 0,0 1,-1 0,1 1,-1 0,1 0,-1 1,1 0,-1 0,1 1,0 0,0 0,0 1,0 0,0 1,-2 1,85-62,-2-2,42-48,104-85,-215 188,0 0,0 0,0 0,0 0,1 0,-1 1,1-1,0 1,-1 0,2 0,-1 1,0 0,0 0,1 0,-1 0,1 1,0 0,-1 0,1 1,0-1,-1 1,1 1,0-1,0 1,-1 0,1 0,-1 0,1 1,4 2,0 5,0 0,-1 1,-1 0,1 1,-2-1,1 2,-2-1,0 1,0 0,-1 0,3 10,135 433,-114-376,-30-78,1 0,0 1,0-1,0 0,0 0,0 0,0 0,1 0,-1 0,0 0,0 0,1 0,-1 0,1 0,-1 0,1 0,-1 0,1 0,0 0,-1 0,1 0,0 0,0-1,-1 1,1 0,0-1,0 1,0 0,0-1,0 1,0-1,0 0,0 1,0-1,0 0,0 1,0-1,1 0,-1 0,0 0,0 0,0 0,0 0,0-1,0 1,0 0,0 0,0-1,0 1,0-1,0 1,0-1,0 1,0-1,0 0,0 1,0-1,0 0,-1 0,1 1,0-1,-1 0,1 0,0 0,-1 0,1 0,8-18,-1-1,-1 0,0 0,-2 0,0-1,0-12,28-91,-33 123,0 1,0-1,0 0,0 0,0 0,0 1,0-1,0 0,1 0,-1 1,0-1,0 0,1 0,-1 1,0-1,1 0,-1 1,1-1,-1 0,1 1,-1-1,1 1,-1-1,1 1,0-1,-1 1,1-1,0 1,-1 0,1-1,0 1,0 0,-1 0,1 0,0-1,0 1,-1 0,1 0,0 0,0 0,0 0,-1 0,1 0,0 1,0-1,-1 0,1 0,0 0,0 1,-1-1,1 1,0-1,-1 0,1 1,0-1,-1 1,1-1,-1 1,1 0,-1-1,1 1,-1-1,1 1,-1 0,0 0,1-1,-1 1,0 0,0-1,1 2,70 177,-70-177,-2-1,1 1,0-1,0 1,0-1,1 1,-1-1,0 1,0-1,1 0,-1 1,1-1,0 1,-1-1,1 0,0 0,0 1,-1-1,1 0,0 0,0 0,0 0,1 0,-1 0,0 0,0 0,0 0,1-1,-1 1,0 0,1-1,-1 1,1-1,-1 0,1 1,-1-1,1 0,-1 0,1 0,-1 0,0 0,1 0,-1-1,1 1,-1 0,1-1,-1 1,1-1,-1 1,0-1,2 0,7-15,-1 0,0 0,-1-1,-1 0,0 0,-2-1,0 0,3-17,17-91,-6-2,-5-1,-6 0,-7-91,-2 213,1 15,-2 28,2 123,7-1,7 0,7-1,6-1,26 70,-43-185,2 0,2 0,2-1,1-1,12 17,-1-15</inkml:trace>
  <inkml:trace contextRef="#ctx0" brushRef="#br0" timeOffset="9414.143">12075 1355,'10'0,"8"0,6-5,8-2,4 1,1-4,3 0,5-4,0-3,-4 0,-8 4</inkml:trace>
  <inkml:trace contextRef="#ctx0" brushRef="#br0" timeOffset="17648.306">7480 2495,'184'-2,"0"-8,143-28,-133 6,-1-9,-2-8,-3-8,151-69,-225 76,-107 54,-119 76,-113 63,-7-9,-217 88,63-75,-59 26,330-142,75-21</inkml:trace>
  <inkml:trace contextRef="#ctx0" brushRef="#br0" timeOffset="18817.658">9137 1926,'2'381,"-2"-357,1-1,2 1,0-1,1 0,2 0,0-1,2 1,0-1,1-1,1 1,1-2,1 0,1 0,1-1,1 0,0-2,2 1,70 27,-84-44,0 0,0-1,0 1,0-1,0 1,0-1,0 0,0 0,0 0,0 0,0-1,0 1,0-1,0 0,0 0,0 0,0 0,0-1,0 1,-1-1,1 0,-1 1,1-1,-1 0,0-1,1 1,-1 0,0-1,1-1,1-7,1-1,-2 0,0 0,0 0,-1 0,0-1,-1 1,-1-1,0 1,0-1,-2-2,2-5,1-9,-2 0,-1 0,-1 0,-1 0,-2 0,-1 1,-1 0,-9-21,13 39,0 0,0 0,-1 0,0 1,0 0,-1 0,-1 0,1 0,-2 1,1 1,-1-1,0 1,0 0,-1 1,0 0,0 0,-1 1,1 0,-1 1,-8-3,11 4,0 1,1 0,-1 0,0 0,0 1,0 0,0 0,0 1,0 0,0 0,0 1,0 0,0 0,0 1,0 0,0 0,1 0,-1 1,1 0,0 0,-1 1,1-1,1 1,-1 1,1-1,-1 1,1 0,-3 4,-1 12,1 1,1 0,1 0,1 1,0-1,2 1,1 0,1 0,0 0,4 21,-3-36,7 71,-7-79,0-1,-1 1,1 0,0-1,0 1,0-1,0 1,0-1,0 1,0 0,0-1,0 1,0-1,0 1,0-1,0 1,0 0,0-1,1 1,-1-1,0 1,0 0,0-1,1 1,-1-1,0 1,1 0,-1-1,0 1,1 0,-1 0,0-1,1 1,-1 0,0 0,1-1,-1 1,1 0,-1 0,0 0,1 0,-1 0,1 0,-1 0,1 0,-1 0,1 0,-1 0,0 0,1 0,-1 0,1 0,-1 0,1 0,-1 0,0 1,1-1,-1 0,12-143,-10 98</inkml:trace>
  <inkml:trace contextRef="#ctx0" brushRef="#br0" timeOffset="35886.653">9650 6548,'15'0,"43"0,41 0,23 0,20 0,30 0,14 0,5 0,-11 0,-11-5,-30-1,-34-5,-29-5,-29-10,-21 0</inkml:trace>
  <inkml:trace contextRef="#ctx0" brushRef="#br0" timeOffset="36236.419">11020 6377,'-2'1,"-1"-1,1 1,-1 1,1-1,0 0,-1 0,1 1,0 0,0-1,0 1,0 0,0 0,0 0,0 0,1 0,-1 1,1-1,0 0,0 1,-1-1,2 1,-1-1,0 1,0-1,1 1,-1 1,-11 47,2 1,3 0,1 0,3 0,3 27,-1-32,-1 995,2-1020,11 50,1-65</inkml:trace>
  <inkml:trace contextRef="#ctx0" brushRef="#br0" timeOffset="36588.687">11448 7005,'9'0,"19"9,8 14,14 41,2 25,8 21,-2 1,-6 7,-12-8,-13-7,-6-7,-1-15,-5-16,-10-20,-5-17</inkml:trace>
  <inkml:trace contextRef="#ctx0" brushRef="#br0" timeOffset="36986.122">11506 7119,'0'-5,"4"-1,12 0,8 1,5 1,1 2,17 1,8-5,1-10,0-12,-4-7,-7-2,-5 1,-6 1,-7 7</inkml:trace>
  <inkml:trace contextRef="#ctx0" brushRef="#br0" timeOffset="37323.046">11676 7691,'10'0,"27"0,17 0,5 0,1 0,-4 0,-2 0,-5 0,3-5,-2-7,-1-10,-2-12,-10 0</inkml:trace>
  <inkml:trace contextRef="#ctx0" brushRef="#br0" timeOffset="37712.511">12703 7404,'10'0,"18"0,18 0,16 0,8 0,1 0,27 0,12 0,2 0,-9 0,-12 0,-22 0</inkml:trace>
  <inkml:trace contextRef="#ctx0" brushRef="#br0" timeOffset="38096.176">12504 7890,'10'0,"27"0,27 0,31 0,25 0,25 0,-2 0,-1-5,-21-2,-25 1,-24 1,-24 1</inkml:trace>
  <inkml:trace contextRef="#ctx0" brushRef="#br0" timeOffset="39021.922">14273 8346,'-1'1,"1"1,0-1,0 1,0-1,0 1,0-1,0 1,1-1,-1 0,0 1,1-1,-1 1,1-1,-1 0,1 1,0-1,0 0,-1 0,1 0,0 1,0-1,0 0,0 0,0 0,1 0,-1-1,0 1,0 0,1 0,-1-1,0 1,1-1,-1 1,0-1,1 0,-1 1,1-1,-1 0,2 0,228 18,-170-18,1463 1,1512-2,-2825 16,-151 3</inkml:trace>
  <inkml:trace contextRef="#ctx0" brushRef="#br0" timeOffset="42585.7">19554 9317,'1'602,"0"-579,0-1,2 0,1 0,1-1,1 1,0-1,2 0,0 0,2-1,0 0,1-1,1 0,1-1,0 0,2-1,0-1,4 3,-15-16,1 1,0-1,0 0,0 0,0-1,0 1,0-1,1 0,-1-1,1 1,0-1,-1 0,1 0,0-1,0 0,0 0,-1 0,1-1,0 0,-1 0,1 0,0-1,-1 0,0 0,1 0,-1-1,0 1,0-1,0-1,0 1,-1-1,0 1,4-5,150-120,-9 15,-128 89</inkml:trace>
  <inkml:trace contextRef="#ctx0" brushRef="#br0" timeOffset="45251.782">19809 9231,'-6'0,"0"0,-1 1,1 0,0 0,0 1,-1 0,1 0,0 0,0 1,1-1,-1 1,1 1,-1-1,1 1,0 0,0 0,1 1,-1-1,1 1,0 0,0 0,1 1,-1-1,1 1,1-1,-2 3,-44 167,43-150,-10 51,4 1,3 0,3 1,4 39,1-109,1-1,0 0,0 0,0 1,1-1,0 0,0 0,1 0,0-1,0 1,1-1,0 1,0-1,0 0,1-1,0 1,0-1,0 0,1 0,1 1,19 15,-16-10,1-1,1-1,0 0,0 0,1-1,0-1,0 0,1-1,-1 0,1-1,1-1,-1 0,3 0,238-4,-250 0,-1 0,0 0,0 0,0 0,0 1,1 0,-1 0,0 0,0 0,0 1,-1 0,1-1,0 1,0 1,-1-1,0 0,1 1,1 2,-30 14,-135-8,150-12,0-1,1 0,-1 0,0-1,1 0,-1-1,1 0,0 0,0-1,1 0,-1-1,1 1,0-2,1 1,-1-1,1 0,1-1,0 0,0 0,-3-5,-8-15,1-1,1-1,2 0,0-1,-4-21,-4-26,3-2,4 0,3-1,4 0,3 0,5-52,-1 118,0-1,1 1,1 0,0 0,1 0,0 0,1 0,1 0,0 1,1 0,1 0,5-7,-5 16,0 1,0 0,1 0,-1 1,1-1,0 2,0-1,1 1,-1 1,0-1,1 1,-1 1,0 0,1 0,-1 0,1 1,-1 0,0 1,5 1,-9-2,0-1,-1 1,1-1,0 1,-1 0,1 0,-1 1,1-1,-1 1,0-1,1 1,-1 0,0 1,0-1,0 0,-1 1,1 0,0-1,-1 1,0 0,0 0,0 1,0-1,0 0,-1 1,1-1,-1 1,0-1,0 1,0-1,-1 1,1 0,-1 0,0-1,0 1,0 0,-1 3,-4 8,0-1,-1 1,0-2,-2 1,1-1,-2 0,0 0,0-1,-1 0,0-1,-12 9,7-3,-75 68,-43 54,124-121,2 0,0 0,1 1,1 0,0 0,2 1,0-1,1 1,1-1,1 1,1 0,0-1,5 20,-2 30,-1-47,1-1,0 0,2 0,0-1,1 1,2-1,0-1,0 0,2 0,1-1,2 3,-8-13,1 0,-1 0,2 0,-1-1,1 0,0-1,1 0,0 0,0 0,0-1,0-1,1 0,-1 0,1 0,0-1,1-1,9 2,185 2,-161-7,23-11,-67 12,1 0,-1 0,1 0,-1-1,1 1,-1 0,1 0,-1 0,1-1,-1 1,1 0,-1 0,0-1,1 1,-1 0,1-1,-1 1,0-1,1 1,-1 0,0-1,0 1,1-1,-1 1,0-1,0 1,0-1,0 1,0-1,1 1,-1-1,0 1,0-1,0 1,0-1,0 1,-1-1,1 1,0-1,0 1,0-1,0 1,0-1,-1 1,1-1,0 1,0-1,-1 1,1 0,0-1,-1 1,1 0,0-1,-1 1,1 0,-1-1,1 1,-1 0,1 0,-1-1,1 1,0 0,-1 0,1 0,-1 0,0 0,-34-13,6 6,-8-1,0-2,1-1,0-2,1-2,1-1,-11-7,17 6,2-1,1-1,0-1,1-1,2-1,0-1,1-1,1-1,2-1,0 0,2-1,1-1,1-1,1 0,1-4,-4-33,2 0,4-1,2 0,4-1,2 1,7-55,14-35,-18 151,0 1,1-1,0 0,1 1,-1-1,1 1,0 0,0 0,1 0,-1 0,1 1,0-1,1 1,-1 0,1 0,-1 0,1 1,0 0,1 0,-1 0,0 1,1-1,0 1,5-1,9 0,0 1,1 1,-1 1,1 1,-1 0,19 5,-38-7,1 1,0 0,-1 1,1-1,0 0,-1 0,1 1,0-1,-1 1,1 0,0-1,-1 1,1 0,-1 0,0 0,1 0,-1 0,0 0,1 0,-1 0,0 1,0-1,0 0,0 1,0-1,0 1,-1-1,1 1,0 0,-1-1,1 1,-1-1,0 1,1 0,-1 0,0-1,0 1,0 0,0-1,-1 1,1 0,0-1,-1 1,1 0,-1-1,1 1,-1-1,0 1,0 0,1-1,-1 0,0 1,-1 0,-142 190,93-132,43-50,1 1,0-1,1 1,0 1,1-1,0 1,1 0,1 0,-1 0,2 1,0-1,0 1,1-1,1 1,0 6,5 276,-6-282,0-1,1 1,0-1,0 1,2-1,-1 1,2-1,0 0,0 0,1 0,0 0,1-1,1 1,0-1,0 0,1-1,0 0,1 0,0 0,1-1,0-1,0 1,1-1,0-1,0 0,1 0,0-1,0 0,25 2,0-2,0-1,1-2,-1-2,1-1,27-4,-15 2,113-25,-133 16</inkml:trace>
  <inkml:trace contextRef="#ctx0" brushRef="#br0" timeOffset="40945.807">17669 9802,'-1'-1,"1"0,-1 0,0-1,1 1,-1 0,0 0,0 0,0 0,0 1,0-1,0 0,0 0,0 0,0 1,0-1,0 1,0-1,-1 1,1-1,0 1,0-1,-1 1,1 0,0 0,-1 0,1 0,0 0,-1 0,1 0,0 0,0 1,-1-1,1 0,0 1,0-1,-1 1,1-1,0 1,0 0,0-1,0 1,0 0,0 0,0 0,0 0,-3 5,0 1,0 0,0 0,1 0,0 0,1 0,-1 0,1 1,1 0,0-1,0 1,0 0,1-1,0 1,0 0,1-1,0 1,2 5,6 17,1-1,1 0,2-1,0 0,2-1,2 0,0-2,10 11,57 97,-9 32,-74-163,0 0,0 0,-1 1,1-1,0 0,-1 0,0 1,1-1,-1 0,0 1,0-1,0 0,-1 0,1 1,-1-1,1 0,-1 0,1 1,-1-1,0 0,0 0,0 0,-1 0,1 0,0 0,-1 0,1-1,-1 1,0 0,1-1,-1 1,0-1,0 0,0 0,0 0,0 0,0 0,0 0,0 0,-1 0,1-1,0 1,0-1,-1 0,-1 0,-14 4,0-1,0-1,0-1,0-1,0 0,0-2,0 0,0 0,0-2,1 0,-16-7,-15-10</inkml:trace>
  <inkml:trace contextRef="#ctx0" brushRef="#br0" timeOffset="41896.31">17983 9488,'1'0,"1"-1,-1 0,1 1,0 0,-1-1,1 1,0 0,-1 0,1 0,0 0,-1 0,1 0,0 0,-1 1,1-1,0 1,-1-1,1 1,-1 0,1-1,-1 1,1 0,-1 0,0 0,1 0,-1 0,0 0,0 1,0-1,0 0,0 1,0-1,0 0,0 1,0-1,-1 1,1 0,-1-1,1 1,-1-1,1 1,-1 0,0-1,0 1,0 0,0-1,0 1,0 0,-1 0,35 115,-6 1,-4 1,-6 0,-5 2,-6 0,-7 111,-3-182,-12-55,2-22,2 0,1-1,1 0,1-1,2 0,1 0,-1-18,4 33,-19-174,8 0,12-150,1 313,-2 14,1 1,1-1,0 0,1 1,0-1,0 0,1 1,1-1,0 1,0 0,1 0,0 0,1 0,0 1,3-5,-3 11,0 0,0 0,0 1,0 0,0 0,0 0,0 1,1 0,-1 0,0 0,1 0,-1 1,1 0,-1 0,1 1,-1 0,1-1,-1 2,0-1,1 1,-1-1,0 2,0-1,0 0,-1 1,1 0,0 0,-1 0,0 1,0 0,0-1,0 1,-1 1,3 2,4 14,0 0,-2 0,0 1,-2 0,0 0,-1 1,-2 0,0 0,-1 0,-2 0,0 0,-1 0,-3 8,4-10,0-21,0 7,1 0,-1 0,-1-1,1 1,-1 0,0 0,-1-1,0 1,0 0,0-1,-1 0,1 0,-2 0,1 0,-1 0,-3 5,-5 1,9-10,0 0,0 0,1 1,-1-1,1 1,0-1,-1 1,1 0,1 0,-1 0,0 0,1 0,-1 1,1-1,0 0,0 1,0-1,1 1,-1-1,1 1,0-1,0 1,0 2,7 12,-1-1,2 0,1 0,0-1,0 0,2-1,0 0,1 0,0-1,1-1,8 6,-15-12,5 5,-1 0,2 0,0-1,0 0,1-1,0 0,1-1,0-1,1 0,-1-1,2-1,-1 0,0-1,1-1,0 0,0-1,2 0,-2-4,0 0,0-1,0-1,0-1,-1 0,0 0,1-2,-2 0,1-1,-1 0,0-1,0-1,-1 0,10-9,17-17</inkml:trace>
  <inkml:trace contextRef="#ctx0" brushRef="#br0" timeOffset="39543.853">15614 9089,'-5'9,"-1"33,0 33,1 19,2 22,1 11,1 13,0-8,16 8,4-15,0-19,-4-18,-4-19,-4-21</inkml:trace>
  <inkml:trace contextRef="#ctx0" brushRef="#br0" timeOffset="39917.1">16185 9915,'5'-4,"16"-3,15 1,10 2,2 0,3 2,3 6,1 2,7-1,1 0,6-1,0-2,-7 0,-9-2,-8 0,-8 0,-5 0,-7 0</inkml:trace>
  <inkml:trace contextRef="#ctx0" brushRef="#br0" timeOffset="40306.553">16585 9574,'0'5,"0"11,5 27,6 31,1 17,-1 3,-2-1,-4 5,-1 4,-3-1,0-12,-1-17,-1-20</inkml:trace>
  <inkml:trace contextRef="#ctx0" brushRef="#br0" timeOffset="12708.651">21636 813,'5'0,"11"0,3 0</inkml:trace>
  <inkml:trace contextRef="#ctx0" brushRef="#br0" timeOffset="10208.738">15785 13,'-9'5,"1"1,27 5,24 0,34-1,19-3,22-2,15-2,14-2,1-1,-14 0,-26-1,-26 1,-27 0</inkml:trace>
  <inkml:trace contextRef="#ctx0" brushRef="#br0" timeOffset="10528.771">16442 70,'-9'14,"-4"30,-14 46,-2 21,3 22,2 27,0 30,-6 12,2-19,2-31,-1-36,6-34,5-25,1-22,-7-18,0-16,5-9</inkml:trace>
  <inkml:trace contextRef="#ctx0" brushRef="#br0" timeOffset="11118.351">17926 440,'-1'6,"0"-1,-1 0,0 0,0-1,0 1,0 0,-1-1,0 1,1-1,-2 0,1 0,0 0,-1 0,-4 3,3-1,-37 29,-1-2,-1-1,-2-3,-1-1,-1-3,-1-2,-1-1,-49 12,85-29,-592 214,587-212,1 0,0 1,1 1,-1 1,2 1,-1 0,2 1,-1 1,2 0,-13 14,25-23,-1 0,0-1,1 1,0 0,0 0,0 0,1 1,-1-1,1 0,0 1,0-1,1 0,-1 1,1-1,0 1,0-1,1 1,-1-1,1 1,0-1,0 1,0-1,1 0,-1 0,1 0,0 0,0 0,1 0,-1 0,1-1,1 2,9 4,0 0,0-2,0 0,1 0,0-1,0-1,1 0,0-1,0 0,4-1,274 56,-201-46,0 4,-1 4,-1 4,-2 4,0 4,-2 3,33 22,-21-7,-79-46</inkml:trace>
  <inkml:trace contextRef="#ctx0" brushRef="#br0" timeOffset="11613.583">18954 327,'-3'15,"1"0,-2 0,0 0,0 0,-2-1,1 0,-2 0,0 0,-1-1,0 0,-1-1,-2 2,9-10,-31 37,-2-2,-1-1,-1-1,-3-3,-1-1,-1-2,-36 19,24-12,-59 34,-76 60,183-127,1-1,0 1,0 0,0 0,1 1,0 0,0-1,0 1,1 1,-1-1,2 0,-1 1,1 0,0-1,0 1,1 0,0 0,0 0,0 0,1 0,0 0,1 0,-1 0,2 0,-1 0,1 0,-1 0,2-1,-1 1,1-1,0 1,1-1,0 1,18 24,2-1,2-1,0-1,2-1,16 11,-40-35,50 40,2-3,2-2,1-3,9 2,-30-16,-12-8,0-1,1-2,0 0,0-2,1-1,14 1,-8-2</inkml:trace>
  <inkml:trace contextRef="#ctx0" brushRef="#br0" timeOffset="12423.61">19410 413,'214'42,"-69"-29,0-6,65-9,-84 0,-69 0,97 10,-152-7,1 0,-1-1,0 1,0 0,0 0,1 0,-1 1,0-1,0 0,0 1,-1-1,1 1,0 0,-1 0,1 0,-1-1,1 1,-1 0,0 1,0-1,0 0,0 0,0 0,0 1,-1-1,1 0,-1 1,0-1,1 1,-1-1,0 0,0 1,-1-1,1 1,0-1,-1 0,0 1,1-1,-1 0,-1 2,-45 94,47-97,-65 99,37-60,2 2,1 0,3 2,1 0,-1 10,11-19,2 0,1 1,2-1,2 1,0 33,3-66,1 0,-1 0,1 1,0-1,0 0,1 1,-1-1,1 0,-1 0,1 0,0 0,0 1,0-1,1 0,-1-1,1 1,0 0,0 0,0-1,0 1,0-1,0 1,1-1,-1 0,1 0,-1 0,1-1,0 1,0 0,0-1,0 0,0 0,0 0,0 0,1 0,-1-1,0 1,0-1,1 0,-1 0,3 0,9-2,0 0,0-1,-1-1,0 0,1-1,-2 0,1-2,-1 1,6-5,27-17,-2-2,-1-2,-1-2,-2-2,-1-1,30-39,-20 21</inkml:trace>
  <inkml:trace contextRef="#ctx0" brushRef="#br0" timeOffset="38561.588">15815 6519,'5'-4,"11"-3,12 16,22 39,2 37,1 32,-7 25,-8 33,-5 16,-3-1,-7-13,-7-27,-7-34,-4-32,-3-25,-12-23,-4-18</inkml:trace>
  <inkml:trace contextRef="#ctx0" brushRef="#br0" timeOffset="47636.551">21237 1982,'0'-5,"9"4,9 11,11 33,9 29,0 21,2 10,-6 6,-3 5,-7-3,-4-1,-4-5,5-9,-2-18,2-7,1-5,2-10,-3-14</inkml:trace>
  <inkml:trace contextRef="#ctx0" brushRef="#br0" timeOffset="48055.155">20581 3581,'10'0,"12"5,18 1,16 9,28 3,33-2,36-4,6-4,6-4,13-1,20-2,16-11,-1-8,-11-7,-16 2,-30 5,-36 5,-39 4</inkml:trace>
  <inkml:trace contextRef="#ctx0" brushRef="#br0" timeOffset="48405.254">21864 4322,'0'5,"5"2,7-1,15-1,18-2,26 0,34-2,39-1,28 0,5 0,-14 0,-24 0,-27-1,-31 1</inkml:trace>
  <inkml:trace contextRef="#ctx0" brushRef="#br0" timeOffset="48675.222">22806 4579,'0'24,"0"38,0 27,0 13,0 13,0 3,0-6,0-15,0-16,0-17,0-13,10-21,3-16</inkml:trace>
  <inkml:trace contextRef="#ctx0" brushRef="#br0" timeOffset="49168.807">23264 3552,'112'56,"-88"-40,14 9,42 28,3-2,2-4,12 0,-92-47,-1 1,1 0,0 1,0-1,-1 1,1 0,0 0,-1 0,0 1,0-1,1 1,-2 0,1 0,0 1,-1-1,1 1,-1 0,0 0,0 0,0 0,-1 0,0 1,0-1,0 1,0-1,0 1,-1 0,0 0,0 0,-1 0,1 0,-1-1,0 1,0 0,-8 22,-1-1,-1 0,-1-1,-2 0,0-1,-2-1,0 0,-1 0,-5 2,-27 42,24-31</inkml:trace>
  <inkml:trace contextRef="#ctx0" brushRef="#br0" timeOffset="49601.554">23806 3238,'30'10,"-1"1,0 1,-1 2,-1 0,25 19,-14-10,547 293,-582-314,5 1,-1-1,1 2,-1-1,0 1,0 0,-1 0,1 1,-1-1,0 2,0-1,0 1,-1-1,0 2,0-1,-1 0,0 1,0 0,0 0,-1 0,1 3,3 21,-2 1,-1 0,-1 1,-2-1,-1 0,-2 6,1 6,0 38,1 11,-4 0,-4-1,-5 7,1-51,0-10</inkml:trace>
  <inkml:trace contextRef="#ctx0" brushRef="#br0" timeOffset="49977.334">25089 2867,'5'-5,"6"-1,7 14,5 26,17 40,13 33,6 12,-2 10,-1-6,-9-21,-9-17,-10-18,-6-16,-6-11,-6-8,-4-10</inkml:trace>
  <inkml:trace contextRef="#ctx0" brushRef="#br0" timeOffset="50345.551">25089 4523,'5'0,"11"0,13 0,26 0,37 0,27 0,14-5,17-7,12-1,-6-3,-11-4,-20-3,-26 2,-21 0,-23 3</inkml:trace>
  <inkml:trace contextRef="#ctx0" brushRef="#br0" timeOffset="51054.924">25689 5264,'2'3,"0"-1,-1 1,1 0,1-1,-1 1,0-1,0 0,1 1,0-1,-1 0,1-1,0 1,0 0,0-1,0 0,0 1,0-1,0 0,0-1,1 1,-1-1,3 1,42 7,1-2,1-2,-1-2,8-3,-11 2,-24-1,55 2,-1-4,0-3,31-8,-20 2,-86 12,-1 1,1 0,0-1,-1 1,1 0,-1 0,0-1,1 1,-1 0,0 0,0-1,0 1,0 0,-1 0,1 0,0-1,-1 1,1 0,-1-1,0 1,1 0,-1-1,0 1,0-1,0 1,0-1,0 1,-1-1,-1 4,-157 300,136-250,1 1,4 2,1-1,4 2,1 0,4 1,2 0,3 0,2 11,1-67,0-1,1 1,-1 0,1 0,0-1,0 1,1 0,-1 0,1-1,0 1,-1 0,2-1,-1 1,0-1,1 1,0-1,-1 0,1 1,1-1,-1 0,0 0,1-1,-1 1,1 0,0-1,0 0,0 1,0-1,0 0,1-1,-1 1,1-1,-1 1,1-1,-1 0,1 0,0-1,-1 1,3-1,10 1,1-2,-1 0,1-1,-1 0,0-1,0-1,0-1,0 0,-1-1,0-1,0 0,-1-1,1-1,-2 0,1-1,-2-1,3-2,16-15,-2-1,-1-2,-1-1,-2-1,-1-1,7-15,28-68,-40 72</inkml:trace>
  <inkml:trace contextRef="#ctx0" brushRef="#br0" timeOffset="53877.78">23063 7205,'96'23,"-42"-4,79 13,-127-34,-1 1,1-2,-1 1,0 0,0-1,0 0,0 0,0-1,-1 1,1-1,-1 0,0 0,0-1,-1 1,1-1,-1 0,0 0,0 0,-1 0,1 0,-1-1,0 1,-1-1,1 1,-1-1,0 0,-1 1,1-1,-1-2,13-86,-3-1,-5 1,-6-89,0 95,-7-2178,-17 1399,11 721,-5 1,-8 1,-5 2,-49-131,47 178,-5 2,-3 2,-5 1,-57-82,-35-10,-118-118,225 261,-1 1,-2 2,-1 1,-2 2,-1 2,-2 1,0 2,-2 2,-2 1,0 3,-1 2,-46-14,27 22,0 2,-2 4,1 2,0 3,-1 3,-21 5,47-3,0 1,0 2,0 2,1 2,1 1,0 2,1 2,0 2,-8 6,8-1,1 1,0 2,2 2,1 1,2 1,1 2,1 2,2 0,1 2,2 1,1 1,2 0,2 2,2 1,1 0,-6 30,3 32,4 2,4 0,6 0,4 1,6 34,-3-55,0 83,24 794,-6-708,11-2,51 197,-4-154,13-4,13-3,12-6,13-5,11-5,141 199,-217-368,5-3,5-3,3-4,5-2,13 5,-62-70,1-1,2-1,0-3,1 0,1-3,1-1,1-1,0-2,1-3,0 0,1-3,0-1,0-2,1-2,4-2,562-13,-581 11,-20 3,-1-1,1 0,-1-1,1 1,-1-1,1 0,-1-1,0 0,1 0,-1 0,0-1,1 0,-1 0,0-1,0 1,-1-1,1 0,-1-1,1 0,-1 0,0 0,0 0,-1-1,1 1,-1-1,0 0,0-1,-1 1,1-2,2-21</inkml:trace>
  <inkml:trace contextRef="#ctx0" brushRef="#br0" timeOffset="54295.053">23092 7490,'7'23,"0"1,1-2,1 1,1-1,1-1,1 0,3 2,-3-2,400 626,-297-476,7-6,8-5,11-1,-130-148,-5-1,2-1,-1-1,1 1,1-1,-1-1,1 1,1-2,-1 1,1-1,0-1,1 1,-1-2,1 0,0 0,0-1,6 1,-11-5,-1-1,0 0,1 0,-1-1,0 1,-1-1,1 0,0 0,-1-1,1 1,-1-1,0 0,-1 0,1-1,-1 1,1-1,-1 0,-1 0,1 0,-1 0,0 0,0 0,0-1,-1 1,1-1,-1-4,14-52,-4 1</inkml:trace>
  <inkml:trace contextRef="#ctx0" brushRef="#br0" timeOffset="54631.208">24233 8203,'10'1,"0"1,-1 0,1 0,0 1,-1 0,0 0,0 1,0 0,0 1,0 0,-1 1,0-1,0 2,-1-1,0 1,0 0,0 0,-1 1,0 0,0 0,-1 0,1 4,11 22,-2 0,-2 1,-1 1,-2 0,-1 0,-2 1,-1 0,-2 0,-2 1,5 3,-3 0,-1 0,-2 1,-1-1,-3 0,-1 0,-2 0,-2 0,-2-1,-1 0,-3-1,0-1,-3 0,-1-1,-10 14,22-43,0 0,-1 0,0-1,0 0,0-1,-1 1,0-1,0-1,-1 1,1-1,-1-1,0 0,-1 0,-4 1,-74 47,68-29</inkml:trace>
  <inkml:trace contextRef="#ctx0" brushRef="#br0" timeOffset="55059.614">24947 11028,'33'1,"-16"0,0 0,0-1,0-1,1 0,-1-1,0-1,-1-1,1 0,-1-2,1 1,-2-2,5-2,-1-8,0 0,-2-1,0-1,-1 0,-1-1,-1-1,0-1,-2 0,-1 0,0-1,-2 0,-1-1,0 0,-2-1,-1 1,-1-1,0-11,11-69,-4 0,-5-1,-5 0,-4 0,-5-1,-24-165,-30-92,15 79,13-1,4-264,28 503,1 0,3 1,2-1,1 1,3 0,2 0,1 1,6-10,-15 50,-1 0,1 0,0 0,0 0,0 1,1-1,0 0,0 1,0 0,0 0,0 0,1 0,0 1,0-1,0 1,0 0,1 0,-1 0,1 1,0-1,-1 1,1 1,0-1,0 0,0 1,1 0,-1 0,0 1,0 0,0 0,1 0,-1 0,3 1,23 12</inkml:trace>
  <inkml:trace contextRef="#ctx0" brushRef="#br0" timeOffset="55366.583">24947 8917,'0'5,"5"2,11-1,8-1,14-2,16 0,13-2,9-1,12 0,0 0,-5 0,-7-20,-11-6,-13-4,-9-11,-13-3,-11 5</inkml:trace>
  <inkml:trace contextRef="#ctx0" brushRef="#br0" timeOffset="55744.873">25861 8974,'0'5,"9"11,4 8,4 5,5 2,2-5,-2-10,-5-23,-6-16,-4-23,-3-13,-8-7,-8 4,-6 7,-5 13,0 14</inkml:trace>
  <inkml:trace contextRef="#ctx0" brushRef="#br0" timeOffset="56364.656">26089 7833,'93'139,"-47"-68,4-3,2-1,4-3,2-3,23 17,-67-67,-11-10,0 1,0-1,0 1,0 0,0 0,0 0,0 0,-1 0,1 1,-1-1,1 1,-1 0,0-1,0 1,0 0,-1 0,1 0,-1 1,0-1,0 0,0 1,0-1,0 0,-1 1,1-1,-1 1,0-1,0 1,0-1,-1 1,1-1,-2 4,-73 46,12-14,1 3,3 2,1 3,1 3,49-43,0 1,1 0,-1 0,1 1,1 0,0 0,0 0,1 1,0 0,-1 4,-1 11</inkml:trace>
  <inkml:trace contextRef="#ctx0" brushRef="#br0" timeOffset="56775.143">26660 7975,'62'35,"263"171,-315-200,0 1,-1 0,0 0,-1 1,1 0,-2 1,1 0,-1 0,0 0,-1 1,0 0,-1 1,0-1,0 1,-1 0,-1 0,1 4,5 34,-3 0,-2-1,-2 1,-4 43,1-38,1-11,2 55,-5-1,-3 1,-5-2,-4 1,-25 85,27-146</inkml:trace>
  <inkml:trace contextRef="#ctx0" brushRef="#br0" timeOffset="57160.074">27801 7632,'5'0,"6"0,6 0,11 25,9 50,-1 29,8 25,6 14,-6-6,0-13,-8-22,-10-24,-9-20,-8-15,-5-15</inkml:trace>
  <inkml:trace contextRef="#ctx0" brushRef="#br0" timeOffset="57608.428">27259 9145,'14'0,"35"-5,47-6,51-11,30-2,-1 4,-1-1,18-1,20-6,12-4,3-1,-33 5,-50 8</inkml:trace>
  <inkml:trace contextRef="#ctx0" brushRef="#br0" timeOffset="58447.085">28001 9459,'11'24,"85"417,-89-410,27 122,-7 1,-6 11,-20-160,0-3,0 1,0-1,-1 0,1 1,0-1,-1 1,0-1,1 1,-1-1,0 0,0 1,0-1,-1 1,1-1,-1 1,1-1,-1 0,0 1,0-1,0 0,0 1,0-1,0 0,-1 0,1 0,-1 0,1 0,-1-1,0 1,0 0,0-1,0 1,0-1,0 0,0 0,0 1,-2-1,-4-4,0-1,1 0,-1 0,1-1,0 0,0 0,0-1,1 0,0 0,0 0,0-1,1 0,0 0,0 0,1-1,-3-5,-20-38,1-1,3-1,2-1,3-1,2-1,2 0,3-1,2-1,1-37,4 60,3 0,0 0,3 0,1-1,1 2,4-10,-6 33,0 0,1 1,1-1,0 1,0 0,1 0,0 0,1 1,0 0,0 0,1 0,0 1,1 0,0 0,0 1,1 0,-1 1,1 0,1 0,-1 0,1 2,2-2,-4 2,0 1,0 0,0 0,0 1,1 0,-1 0,1 1,-1 0,1 0,0 1,-1 0,1 1,0 0,-1 0,1 1,-1 0,0 0,1 1,-1 0,0 1,-1 0,1 0,-1 0,1 1,-1 0,-1 1,1-1,-1 1,0 1,0-1,-1 1,0 0,3 4,0 10,-1 0,0 1,-2 0,0 0,-1 0,-2 0,0 1,-1-1,-2 1,0-1,-1 1,-1-1,-2 0,0 0,-1 0,-1-1,-1 0,-1 0,-4 6,0-5,-1-1,-1 0,-1-1,0-1,-2 0,0-2,-1 0,0-1,-1 0,-1-2,-1-1,0 0,-1-2,0 0,0-2,-1 0,-1-2,1-1,-1-1,0 0,0-2,0-2,-10 0,4 2,0-1,1-2,-1-2,0 0,0-2,-26-7,30-2,26 6,107 46,-59-21,126 49,170 41,-219-80,1-6,1-6,1-5,44-5,-94-7</inkml:trace>
  <inkml:trace contextRef="#ctx0" brushRef="#br0" timeOffset="58787.338">29285 9032,'-1'-1,"1"1,-1-1,1 1,-1-1,1 1,-1 0,0-1,1 1,-1 0,1-1,-1 1,0 0,1 0,-1-1,0 1,1 0,-1 0,0 0,1 0,-1 0,0 0,0 0,1 0,-1 0,0 1,1-1,-1 0,0 0,1 0,-1 1,1-1,-1 0,0 1,1-1,-1 1,1-1,-1 0,1 1,-1-1,1 1,0 0,-1-1,1 1,-1-1,1 1,0 0,0-1,-1 1,1-1,0 1,0 0,0-1,0 1,0 0,0 0,0-1,0 1,0 0,-23 35,1 0,3 2,1 1,2 0,1 1,2 0,2 1,2 1,-1 18,-14 101,7 0,7 1,8 52,1-154,-1-10,2-1,2 0,3 0,1 0,5 12,-10-56,0 0,0 1,1-1,0 0,0 1,0-1,1 0,0-1,-1 1,2 0,-1-1,0 1,1-1,0 0,0-1,0 1,1 0,-1-1,1 0,0 0,0-1,0 1,0-1,0 0,0 0,1-1,-1 0,0 0,1 0,-1 0,1-1,0 0,-1 0,5-1,2-1,-1 0,1-1,-1 0,0-1,0-1,0 1,-1-2,0 1,0-1,0-1,0 0,-1 0,-1-1,1 0,-1-1,0 0,2-4,15-29</inkml:trace>
  <inkml:trace contextRef="#ctx0" brushRef="#br0" timeOffset="59504.628">2087 8603,'10'29,"8"34,15 65,27 87,17 120,15 153,17 158,8 120,-5 95,-13 7,-17-46,-14-76,-9-97,-13-149,-11-149,-11-150,-14-123,-9-75</inkml:trace>
  <inkml:trace contextRef="#ctx0" brushRef="#br0" timeOffset="59970.194">545 13740,'106'-10,"55"-5,142-11,196-13,218-15,206-22,177-19,142-4,45 12,-67 13,-153 18,-233 15,-250 13,-220 6,-170 3,-119 1,-75 18,1 0,-1 0,0-1,1 1,-1 0,0 0,1 0,-1 0,0-1,1 1,-1 0,0 0,0-1,1 1,-1 0,0 0,0-1,0 1,1 0,-1-1,0 1,0 0,0-1,0 1,0 0,0-1,0 1,1 0,-1-1,0 1,0 0,0-1,0 1,-1 0,1-1,0 1,0 0,0-1,0 1,0 0,0-1,0 1,-1 0,1-1,0 1,0 0,0-1,-1 1,1 0,0 0,0-1,-1 1,1 0,0 0,-1 0,1 0,0-1,-1 1,1 0,0 0,-1 0,1 0,0 0,-1 0,-36-13</inkml:trace>
  <inkml:trace contextRef="#ctx0" brushRef="#br0" timeOffset="61244.348">1430 10601,'39'18,"49"-3,0-3,1-4,0-4,25-4,-49 1,1182-25,-957 2,445-21,-37-4,-482 26,143 7,-319 14,0 1,0 2,-1 2,1 1,-1 2,-1 2,1 2,-2 1,0 2,0 1,-2 2,0 2,5 5,49 47,-2 3,50 60,-28-27,1072 980,-885-852,84 38,-202-148,1964 1342,-2112-1449,963 653,-846-546,-144-119,-14-13,-43-35,-18-20</inkml:trace>
  <inkml:trace contextRef="#ctx0" brushRef="#br0" timeOffset="61879.823">6082 10344,'5'-5,"6"3,12 17,11 21,9 37,-2 16,6 23,-5 6,-9-2,-11 8,-8 8,-8 0,-4-12,-2-17,-2-27</inkml:trace>
  <inkml:trace contextRef="#ctx0" brushRef="#br0" timeOffset="62258.282">6653 12284,'101'196,"-89"-160,-1 1,-2 0,-2 1,-1 0,-2 1,-2-1,-1 0,-2 1,-4 28,1 40,4 272,0-353</inkml:trace>
  <inkml:trace contextRef="#ctx0" brushRef="#br0" timeOffset="62584.403">6539 13684,'-5'9,"-1"9,4 10,9 16,16 14,11 12,8 19,-3 3,-3-4,-7-7,-10-13,-6-12,-7-17</inkml:trace>
  <inkml:trace contextRef="#ctx0" brushRef="#br0" timeOffset="62989.744">6310 14797,'20'0,"25"0,20 0,23 0,7 0,1 0,-11 0,-14 0,-15 0,-17 0</inkml:trace>
  <inkml:trace contextRef="#ctx0" brushRef="#br0" timeOffset="63834.05">6539 15138,'-21'163,"20"-117,-6 413,7-446,-15 124,-7-118,2-50,4-19,2-1,3 0,2-1,2 0,2-10,2 29,2 26,-10-85,4-1,4 1,7-72,-3 151,0 1,1-1,0 1,0 0,2 0,-1 0,2 1,-1-1,2 1,-1 0,1 0,1 1,0 0,1 0,0 0,0 1,1 0,0 1,1 0,-1 0,2 1,-1 1,1-1,0 2,0-1,4 0,-6 3,-1 0,0 0,1 1,0 0,0 0,-1 1,1 0,0 1,0 0,0 0,0 1,0 0,0 1,-1-1,1 2,-1-1,1 1,-1 1,0 0,0 0,0 0,0 1,-1 7,0-1,-1 1,0 1,-1-1,-1 1,0 0,0 0,-1 0,-1 1,0-1,-1 1,-1-1,0 5,0-17,1 11,0-1,0 0,-1 1,-1-1,0 1,-1-1,0 0,0 0,-1 0,-1 0,0 0,0 0,-1-1,0 0,-1 0,-1-1,1 1,-1-1,-1-1,1 1,-2-1,1 0,-1-1,0 0,-1-1,-16 6,0-1,-1-1,-1-1,1-2,-1-1,-1-1,1-1,-1-1,0-2,1-1,-1-1,0-2,-4-1,13 0,32 2,39 4,-14 8,0 3,0 0,-2 3,0 1,0 1,26 21,-16-13,426 249,-451-265,-1 0,1-2,1 0,-1-1,1-1,1-1,-1 0,1-2,11 0,6-2</inkml:trace>
  <inkml:trace contextRef="#ctx0" brushRef="#br0" timeOffset="64258.258">7995 15025,'-1'-1,"0"0,1 1,-1-1,0 0,0 1,0-1,1 1,-1-1,0 1,0-1,0 1,0 0,0-1,0 1,0 0,0 0,0-1,0 1,0 0,0 0,0 0,0 1,0-1,0 0,0 0,0 0,0 1,0-1,0 0,0 1,0-1,0 1,0-1,1 1,-1 0,0-1,0 1,1 0,-1 0,0-1,1 1,-1 0,0 0,1 0,0 0,-1 0,-5 9,0 0,0 1,1-1,1 1,0 0,1 0,0 0,0 1,1-1,0 1,1-1,1 1,0 6,-1-7,-2 23,2 1,1 1,2-1,1-1,1 1,5 14,-7-40,0 0,1 0,0-1,0 1,1-1,0 0,0 0,1 0,0-1,0 1,1-1,0-1,0 1,1-1,0 0,0 0,0-1,1 0,0 0,0-1,0 0,0 0,1-1,-1 0,1 0,0-1,2 0,5 0,0-1,-1-1,1 0,0-1,0-1,0 0,-1-2,1 1,-1-2,0 0,0-1,-1 0,1-1,-2-1,1 0,-1-1,6-5,19-14</inkml:trace>
  <inkml:trace contextRef="#ctx0" brushRef="#br0" timeOffset="66723.984">10648 16366,'1'-1,"-1"0,0 1,1-1,-1 0,1 0,-1 0,1 1,0-1,-1 0,1 1,0-1,0 0,-1 1,1-1,0 1,0-1,0 1,-1 0,1-1,0 1,0 0,0 0,0-1,0 1,0 0,0 0,0 0,0 0,0 0,0 0,-1 0,1 1,0-1,0 0,1 1,2-1,15 3,-1 0,0 2,0 0,0 1,0 1,-1 1,0 0,-1 1,0 1,0 0,5 6,10 4,20 12,1-3,2-2,0-2,2-3,0-2,1-3,1-2,1-3,45 3,194-7,-272-12,-1-1,1-1,-1-1,0-1,0-2,-1 0,0-2,-1-1,0 0,-2-2,1 0,-2-2,0 0,-1-1,0-1,-2-1,0 0,-2-1,0-1,-1-1,-1 0,-1-2,29-66,-5-1,-3-1,-5-2,-3-1,-5-1,-4-1,1-71,16-144,-14-2,-20-255,-14 373,-9 1,-8 1,-9 2,-8 2,-9 2,-48-102,-31-47,-14 5,-125-193,-131-123,285 492,-8 5,-69-57,94 99,98 103,-324-340,-239-186,522 492,-2 2,-1 2,-2 2,-2 3,-1 2,-1 2,-1 4,-1 1,-2 3,0 3,0 3,-2 2,1 3,-29 1,55 6,0 1,-1 1,1 3,0 1,1 1,-1 2,1 2,-26 9,-7 16,2 3,1 3,2 3,2 2,2 3,2 2,3 3,1 3,4 1,-3 9,6 0,4 3,2 1,3 2,4 2,3 1,3 1,-12 59,-12 59,9 1,7 3,10 0,8 2,9 135,8-276,1 342,36 225,-10-422,41 152,-38-241,5-2,5-2,13 17,156 396,-93-285,9-6,35 32,-21-40,-57-84,6-4,6-3,6-5,101 99,0-49,156 102,-292-231,3-3,1-3,3-3,1-3,2-3,73 22,-13-19,2-6,1-6,1-6,66-2,144-5,70-19,-376 6,0-1,-1-3,1-2,-1-1,0-3,-1-1,0-2,-1-1,3-4,27-22,-2-2,-2-4,-3-2,-1-3,-3-2,-2-3,-2-3,13-21,0-5,-3-2,-3-3,-5-3,-4-2,-4-2,-5-2,-3-2,15-69,-10-12,-8-2,-8-1,-8-1,-9-1,-7-43,-12-546,3 627,-7 1,-6 1,-6 0,-7 2,-13-22,-71-160,-14 6,-14 5,-144-231,145 299,-10 6,-127-152,109 191,-9 7,-8 9,-9 7,-193-136,197 176,-6 8,-6 8,-5 10,-4 8,-5 10,-75-16,209 85,-1 3,-1 4,0 3,-76-4,116 18,-1 2,1 1,0 3,-1 2,2 1,-1 2,1 3,0 1,1 2,-12 7,-32 29,60-27</inkml:trace>
  <inkml:trace contextRef="#ctx0" brushRef="#br0" timeOffset="72343.294">13046 13370,'-188'-490,"93"247,-61-103,49 154,-8 4,-102-122,-343-414,237 321,-17 14,-103-69,-393-285,775 690,-43-36,-5 3,-3 6,-4 4,-3 6,-33-10,118 64,-1 1,0 2,-2 2,-36-7,62 16,-1 0,0 1,0 0,0 1,0 0,0 1,0 0,0 1,1 0,-1 1,0 0,1 1,0 0,0 1,0 1,1-1,-7 6,-11 16,2 0,1 2,1 1,2 1,1 1,1 1,2 0,1 2,2 0,1 1,2 0,-3 20,-34 121,7 1,8 2,4 41,13-103,-33 404,22 2,30 298,2-393,-3 1026,4-1386,3 0,3-1,3-1,2 0,26 62,-28-84,52 165,9-3,8-3,10-5,11 1,31 33,10-6,119 136,208 187,-424-504,2-3,2-1,1-3,3-2,13 5,10-1,1-2,3-5,0-2,2-5,1-3,1-4,35 1,26 2,1-7,0-6,0-7,4-6,-113 2,-1-2,1-1,-1-2,0-2,0-1,-1-2,-1-2,0-1,-1-2,0-2,-1-1,31-23,-17-5,-2-2,-2-1,-3-3,-1-2,-4-1,-1-2,-4-1,-2-1,-2-2,-3-1,-3-1,-2-5,52-200,-11-3,-13-3,-11-1,-2-203,-22 307,23-304,-21-1,-25-118,-5 441,-6 0,-8 2,-6 2,-7 1,-56-134,5 53,-9 5,-40-51,-67-84,-78-84,56 109,-13 10,-79-62,170 223,-8 7,-6 8,-9 5,83 74,-3 4,-3 4,-3 5,-2 4,-2 5,-84-25,34 28,-2 7,-2 8,-1 6,-1 7,0 7,-84 9,211 1,1 1,0 2,-1 1,1 2,1 1,-1 2,2 1,-1 2,1 1,-7 5,-22 22,1 2,3 3,1 2,3 2,2 3,2 2,2 2,3 2,3 2,2 2,3 1,-3 13,-29 65,5 2,7 4,6 1,-27 141,8 56,-12 228,43-44,29 492,14-576,-5-420,-1 105,6 1,20 115,12-80,7-2,7-1,7-3,7-3,17 19,240 557,-260-614,7-2,67 86,-33-51,-93-137,85 138,6-4,7-5,6-5,7-5,70 58,-42-63,-117-106</inkml:trace>
  <inkml:trace contextRef="#ctx0" brushRef="#br0" timeOffset="75025.031">2715 9830,'-58'-23,"37"16,0 1,0 0,0 2,-1 0,1 1,-1 2,-12 0,26 1,-1 1,1 0,-1 0,1 1,0 0,0 0,0 1,0 0,0 0,0 1,1 0,-1 1,1-1,0 1,1 1,-1-1,1 1,0 1,1-1,-1 1,1 1,-17 32,3 1,1 0,3 2,1 0,2 0,2 2,2-1,1 1,1 41,-7 74,7 1,13 130,-5-255,2 1,2-1,1 0,2 0,1-1,2 0,1-1,2 0,13 22,-24-49,0-1,1 1,0-1,0 1,0-2,1 1,0 0,0-1,0 0,1-1,0 1,0-1,0-1,0 1,0-1,1 0,0-1,-1 0,1 0,0-1,0 0,0 0,0-1,0 0,0 0,0-1,0 0,0 0,0-1,0 0,-1 0,7-3,-1-2,0-1,0 0,0-1,-1 0,0-1,-1 0,0-1,0 0,-1 0,-1-1,0-1,-1 0,0 0,4-11,5-13,-1-2,-3 0,-1 0,6-34,6-70,-7 0,-6-2,-6 1,-8-46,3 161,-1 0,-1 1,-2-1,-1 1,-1 0,-1 0,-2 0,-1 0,-1 3,-1 0,-1 1,-2 0,0 1,-2 1,0 0,-1 1,-6-3,14 14,-1 0,0 1,0 0,-1 1,0 1,-1-1,1 2,-2 0,1 1,0 0,-1 1,0 0,0 1,0 1,0 0,-13 0,22 2,-1 0,1-1,0 1,0 0,0 0,-1 1,1 0,0 0,0 0,0 0,0 1,0 0,0 0,1 0,-1 1,1-1,-1 1,1 0,0 0,-2 3,-4 8,1 1,1 1,0-1,1 1,1 1,0-1,1 1,1 0,1 0,0 0,1 1,1 12,1-30,-15 163,8 0,10 87,-2-191,2 1,3-1,2 0,3 0,2-1,3-1,8 15,-20-61,1-1,1 0,-1 0,2 0,-1 0,2-1,-1 0,1-1,0 1,1-2,0 1,0-1,1 0,-1-1,1 0,1-1,-1 0,1-1,0 0,0 0,0-1,1-1,-1 0,3 0,-1 0,0-1,1 0,-1-1,0 0,1-1,-1 0,0-2,0 1,0-1,0-1,0 0,-1-1,0-1,0 0,0 0,-1-1,0-1,0 1,0-2,0-1,19-14,-1-1,-1-1,-1-2,-1-1,-2 0,-1-2,-1-1,-2-1,-1 0,-2-2,-1 0,-2-1,-1 0,4-24,-11 27,-1 0,-2 0,-1-1,-1 1,-3 0,0 0,-7-32,6 56,1 0,-2 0,1 0,-1 1,-1-1,1 1,-1 0,-1 1,0-1,0 1,0 0,-1 0,0 1,0 0,0 0,-1 0,0 1,0 0,-1 1,1 0,-1 0,0 1,0 0,0 1,-23-6,1 2,-1 2,0 0,-1 2,1 2,-15 2,31-2,1 0,-1 1,1 1,-1 0,1 1,0 1,0 1,1 0,-1 0,1 2,0 0,1 0,-1 1,2 1,-2 1,-3 9,2 1,0 0,1 1,1 1,1 0,1 0,1 1,1 1,1-1,1 2,1-1,-1 16,-10 65,4 1,5 0,4 0,7 57,-2-135,-2-16,1 1,0-1,1 1,0-1,1 0,1 0,0 0,0 0,1 0,6 10,-7-19,1 0,-1-1,1 1,0-1,0 0,0 0,0 0,1 0,-1-1,0 0,1 0,-1 0,1 0,-1-1,1 0,-1 0,1 0,0 0,-1-1,1 1,-1-1,0-1,1 1,-1 0,0-1,0 0,1 0,-2 0,1-1,0 1,0-1,-1 0,1 0,-1 0,1-1,25-20,-1-2,-1-1,-1-1,-1-1,-1-1,-2-1,6-14,-13 24,0-1,-2 0,0-2,-2 1,0-1,-2-1,-1 0,0 0,-2 0,-1-1,-2 0,0 0,-1 0,-2-1,-1 1,-3-25,2 43,0 1,0-1,-1 0,0 1,-1-1,1 1,-1 0,-1 0,1 1,-1-1,0 1,-1 0,1 0,-1 1,0-1,-1 2,1-1,-1 0,0 1,0 1,-8-4,13 6,0 1,0-1,-1 0,1 1,0 0,-1-1,1 1,0 0,0 0,-1 1,1-1,0 0,-1 1,1-1,0 1,0 0,0-1,0 1,-1 0,1 1,1-1,-1 0,0 1,0-1,0 1,1-1,-1 1,1 0,-1-1,1 1,0 0,-1 0,1 0,0 0,0 0,1 1,-1-1,0 0,0 2,-12 95,15-59,1-1,3 0,0-1,3 1,1-1,2-1,2 0,1 0,1-2,3 0,52 58,-70-93,0 1,0 0,1-1,-1 1,0-1,0 1,0-1,0 1,1-1,-1 0,0 1,1-1,-1 0,0 0,0 0,1 0,-1 0,0 0,0-1,1 1,-1 0,0-1,0 1,1-1,-1 1,0-1,0 1,0-1,0 0,0 0,0 1,0-1,0 0,0 0,0 0,-1 0,1 0,0 0,-1 0,1-1,0 1,-1 0,18-56,-13 12,-1 0,-2-1,-2 1,-2-1,-3 1,-1-1,-2 2,-2-1,-2 1,-2 1,-10-20,17 42,-1 1,-1 1,-1-1,-1 2,-1-1,0 2,-1-1,-1 2,-1 0,0 0,-1 2,0 0,-2 1,1 0,-1 1,-3 0,15 10,0 0,1 0,-1 1,0-1,0 1,0 0,0 1,0 0,0-1,0 2,0-1,0 1,0 0,0 0,0 1,1 0,-1 0,0 0,1 1,0-1,-1 1,1 1,0-1,0 1,1 0,-1 0,1 0,0 0,0 1,-3 4,-7 21,2 1,0 0,3 1,0 0,2 0,1 1,2 0,1 0,2 0,2 26,-3-31,1-1,1 1,2 0,0-1,2 1,1-1,1 0,1 0,2-1,1 0,10 21,-18-43,0-1,0 1,0-1,1 0,-1 0,1 0,0 0,0 0,0 0,0-1,0 1,1-1,-1 0,0 0,1 0,0-1,0 1,-1-1,1 0,0 0,0 0,0 0,0-1,0 0,0 0,0 0,0 0,0 0,0-1,0 0,0 0,0 0,0 0,-1-1,1 1,0-1,-1 0,4-2,3-7,1-1,-2 0,0-1,0 1,-1-2,-1 1,0-1,-1 0,0-1,-1 1,-1-1,0 0,-1 0,-1-1,0 1,-1 0,-1-1,-1-7,4-5,-1-1,-2 0,-1 1,-1-1,-1 1,-2-1,0 1,-2 1,-2-1,0 1,-4-5,13 31,0-1,0 1,0 0,0 0,0 0,0 0,0 0,0 0,-1 0,1 0,0 0,-1 0,1 0,-1 0,1 0,-1 0,0 0,1 0,-1 0,0 1,0-1,1 0,-1 0,0 1,0-1,0 1,0-1,0 0,0 1,0 0,0-1,0 1,0 0,0-1,0 1,0 0,0 0,0 0,-1 0,1 0,0 0,0 0,0 0,0 1,0-1,0 0,0 1,0-1,0 1,0-1,0 1,0-1,0 1,0 0,1-1,-1 1,0 0,0 0,-23 156,23-112,2 1,2-1,2 0,2 0,2-1,2 0,1 0,3-1,1-1,3 0,1-2,2 0,6 6,-23-37,0-1,0 0,1 0,1-1,-1 0,1 0,0 0,1-1,0 0,0 0,0-1,0 0,1 0,0-1,0 0,0-1,0 0,1 0,-1-1,1 0,0-1,0 0,8-1,-13 1,0 0,1-1,-1 0,0 0,0 0,1-1,-1 1,0-1,0-1,0 1,0-1,0 1,0-2,0 1,0 0,-1-1,1 0,-1 0,0 0,0-1,0 1,0-1,-1 0,1 0,-1 0,0-1,0 1,-1-1,1 0,4-28,-1 1,-2-1,-1 0,-2-1,-1 1,-3-16,4 35,-1 0,-1 0,-1 0,0 0,0 1,-1-1,-1 1,0-1,-1 1,-1 0,0 1,-1-1,0 1,0 1,-2-1,-5-5,-7 1,-2 1,0 1,0 1,-1 1,-1 2,0 0,0 1,-1 2,0 0,0 2,-1 1,-19 0,30-1,-1 2,1 0,-1 1,0 0,0 1,0 1,0 1,1 1,-1 0,0 1,1 0,-1 2,1 0,0 0,1 2,-1 0,1 1,1 0,-1 1,-4 5,5 3,2 1,-1 1,2 0,1 1,0 0,1 0,2 1,0 0,1 0,1 1,1 0,1 0,1 0,0 0,2 0,1 0,2 12,-3-30,0 1,0-1,1 0,-1 0,1 0,0 0,0 0,0 0,1-1,0 1,-1 0,1-1,0 1,1-1,-1 1,1-1,-1 0,1 0,0 0,0-1,0 1,1-1,-1 1,1-1,-1 0,1 0,0-1,-1 1,1-1,0 0,0 0,0 0,0 0,0-1,0 0,1 0,0 0,7 0,0 0,0-1,0 0,0-1,0-1,0 0,0-1,-1 0,1 0,-1-1,-1-1,1 0,-1 0,0-1,0 0,0-1,-1 0,-1-1,1 0,-2 0,1 0,-1-1,0 0,-1-1,0 0,-1 0,0 0,-1 0,0-2,11-85,-14 58</inkml:trace>
  <inkml:trace contextRef="#ctx0" brushRef="#br0" timeOffset="81439.477">20182 11629,'-139'-31,"-43"0,1-9,-172-61,222 62,126 40,0 1,0-1,1 1,-1 0,1 0,0 1,0-1,0 1,0 0,0 0,0 0,1 1,-1-1,1 1,0 0,0 0,1 0,-1 0,1 0,0 1,0-1,0 1,1-1,-1 1,1 0,0 0,1 0,-1-1,1 1,0 4,-4 7,-26 127,-10 138,36-251,-7 137,12-164,0 1,-1 0,1 0,1 0,-1 0,1-1,-1 1,1-1,0 1,0-1,0 0,1 1,-1-1,1 0,0-1,0 1,0 0,0-1,0 0,1 1,-1-2,1 1,-1 0,1 0,0-1,-1 0,1 0,0 0,2 0,117 1,-118-2,84-9,-86 9,0 0,0 1,-1-1,1 1,0-1,0 1,-1 0,1 0,-1 1,1-1,-1 0,1 1,-1-1,0 1,1 0,-1 0,0 0,0 0,-1 0,1 1,0-1,-1 0,1 1,-1-1,0 1,0-1,0 1,0 0,0 0,0-1,-1 1,0 0,1 2,7 101,-8-106,0 17,-1-1,0 1,-1-1,-1 1,0-1,-1 0,-1 0,0-1,-1 0,-1 1,-1-2,0 1,0-1,-2-1,0 1,0-2,-1 1,-1-2,0 1,0-1,-4 1,-18 7,0-3,-1 0,0-3,-1 0,-1-3,0-1,0-1,-1-2,0-2,0-2,0-1,-34-4,26 4,1-2,-1-1,1-3,0-2,0-2,0-1,2-3,-19-8,13-2</inkml:trace>
  <inkml:trace contextRef="#ctx0" brushRef="#br0" timeOffset="82142.436">19839 11800,'2'0,"1"0,-1 1,1-1,0 1,-1-1,1 1,-1 0,1 0,-1 0,0 0,1 0,-1 1,0-1,0 1,0-1,0 1,0 0,0 0,0 0,-1 0,1 0,-1 0,1 0,-1 1,1 1,23 44,-2 1,-2 0,-2 2,-2 0,-1 7,8 22,121 364,-142-433,0 0,0 0,0-1,1 1,1 0,0-1,0 0,1 0,0-1,1 1,0-1,4 4,-8-12,0-1,-1 0,1 0,0 1,-1-2,1 1,0 0,-1 0,1-1,0 0,-1 1,1-1,-1 0,1 0,-1 0,1-1,-1 1,0-1,1 1,-1-1,0 0,0 0,0 0,-1 0,1 0,0 0,-1 0,1 0,-1-1,0 1,0-1,0 1,0-1,0 1,-1-1,1-1,0 3,32-70,-3 0,-3-2,-3-1,11-65,19-114,-43 206</inkml:trace>
  <inkml:trace contextRef="#ctx0" brushRef="#br0" timeOffset="84613.055">20665 11087,'-40'-49,"-4"1,24 23,-1 1,-1 1,-1 2,-1 0,0 1,-2 1,0 2,-1 0,-12-3,-35-7,0 3,-2 4,0 3,-44-3,-42 5,-1 7,-130 11,257-2,1 2,0 1,0 1,0 2,1 2,0 1,0 1,1 2,1 2,0 0,-6 7,-31 25,1 4,3 3,2 2,3 3,2 3,2 4,-228 246,256-280,0 1,2 1,2 1,1 2,2 0,1 1,2 1,2 0,1 2,-7 35,-34 186,41-82,7 1,10 44,-1-130,-2-42,3 0,1-1,3 1,2-1,3 0,1 0,3-2,2 0,13 24,42 57,5-3,6-4,17 12,-46-70,2-2,3-3,65 52,-79-83,1-1,1-2,1-2,2-3,0-1,1-3,1-2,0-3,2-1,-1-3,35 0,24 11,111 19,1-10,141-2,10-25,-346-1,-1 0,1-2,0-2,-1 0,1-2,-1 0,0-3,-1 0,0-1,0-2,-1-1,0-1,-1-1,-1-1,0-1,-1-1,7-8,-11 2,0-1,-1 0,-2-2,0 0,-2 0,-1-2,-1 1,-1-2,-2 1,2-12,49-301,-58 331,20-243,-10-1,-16-139,1 327,-3 0,-3 0,-3 1,-2 0,-4 1,-2 1,-9-15,-125-301,104 264,-5 2,-59-88,62 122,-4 2,-3 2,-4 3,-17-12,65 66,-2 0,0 2,-1-1,-1 2,0 1,-1 0,0 1,-1 1,-1 1,0 1,0 1,-1 1,0 1,-11-1,-405-46,46 54,356 7,0 2,1 1,0 2,1 1,0 2,2 2,-1 0,2 3,1 0,0 2,2 2,0 0,2 2,-6 8,-313 318,318-322,1 1,2 1,1 2,2 0,1 1,1 1,2 1,2 1,2 0,1 1,2 1,-3 19,-14 178,9 1,11 1,11 15,-3-228,-1 10,1 0,3 0,0 0,3 0,0-1,3 0,1 0,1-1,14 28,28 34,4-3,5-2,3-3,4-3,35 31,-69-80,13 21,3-3,2-3,2-1,2-3,3-3,1-2,2-3,29 12,-8-23,0-4,2-3,1-4,1-4,-1-4,2-4,-1-3,64-9,-125 7,30 3,-1-3,0-2,0-3,0-2,0-2,-1-3,-1-3,0-1,-1-3,22-13,-49 19,-2 0,1-2,-2-1,0 0,-1-2,-1-1,-1 0,0-2,-2 0,0-1,-1-1,-2 0,0-1,-2-1,0 0,-2-1,-1-1,-1 1,4-18,-6-16,-2-1,-3 1,-2-1,-3-3,1 6,-10-862,13 887,-2 0,-1 0,-1 1,-2-1,-2 0,-9-26,-25-44,-5 3,-57-92,80 153,-1 1,-2 1,-1 1,-2 1,-2 2,-14-11,-160-175,177 184,4 6</inkml:trace>
  <inkml:trace contextRef="#ctx0" brushRef="#br0" timeOffset="88333.6">10906 11629,'-1'-350,"-8"274,-3 1,-3 0,-3 1,-4 1,-27-62,13 40,-4 2,-5 1,-8-7,46 87,-17-31,-1 0,-3 2,-1 2,-1 0,-13-9,-190-142,209 172,1 1,-2 1,0 1,-1 1,-1 1,-17-5,15 6,0 2,0 1,-1 1,0 2,-1 1,1 1,-2 2,-352 5,352-3,1 1,-1 1,1 2,0 1,0 2,1 0,0 3,-13 5,-17 13,1 3,1 3,-19 16,44-23,1 1,1 2,1 1,2 2,2 0,-7 13,-32 38,47-62,0 0,1 2,2 0,0 1,1 0,-6 20,-11 38,-95 219,60-170,6 3,3 10,23-58,5 1,3 1,4 2,4 0,2 15,-9 216,14 32,10-282,-1-5,2 1,3-1,3 1,3-1,3-1,16 48,90 189,137 247,-219-475,95 175,74 96,-157-278,3-2,3-2,3-2,23 16,272 348,-223-295,101 102,54 30,-27-77,-208-155,2-3,0-2,2-2,1-2,0-3,1-2,1-3,1-2,0-2,0-3,2-2,88 2,-1-5,17-8,-114-3,-1-2,0-2,0-3,-2-1,0-2,-1-3,-1-1,-1-2,-1-2,-1-2,27-26,-25 24,138-105,126-124,-264 218,-1-1,-2-3,-3-1,-1-1,-3-2,26-51,19-45,-5-3,40-128,-75 168,15-43,-7-1,3-40,-26 35,-6-1,-7 0,-10-133,1 185,0 42,-2 0,-2 0,-4 0,-10-41,-11 19,-4 3,-3 0,-4 2,-3 2,-4 2,-39-51,27 38,-188-305,112 188,-8 5,-9 7,-9 6,-8 8,-137-113,-3 14,-15 4,271 235,-2 1,-1 3,-2 3,-2 2,-1 2,-2 4,0 2,-2 2,-4 3,-18 2,-1 4,-1 3,0 5,-11 3,-430 6,494-1,1 3,0 0,0 2,0 2,1 1,1 2,0 1,0 1,1 2,1 1,-12 10,-75 66,89-76,1 1,0 1,2 2,0 0,2 2,0 0,1 2,2 0,0 2,2 0,1 1,1 0,2 1,-3 9,6-4,-3 0,-1-1,-1 0,-2-1,-15 19,-29 35,32-48,2 2,1 1,2 1,3 1,-18 45,-143 447,165-485,2 2,2 0,3 1,2 0,3 1,2-1,2 22,7 1810,-3-1829,2 0,3 0,2-1,3 1,2-2,3 0,21 48,45 156,-74-221</inkml:trace>
  <inkml:trace contextRef="#ctx0" brushRef="#br0" timeOffset="93433.32">8623 9974,'-1'-3,"0"0,0 0,-1 0,1 0,0 1,-1-1,0 1,1-1,-1 1,0 0,0-1,-1 1,1 0,0 0,-1 1,1-1,-1 0,1 1,-1 0,0-1,0 1,0 0,0 1,0-1,1 0,-1 1,0-1,-1 1,1 0,0 0,0 0,0 1,0-1,0 1,1 0,-1-1,0 1,0 0,0 1,0-1,-1 2,-17 10,0 1,2 1,0 1,0 0,2 2,0 0,1 1,0 1,2 0,1 1,-10 20,1-8,-16 25,2 1,2 2,3 2,3 3,-140 467,144-455,3 0,3 1,4 0,3 2,2 28,-3 156,-12-81,0-8,7 0,9 9,9 155,6-255,4 1,3-1,4-1,4-1,3-1,13 23,59 156,77 137,-98-245,6-3,14 9,82 152,-2-24,-93-173,5-3,73 69,105 42,-247-207,19 14,1-2,1-1,2-2,0-2,1-2,1-2,34 9,23-6,1-5,1-4,0-5,1-4,78-9,-29 4,-124 2,27 2,0-2,1-3,-1-2,-1-2,1-3,-1-3,-1-2,1-2,39-29,-2-4,-2-5,-3-3,8-11,-36 27,-2-3,-2-2,-2-2,-2-2,-2-3,-3-2,-2-2,-3-2,-2-1,-3-2,-3-1,-3-2,-2-2,-4 0,14-64,3-142,-13-1,-11-1,-20-262,1 256,3 224,-3 0,-2 0,-3 0,-2 0,-14-48,-18 4,-3 2,-5 2,-4 3,-4 1,-7 0,49 71,-462-640,260 377,-337-545,445 684,-114-115,171 211,-2 2,-2 3,-2 2,-2 3,-64-33,90 59,1 2,-2 1,0 2,0 1,-1 2,0 1,0 2,0 2,-1 1,1 2,0 1,-13 4,16-2,1 2,1 2,-1 1,1 1,1 1,0 2,1 1,0 1,1 2,1 1,0 0,2 3,0 0,1 1,2 1,0 1,-1 4,-258 307,199-239,4 4,4 2,5 4,4 3,5 2,0 16,42-79,2 1,3 1,1 0,3 0,2 1,2 0,3 1,3 42,-12 142,-9-1,-18 39,3-14,3 151,32 262,0-606,2 0,3 0,4-1,2 0,2-1,16 41,45 75,8-3,35 47,-66-128,46 84,8-3,27 23,75 113,-138-212,5-3,4-3,4-4,24 15,-78-73,3-2,0-2,2 0,1-3,2 0,0-3,1 0,2-3,0-1,5-1,33 4,1-3,0-4,1-3,1-4,1-3,275-4,-325-6,-1-2,-1-1,1-1,-1-2,0 0,-1-2,-1-2,0 0,0-2,-2 0,0-2,-1-1,-1-1,0-1,-2-1,-1 0,0-2,7-13,70-86,-6-4,-5-4,-6-3,-6-4,-6-3,-7-3,9-45,-15 41,-7-2,-6-2,-7-1,14-154,-35 9,-20-186,-1 163,0-305,1 544,-3 1,-5 0,-2 0,-5 2,-2 0,-4 2,-4 1,-8-10,-72-128,-10 6,-8 5,-10 4,-107-130,212 295,-1 1,-2 2,-1 1,-2 3,0 1,-2 1,-1 3,-1 2,0 1,-44-11,28 6,-339-108,314 108,-1 3,-1 4,0 4,-1 4,-43 2,93 7,6-2,0 1,-1 1,1 2,-1 2,1 1,0 1,0 1,-23 10,25-5,0 2,0 1,2 1,0 1,0 1,2 2,0 1,2 0,0 2,2 1,0 1,2 1,0 0,-8 19,-17 50,3 3,-22 85,41-117,-13 38,-99 330,87-192,10 2,7 53,0-57,15-126,4 0,4 45,10 585,-2-671,3-1,3 1,4-1,3 0,15 47,-11-57,3 0,3-2,2 0,3-2,20 30,201 315,140 259,-298-513,-14-34,5-4,78 79,-37-45,-121-143,8 14,1-1,1 0,1 0,0-1,0-1,2 0,-1-1,2 0,-1-2,2 0,-1 0,1-2,1 0,0-1,0 0,6 0,42 1,1-3,-1-2,1-4,11-3,35 0,-82 4,0-3,0 0,0-2,-1-1,1-1,-1-2,-1-1,0-2,0 0,-1-2,19-13,26-22,-1-4,-4-2,46-49,-72 63,-2-3,-2-1,-2-1,-2-3,15-28,382-649,-399 675,-2-2,-2-1,-3-1,-3-2,-1 0,7-42,42-336,-18 179,-11-3,-12-1,-7-112,-21 332,3-64,-4 0,-5 0,-4 1,-5-1,-26-93,10 105,-4 2,-5 2,-3 1,-4 2,-41-56,-49-52,-120-128,-430-414,578 626,-190-159,136 122,111 95,-2 3,-2 2,-2 2,-3 3,-32-16,61 45,0 1,0 2,-1 1,-1 2,1 0,-1 3,0 0,1 3,-1 0,0 2,-5 2,-49 0,71-5,-1 2,1 0,0 1,0 1,0 1,0 0,1 1,-1 0,1 1,0 1,1 1,0 0,0 0,1 2,0 0,0 0,1 1,0 0,-9 14,-5 10,-62 59,25-56,36-22</inkml:trace>
  <inkml:trace contextRef="#ctx0" brushRef="#br1" timeOffset="160227.704">10079 5977,'44'-16,"-39"14,1 2,-1-1,0 1,1 0,-1 0,0 0,0 1,1-1,-1 1,0 1,0-1,0 1,0 0,0 0,0 0,0 1,-1 0,1 0,-1 0,0 0,0 1,0-1,0 1,-1 0,0 0,1 2,23 30,-2 1,-2 1,-2 2,-1 0,-2 1,-2 1,2 13,54 156,14 65,7 62,148 855,-154-704,305 1297,-387-1768,5 13,-2 0,-1 0,-1 1,-2 0,-1 0,-1 6,-2 47,5 0,3-1,17 72,-24-153,2 25,-20-47,-155-338,80 155,-768-1786,694 1577,18-8,18-5,19-6,-13-183,-13-508,132 1076,-21-265,14-245,14 360,-3 192,0 0,1 0,-1 0,1 0,0 0,-1 0,1 0,1 0,-1 1,0-1,1 0,-1 0,1 0,0 0,0 0,0 1,0-1,1 0,-1 1,1-1,-1 1,1-1,0 1,0 0,0 0,0 0,0 0,1 0,-1 0,1 1,-1-1,1 1,-1 0,1 0,0 0,0 0,0 0,1 0,10 1,-1 2,1-1,-1 2,0 0,0 0,0 1,0 1,7 3,-4-2,825 309,-488-209,59-1,58-7,1739 242,-1285-244,533-27,843-81,-2261 9,0 2,0 2,-1 2,1 1,0 2,-1 1,-1 3,1 1,-1 1,-1 2,6 5,5 12,-3 2,0 1,-3 3,0 1,-3 2,-1 2,-3 1,-1 2,-2 1,-2 1,-2 2,5 19,80 185,-12 5,-11 4,-1 41,217 862,69 687,-237-825,-121-907,-5 1,-6 1,-8 94,2-211,1 0,-1 0,0 0,-1-1,1 1,-1 0,0 0,0-1,0 0,-1 1,1-1,-1 0,0 0,-1 0,1 0,-1-1,1 1,-1-1,0 0,0 0,0-1,-3 2,-111 34,91-31,-260 47,-2-12,-134-4,74-7,-799 105,-958 71,180-192,1336-20,-239 4,784 3,-1 3,1 1,0 3,1 1,-5 4,-81 17,119-27,0-1,-1-1,0 0,1 0,-1-1,0-1,0 0,0 0,1-2,-1 1,0-1,1-1,-1 0,1-1,0 0,0 0,0-1,1-1,-6-4,-7-12,1-1,2-1,0 0,1-2,-7-14,-26-35,16 28,5 8</inkml:trace>
  <inkml:trace contextRef="#ctx0" brushRef="#br1" timeOffset="162148.993">15815 3351,'-35'61,"32"-51,-1-1,-1 0,0 0,0 0,-1-1,0 1,0-1,-1-1,0 1,0-1,-1-1,0 1,0-1,0-1,-9 5,-4-4,-1-1,0 0,0-2,0 0,-1-2,1 0,0-2,-1 0,1-2,-14-3,-12-5,0-3,1-1,1-3,0-2,2-1,0-3,2-1,1-2,1-2,1-2,1-1,3-2,-31-36,-16-28,5-4,4-2,4-4,5-3,5-3,-38-107,16 25,8-3,-15-90,65 205,-11-37,4-1,-9-105,38 218,-1 2,1-1,0 0,0 1,1-1,0 0,0 0,1 0,0 0,0 1,0-1,1 0,1 1,-1 0,1-1,1 1,-1 0,4-4,4 1,2 0,0 1,0 1,0 0,1 0,0 2,0-1,1 2,0 0,0 1,8-1,11-6,378-110,215-28,-49 42,4 26,341 5,316 58,-504 18,-1-31,198-56,-625 39,-47 6,248-32,-493 72,0 0,0 1,0 1,0 0,0 1,0 1,0 0,0 1,-1 0,1 2,-1-1,0 2,0 0,-1 1,0 0,0 1,0 0,-1 1,0 0,-1 1,2 3,18 31,-3 2,-1 1,-3 0,-1 2,-3 1,-2 1,-1 5,40 115,-8 4,-7 1,4 82,-26-123,-7 1,-5 1,-7 0,-5-1,-9 26,7-118,-2 0,-1-1,-3 0,-1 0,-2-2,-2 1,-2-2,-1-1,-2 0,-2-1,-1-2,-2-1,-2 0,-1-3,-1 0,-3-1,-26 16,-3-3,-1-2,-2-3,-2-3,-2-3,0-3,-2-3,-53 11,-42 4,-2-8,-2-7,-63-2,-483 13,-100-33,718-6,-3304-12,3390 13</inkml:trace>
  <inkml:trace contextRef="#ctx0" brushRef="#br1" timeOffset="164950.579">21379 12284,'39'118,"98"170,-134-282,54 72,-55-76,1 0,-1 0,0 0,1 0,-1 0,1-1,0 1,-1-1,1 0,0 0,0 0,0 0,0 0,0 0,0-1,0 0,0 1,0-1,0 0,1-1,-1 1,0 0,0-1,0 0,0 0,0 0,-1 0,1 0,1-1,10-7,-1-1,0 0,-1-1,0 0,-1-1,0-1,-1 0,7-11,66-69,-62 77,1 1,1 0,0 2,1 0,0 2,1 1,0 1,0 1,1 1,0 1,1 1,-1 2,1 0,0 2,16 2,-39 0,0 0,0 0,0 0,0 1,0-1,0 1,0 0,-1 1,1-1,0 0,-1 1,0 0,0 0,0 0,0 0,0 0,-1 1,1-1,-1 1,0 0,0 0,0-1,-1 1,0 0,1 1,-1-1,0 0,-1 0,1 0,-1 1,0-1,0 0,0 0,-1 1,1-1,-1 0,0 1,0 30</inkml:trace>
  <inkml:trace contextRef="#ctx0" brushRef="#br1" timeOffset="165404.96">21295 13311,'2'162,"-2"-160,0 0,0 0,0 1,0-1,0 0,0 0,1 0,-1 0,1 0,0 0,-1 0,1 0,0-1,0 1,0 0,0 0,1-1,-1 1,0 0,1-1,-1 1,1-1,-1 0,1 1,0-1,0 0,-1 0,1 0,0 0,0-1,0 1,0 0,0-1,0 0,0 1,0-1,0 0,0 0,0 0,2 0,14-7,0 0,-1-1,0-1,0 0,-1-1,0-1,-1-1,14-13,-21 19,164-141,-106 86,3 3,3 4,1 2,33-14,-87 56,0 0,0 2,1 0,0 1,1 2,-1 0,1 1,0 0,0 2,0 1,1 1,-1 0,20 4,-34-2,0 0,0 0,0 1,-1-1,1 2,0-1,-1 1,0 0,0 0,0 1,-1 0,1 0,-1 0,0 1,-1 0,1 0,-1 0,0 0,2 7,50 138,-46-115,62 197,-57-178</inkml:trace>
  <inkml:trace contextRef="#ctx0" brushRef="#br1" timeOffset="165854.958">25633 11486,'4'0,"8"0,15 39,3 32,7 33,11 33,2 22,-2 9,0-6,-7-20,-12-10,4 2,-3-17,-7-24,-8-28</inkml:trace>
  <inkml:trace contextRef="#ctx0" brushRef="#br1" timeOffset="166258.688">23691 13541,'1287'-41,"-315"-58,248-18,-1017 110,-159 16,-22 5</inkml:trace>
  <inkml:trace contextRef="#ctx0" brushRef="#br1" timeOffset="166871.746">25032 14169,'-4'-3,"-1"-1,-1 2,1-1,0 0,-1 1,1 0,-1 0,1 1,-1 0,0 0,0 0,0 0,0 1,-4 0,-1 0,-10-2,0 1,0 1,0 1,0 1,1 1,-1 1,0 0,-1 2,15-4,1 1,0-1,0 1,0 0,0 0,0 1,1 0,-1 0,1 0,0 1,0-1,1 1,-1 0,1 1,0-1,1 1,-1 0,1 0,0 0,1 0,-1 0,1 1,0-1,1 1,0-1,0 1,0 3,3 15,2 0,1 0,0 0,2 0,1-1,1 0,1-1,1 0,1 0,1-1,1-1,1 0,8 7,266 345,-205-261,-83-110,1 0,-1 0,1 0,-1 0,0 0,1 0,-1 0,0 1,0-1,-1 0,1 0,0 1,-1-1,0 1,1-1,-1 1,0-1,0 0,0 1,-1-1,1 1,0-1,-1 0,0 1,1-1,-1 0,0 1,0-1,-1 0,1 0,0 0,-1 0,1 0,-1 0,0-1,1 1,-1 0,0-1,0 1,0-1,0 0,0 1,0-1,-1 0,1-1,0 1,-1 0,1 0,0-1,-1 0,1 1,-1-1,1 0,-2 0,-51 8,0-1,0-4,0-1,-15-4,12 2,-402-7,401 5</inkml:trace>
  <inkml:trace contextRef="#ctx0" brushRef="#br1" timeOffset="167685.828">25375 14539,'1'-1,"1"-1,-1 1,0-1,0 1,1-1,-1 1,0 0,1 0,0 0,-1 0,1 0,0 0,-1 0,1 0,0 0,0 1,0-1,-1 1,1 0,0-1,0 1,0 0,0 0,0 0,0 0,0 0,0 1,0-1,1 1,5 2,0 1,1 0,-1 0,-1 1,1 0,-1 0,0 1,0 0,0 0,-1 0,0 1,-1 0,1 0,-1 1,0-1,-1 1,0 0,0 1,-1-1,2 8,14 37,-3 1,-2 1,-3 0,-2 1,-1 5,0-3,43 342,-36-323,-1-50,-15-64,-68-215,25 110,7-2,6-1,6-2,7 0,4-60,12 195,2-1,-1 0,2 0,0 0,0 0,1 0,1 1,0-1,1 1,0 0,1 0,0 0,1 1,0-1,1 1,1 1,-1-1,1 1,1 1,0 0,0 0,4-2,-1 2,0 1,1 0,-1 1,2 1,-1 0,1 1,0 0,0 1,0 0,0 1,1 1,0 0,-1 1,1 1,0 0,-1 1,1 1,0 0,-1 1,0 0,0 1,0 1,0 0,0 1,-1 0,0 1,-1 1,1 0,-2 1,1 0,-1 1,0 0,6 9,-5 3,-2 0,0 1,-1 0,-2 1,0 0,-2 0,0 0,-2 1,-1-1,-1 1,-1 0,0-1,-3 1,0 0,-6 23,6-31,-1-1,0 1,-1-1,-1 0,0 0,-1-1,-1 0,-1 0,0 0,0-2,-2 1,1-1,-2 0,0-1,0-1,-1 0,-1 0,-5 2,-18 4,0-3,-1-1,0-1,-1-3,0-1,-1-1,0-3,0-1,0-2,0-2,1-1,-4-2,-90-21,133 25,1-1,0 1,-1 0,1-1,-1 1,1-1,0 1,-1-1,1 1,-1-1,1 1,-1-1,1 1,-1-1,0 0,1 1,-1-1,0 0,1 1,-1-1,0 0,0 1,0-1,0 0,1 0,-1 1,0-1,0 0,0 1,-1-1,1 0,0 0,0 1,0-1,0 0,-1 1,1-1,0 0,-1 1,1-1,0 0,-1 1,1-1,-1 1,1-1,-1 1,1-1,-1 1,0-1,32-2,-1 1,1 1,0 2,0 2,-1 0,1 2,-1 1,-1 2,1 0,10 7,-32-13,183 59,-3 9,173 91,-358-159,28 15,1-1,1-1,0-2,1-1,1-2,-1-1,2-2,17 2,-11-9</inkml:trace>
  <inkml:trace contextRef="#ctx0" brushRef="#br1" timeOffset="168137.553">27259 13426,'-12'-2,"-48"94,10 4,3 2,5 3,4 1,5 1,4 2,5 2,-9 103,20-14,8 0,10 23,-4-188,2 0,0 0,2-1,2 0,0 0,5 6,-9-26,1 1,1-2,0 1,0 0,1-1,0 0,1 0,0-1,0 0,1 0,0-1,0 0,1 0,-1-1,2 0,-1 0,1-1,9 4,-6-4,0-1,0 0,1-1,0 0,-1-1,1 0,0-1,0-1,0 0,0-1,0 0,-1-1,1-1,-1 0,1-1,-1 0,0-1,0-1,-1 0,0-1,9-6,111-107,-103 86</inkml:trace>
  <inkml:trace contextRef="#ctx0" brushRef="#br1" timeOffset="180017.246">16243 14939,'-868'0,"863"0,3-1,-1 1,1 0,-1-1,1 1,-1 0,1 0,-1 0,1 0,-1 1,1-1,-1 1,1-1,0 1,-1 0,1 0,0 0,-1 0,1 0,0 1,0-1,0 1,0-1,0 1,0 0,1 0,-1 0,1 0,-1 0,1 0,0 0,-1 0,1 1,0 0,1 8,0 1,0-1,2 0,-1 1,1-1,1 0,0 0,1 0,3 8,-5-14,166 451,-150-428,-16-27,0 1,0-1,-1 1,1-1,0 1,-1-1,0 1,1 0,-1 0,0 0,0 0,0 0,0 0,0 0,0 0,-1 0,1 0,-1 0,1 0,-1 1,0-1,0 0,0 0,0 1,-1-4,1 1,0 0,-1 0,1-1,0 1,-1 0,1 0,0 0,-1 0,1 0,0-1,-1 1,1 0,-1 0,1 0,0 0,-1 0,1 0,-1 0,1 0,0 1,-1-1,1 0,-1 0,1 0,0 0,-1 0,1 1,0-1,-1 0,1 0,0 0,-1 1,1-1,0 0,-1 1,1-1,0 0,0 1,0-1,-1 0,1 1,0-1,0 0,0 1,0-1,0 1,-1-1,1 0,0 1,0-1,0 1,0-1,0 0,0 1,1-1,-1 1,0-1,0 0,0 1,0-1,0 1,-20-31,9 5</inkml:trace>
  <inkml:trace contextRef="#ctx0" brushRef="#br1" timeOffset="181217.561">15273 14996,'51'102,"-23"-23,-4 2,-3 1,-4 0,-3 2,-4-1,-4 1,-4 77,-1-144,4-23,4-9,0 7,-1 1,1 0,0 1,1 0,-1 0,1 1,1 0,-1 1,0 0,1 0,0 2,0-1,0 1,0 1,0 0,1 0,-1 1,0 1,0 0,0 0,5 2,-5-2,1 1,-1 1,0 0,1 0,-1 1,-1 1,1 0,-1 0,0 1,0 0,0 1,-1 0,0 0,-1 1,1 0,-1 1,-1 0,0 0,0 1,-1-1,0 2,-1-1,0 0,0 1,-1 0,2 11,4 191,-10-187,1-18,-1 0,0 0,0 0,0 0,-1 1,0-1,-1-1,0 1,0 0,-1 0,1-1,-2 1,1-1,-1 0,0 0,-1 0,0-1,0 1,0-1,-1 0,1-1,-1 1,-1-1,-3 2,-16 8,0-1,-1-2,0-1,-1-1,0-1,-1-1,0-2,0-1,-9 0,-269 7,302-12,-248-7,248 8,0-1,1 0,-1 1,0-2,1 1,-1 0,1-1,-1 0,1 0,-1-1,1 1,-1-1,1 0,0 0,0 0,0 0,0-1,0 0,1 0,-1 0,1 0,0 0,0-1,0 1,0-1,1 0,-1 0,-1-3,2-15</inkml:trace>
  <inkml:trace contextRef="#ctx0" brushRef="#br1" timeOffset="183283.873">16499 15253,'6'-1,"1"0,-1 0,0 1,1 0,-1 0,0 1,1 0,-1 0,0 0,1 1,-1 0,0 0,0 0,-1 1,1 0,0 0,-1 1,0-1,0 1,0 0,0 0,-1 1,1 0,-1 0,0 0,0 0,28 51,-2 1,-3 2,-3 0,-2 2,-3 0,5 31,-5-24,61 309,-52-303,-26-74,-1 1,1-1,-1 0,1 1,-1-1,1 0,-1 0,1 0,-1 0,1-1,-1 1,0 0,1-1,-1 1,1 0,-1-1,0 0,1 1,-1-1,0 0,0 0,1 0,-1 0,0 0,0 0,0 0,0 0,0 0,0 0,-1 0,1-1,0 1,-1 0,1-1,-1 1,1-1,0 0,0 0,27-46,-3-1,-1-1,-3-1,-2-1,-2-1,9-48,56-401,-26 325,-56 177,1 1,-1-1,0 1,1-1,-1 0,1 0,-1 1,1-1,-1 0,0 1,1-1,-1 0,1 0,-1 0,1 0,-1 0,1 1,-1-1,1 0,-1 0,1 0,-1 0,1 0,-1 0,1-1,-1 1,1 0,-1 0,1 0,-1 0,1-1,-1 1,1 0,-1 0,0-1,1 1,-1 0,1-1,-1 1,0 0,1-1,-1 1,0-1,0 1,1 0,-1-1,0 1,0-1,1 1,-1-1,0 1,0-1,0 1,0-1,0 1,0-1,0 1,0-1,0 1,0-1,0 1,0-1,0 1,-1-1,1 1,0-1,7 46,-4 588,-5-50,-4-486,5-95,0 1,0-1,-1 0,1 0,-1 0,0 0,1-1,-1 1,0 0,0-1,0 1,0-1,0 0,0 1,-1-1,1 0,0 0,-1-1,1 1,0 0,-1-1,1 0,-1 1,1-1,-1 0,1 0,-1 0,1-1,-1 1,1-1,-1 1,1-1,0 0,-1 0,1 0,0 0,0 0,-1 0,1-1,0 1,0-1,1 1,-1-1,0 0,-1-1,-15-13,0-1,0-1,2 0,0-1,1-1,1 0,1-1,1-1,1 0,-6-16,-240-542,188 436,8-2,5-3,8-2,6-2,-10-83,1-17,45 242</inkml:trace>
  <inkml:trace contextRef="#ctx0" brushRef="#br1" timeOffset="183973.219">17698 15910,'5'0,"6"0,21 0,39 0,32 0,32 0,2 0,-6 0,-22 0,-19 0,-15 0,-11 0,-16 0</inkml:trace>
  <inkml:trace contextRef="#ctx0" brushRef="#br1" timeOffset="184359.307">18127 15366,'32'88,"-7"-41,-13-7,0 1,-3 0,-2 0,3 38,14 78,-2-69,-8-37,-2 1,-2 0,-3 1,0 31,-8-52,1-5</inkml:trace>
  <inkml:trace contextRef="#ctx0" brushRef="#br1" timeOffset="184892.949">20238 14569,'-4'-3,"0"0,0 1,-1 0,1 0,-1 0,0 0,1 1,-1 0,0 0,0 0,0 0,0 1,0 0,0 0,0 0,0 1,0 0,1 0,-1 0,0 0,0 1,1 0,-1 0,1 0,-1 0,1 1,-13 9,0 1,1 1,0 0,2 1,-1 0,2 1,0 1,1 0,1 1,0 1,2-1,0 1,-3 13,-38 91,6 2,5 2,-20 126,25-108,-106 429,135-546,0 1,1-1,2 1,1 0,2 0,0 0,2 0,1-1,2 1,4 11,3-3</inkml:trace>
  <inkml:trace contextRef="#ctx0" brushRef="#br1" timeOffset="185615.39">20609 17136,'119'165,"-112"-155,-1 4,1-1,1 0,0 0,1 0,0-1,1 0,0-1,1 0,0-1,1 0,0-1,0 0,1-1,0 0,1-1,0 0,0-1,0-1,0-1,1 0,13 2,-23-7,0-1,0 0,0 0,0-1,-1 1,1-1,-1 0,1 0,-1 0,0-1,0 0,-1 0,1 0,-1 0,0 0,0 0,0-1,-1 0,1 1,-1-1,0 0,-1 0,1 0,-1-1,0 1,0 0,-1 0,1-1,-1 1,0 0,-1-1,1 1,-1-1,1 3,9-106,-4-1,-6 1,-11-78,-8 60,-6 1,-5 1,-5 2,-43-94,27 71,24 67,-13-36,5-2,-2-28,19 36,5-1,4 0,6 0,6-68,-2 172,0-1,-1 1,1-1,1 0,-1 1,1-1,0 1,0-1,1 1,0 0,0-1,0 1,1 0,0 0,0 0,1 1,0-1,0 1,0 0,0 0,1 0,21-7</inkml:trace>
  <inkml:trace contextRef="#ctx0" brushRef="#br1" timeOffset="186023.158">20267 15795,'10'0,"12"0,28 0,18 0,19 0,18 0,10 0,-4 0,-16 0,-15 0,-11 0,-12 0,-2 5,-10 2</inkml:trace>
  <inkml:trace contextRef="#ctx0" brushRef="#br1" timeOffset="186483.362">21465 15852,'-16'55,"-1"31,4 0,4 1,4 1,6 69,-1-141,0 5,-2-9,1 0,0 0,1 0,0 0,1 0,0 0,1 0,1 0,0 0,0 0,1-1,1 1,0-1,0 0,1-1,0 1,1-1,4 4,-9-12,-1-1,0 0,1 0,-1 0,1 0,-1 0,1 0,-1 0,1-1,0 1,-1 0,1-1,0 0,0 1,-1-1,1 0,0 0,0 0,0 0,-1 0,1 0,0-1,0 1,-1 0,1-1,0 0,-1 1,1-1,0 0,-1 0,1 0,-1 0,1 0,-1 0,0 0,1 0,-1-1,0 1,0 0,0-1,1 0,28-75,-21 37,-2 0,-2 0,-2 0,-1-1,-3 0,-1 1,-1 0,-3-1,-2-1,7 33,0-1,-1 0,0 0,-1 1,0-1,0 1,-1 0,-1 0,1 0,-1 1,-1-1,0 1,0 1,0-1,-1 1,0 0,0 0,-1 1,0 0,0 1,-1-1,1 1,-1 1,0 0,0 0,-4 0,-54 5,36 2</inkml:trace>
  <inkml:trace contextRef="#ctx0" brushRef="#br1" timeOffset="186813.062">21665 16251,'0'15,"0"33,0 48,0 47,0 27,5 10,1-12,0-24,-1-32,-2-31,-5-28,-3-23</inkml:trace>
  <inkml:trace contextRef="#ctx0" brushRef="#br1" timeOffset="187415.214">22465 15395,'10'9,"0"1,-1-1,0 2,0-1,-1 1,-1 0,1 1,-2 0,0 0,0 0,-1 1,-1 0,0 0,-1 0,0 0,-1 0,0 1,-1-1,-1 1,0 0,-1 5,1-15,-6 160,5-155,-1-1,0 1,-1-1,0 0,0 0,0 0,-1 0,-1 0,1-1,-1 0,0 0,-1 0,0-1,0 1,0-1,-1-1,0 1,0-1,-48 20,48-23,1 0,-1 0,1 1,0-1,-1 1,1 1,1-1,-1 1,1 0,-1 0,1 1,0 0,1 0,-1 0,1 0,0 0,0 1,1 0,-2 2,2 4,1 0,1 1,-1-1,2 0,0 0,0 0,1 0,1 1,0-1,1-1,0 1,0 0,2-1,1 6,16 58,-20-65,2 6,0 0,-2 0,1 0,-2 1,0-1,-1 0,-1 1,0-1,-3 7,3-19,-1-1,1 0,-1 0,0 0,0 0,0 0,-1 0,1-1,-1 1,1-1,-1 1,0-1,0 0,0 0,0 0,0-1,0 1,-1-1,1 0,-1 0,1 0,-1 0,1 0,-1-1,0 1,-29 3</inkml:trace>
  <inkml:trace contextRef="#ctx0" brushRef="#br1" timeOffset="187843.125">22693 16793,'0'-1457,"22"1233,-1 168,-7 37</inkml:trace>
  <inkml:trace contextRef="#ctx0" brushRef="#br1" timeOffset="188123.998">22435 15994,'0'5,"10"2,17-1,25-1,21-1,14-2,-3-1,-11-1,-14 0,-6 0,-13 0</inkml:trace>
  <inkml:trace contextRef="#ctx0" brushRef="#br1" timeOffset="188364.002">23149 16138,'5'0,"6"0,7 5,4 1,14 5,0 0</inkml:trace>
  <inkml:trace contextRef="#ctx0" brushRef="#br1" timeOffset="188634.438">23434 16195,'10'0,"12"0,9 9,2 4,2-1,9 3,11-1,16-4,-4-2</inkml:trace>
  <inkml:trace contextRef="#ctx0" brushRef="#br1" timeOffset="188882.946">25005 16251,'5'0,"6"0,6 0,10 0,10 0,9 0,1-4,-8-3</inkml:trace>
  <inkml:trace contextRef="#ctx0" brushRef="#br1" timeOffset="189153.113">25574 16166,'10'0,"8"0,6 0,8 0,4 0,15 0,19 0,-4 0</inkml:trace>
  <inkml:trace contextRef="#ctx0" brushRef="#br1" timeOffset="189154.113">26773 16138,'5'0,"7"0,5 0,6 0,7 0,0 0</inkml:trace>
  <inkml:trace contextRef="#ctx0" brushRef="#br1" timeOffset="189397.737">27315 16109,'0'0</inkml:trace>
  <inkml:trace contextRef="#ctx0" brushRef="#br1" timeOffset="189774.838">28315 14282,'59'0,"-22"-2,0 2,0 1,1 2,-1 2,-1 1,1 2,3 3,-5 1,0 2,-1 2,-1 0,0 3,-1 0,-1 2,-1 2,-1 1,-2 0,0 3,-1 0,-2 1,-1 2,-1 0,-1 1,-2 1,-2 1,0 1,-3 0,0 1,0 10,2 33,-3 1,-3 0,-4 0,-4 65,-1-105,-2 0,-1-1,-2 1,-1 0,-3-1,-1 0,-1-1,-2 0,-2-1,-1 0,-18 18,-3-2,-1-2,-3-1,-2-2,-2-2,-2-2,-2-2,-1-2,-2-2,-2-3,-1-1,-7-1,-48 30,-4-4,-2-6,-2-5,-1-4,-91 17,128-44,-2-3,1-3,-1-4,-30-4,19-2</inkml:trace>
  <inkml:trace contextRef="#ctx0" brushRef="#br1" timeOffset="192464.719">18127 15709,'0'-112,"3"1,-6 0,-4 0,-16-70,-68-197,42 217,-6 3,-21-31,37 106,-4 1,-3 2,-4 3,-3 1,-47-48,67 83,0-2,-1 2,-3 2,-1 1,-1 1,-2 3,-26-16,39 32,-2 1,0 2,-1 1,0 1,-1 1,-1 2,1 2,-1 1,-1 1,1 2,-1 1,-10 2,-373 6,367 0,0 2,1 2,0 3,1 1,1 3,-44 20,-263 146,195-107,2 7,4 6,5 7,-69 61,162-112,1 3,2 2,3 2,2 2,2 2,-31 51,27-17,4 2,3 2,5 2,4 2,4 0,5 2,3 1,-4 78,0 144,13 1,15 30,-2-171,2 129,-2-292,0 1,2 0,0-1,1 0,1 0,0 0,2 0,0-1,1 0,1 0,1-1,0 0,1-1,1 0,1-1,0 0,0-1,15 11,179 150,44 32,63-25,-241-139,2-4,2-3,2-3,1-4,1-3,1-4,1-3,0-4,2-4,180 0,89-14,-196-1,-105 4,0-2,0-3,0-2,-1-2,0-2,21-10,-11-3,0-3,-2-2,-1-3,-2-3,-1-2,27-25,-63 45,-1 0,0-2,-1 0,-1-1,0 0,-2-2,-1 0,0 0,2-10,24-52,-4-2,-4-1,-3-1,-5-2,-1-13,9-84,-8-2,-4-80,-21-670,1 925,2-37,-2 0,-2 1,-2-1,-3 1,-2 0,-2 0,-2 1,-2 1,-2 0,-21-39,-1 29,-2 1,-3 3,-12-10,-47-57,58 63,7 7,-2 3,-2 0,-22-16,27 32,-1 1,-2 1,-1 3,-1 1,-40-18,46 28</inkml:trace>
  <inkml:trace contextRef="#ctx0" brushRef="#br1" timeOffset="195813.764">2858 10373,'-34'-1,"27"0,1-1,-1 1,0 0,0 0,0 1,0 0,1 0,-1 1,0 0,0 0,0 0,1 1,-1 0,1 1,-1-1,1 1,0 0,0 1,0-1,1 1,-1 1,1-1,0 1,0-1,0 1,1 1,0-1,0 1,0 0,0 1,-3 20,2 0,1 0,1 1,2 0,0-1,3 24,-1-4,-2-11,1 0,1 0,2 0,2 0,1-1,2 1,1-2,2 1,1-1,2-1,1 0,2-1,8 12,-13-26,1-1,0 1,2-2,-1 0,2-1,0 0,1-1,0-1,1-1,1-1,0 0,0-1,1-1,0-1,1-1,0 0,0-2,0-1,1 0,-1-1,1-2,5 0,-22-1,0 0,0-1,0 0,0 1,0-2,0 1,0-1,-1 1,1-1,0 0,-1-1,0 1,1-1,-1 0,0 0,0 0,-1-1,1 0,-1 1,0-1,0 0,0 0,0-1,-1 1,1-1,-1 1,0-1,-1 0,1 1,-1-1,0-2,3-11,-1-1,0 0,-2 0,0 0,-2 0,0 0,-1 1,0-1,-2 0,0 1,-1 0,-1 0,-1 0,0 1,-2-1,0 2,0 0,-4-4,-3-5,-1 1,-2 1,0 0,-1 2,-1 0,-1 1,-1 2,0 0,-2 1,0 1,-1 2,0 0,-1 2,0 1,-1 1,0 1,-18-2,-11 4,0 3,-1 2,0 2,-16 4,69-4,0 0,1 0,-1 1,1-1,-1 1,1 0,-1 0,1 0,-1 1,1 0,0 0,0 0,0 0,0 0,0 1,1 0,-1 0,1 0,-1 0,1 0,0 1,0 0,1-1,-1 1,1 0,0 0,0 0,0 1,0-1,1 0,0 1,0-1,0 1,0 0,-2 30,1 1,1 0,2 0,2 0,7 31,-8-51,1 0,1-1,1 0,0 0,1 0,0-1,1 0,1 0,0-1,1 1,1-2,0 0,0 0,1 0,1-2,-1 1,2-1,0-1,0 0,0-1,1-1,1 0,-1-1,1 0,4 0,-15-5,0 1,0-1,0-1,0 1,1-1,-1 1,0-1,1-1,-1 1,0 0,0-1,1 0,-1 0,0 0,0-1,0 1,0-1,0 0,-1 0,1 0,0-1,-1 0,0 1,1-1,-1 0,0 0,-1-1,1 1,0 0,-1-1,1-2,8-20,-2-1,0 0,-2-1,-1 0,-2 0,0 0,-2-1,-1 1,-2-3,2 17,3-83,-4 1,-4-1,-5 0,-4 1,-9-23,10 64,-3 1,-2 1,-3 1,-1 1,-3 0,-5-2,25 47,0-1,-1 1,0 0,0 0,0 0,-1 1,0-1,0 1,0 1,-1-1,0 1,0 0,5 3,-1 0,1 0,-1 1,1-1,-1 0,1 1,-1 0,1-1,-1 1,1 0,-1 0,0 1,1-1,-1 0,1 1,-1 0,1-1,-1 1,1 0,0 0,-1 1,1-1,0 0,0 1,0-1,0 1,0 0,0 0,0 0,1 0,-1 0,1 0,-1 0,1 0,0 0,0 1,-1 1,-7 17,1 0,1 1,1 0,0 0,2 1,1-1,1 1,0 3,0 2,-11 113,7 1,6 0,8 14,-7-122,3 1,0-1,3 0,0-1,3 1,0-1,2-1,2 0,1-1,1-1,1 0,2-1,10 11,58 25,-84-63,-1-1,1 0,0 0,0 0,0-1,-1 1,1 0,0-1,0 0,0 0,0 0,0 0,0 0,0-1,0 1,-1-1,1 0,0 0,0 0,-1 0,1 0,0-1,-1 1,1-1,-1 1,0-1,1 0,-1 0,0 0,0 0,0-1,-1 1,1 0,1-3,4-12,-1 0,-1 0,0-1,-1 1,-1-1,-1 0,0 0,-2 0,0 0,-1-12,0 6,2-5,1 7,-1 0,-1 1,-1-1,-1 0,-1 1,0-1,-2 1,-1 0,0 0,-1 1,-2 0,0 0,-1-1,3 11,1 1,-1 0,-1 0,0 0,0 1,-1 0,0 0,0 1,0 0,-1 1,0 0,-1 1,1 0,-1 0,0 1,0 1,0 0,-1 0,1 1,-1 1,-9-1,18 2,0 0,0 0,0 0,0 0,0 1,0-1,0 1,0 0,0 0,0 0,0 0,1 0,-1 1,0-1,1 1,0 0,-1 0,1 0,0 0,0 0,0 0,0 1,0-1,0 1,1-1,-1 1,1 0,0-1,-1 1,1 0,1 0,-1 0,0 0,1 0,-1 0,1 0,0 0,0 2,-3 28,0 0,3-1,0 1,2 0,2 0,1-1,1 0,2 0,1 0,8 16,-3-14,2-1,2 0,1-1,1-1,1 0,24 23,-35-43,0 0,1-1,0 0,1-1,0-1,1 0,-1 0,1-1,1-1,-1 0,1-1,0 0,1-1,-1-1,1 0,-1-1,1-1,11 0,-15-2,0 0,0-1,-1 0,1-1,-1 0,0-1,0 0,0-1,0 0,-1 0,0-1,0 0,0-1,-1 1,0-2,0 1,0-1,-1-1,0 0,8-11,-1-1,0-1,-2 0,0-1,-2 0,0-1,5-20,-1-20,-2-1,-3-1,-3 0,-2 0,-4-1,-3-13,2 66,3 7,-1-1,-1 0,1 1,-1-1,0 0,-1 0,0 1,0-1,-1 0,0 1,0 0,-1-1,0 1,0 0,0 0,-1 0,0 1,-1-1,0 1,1 0,-2 1,1-1,-1 1,0 0,0 0,-3-1,-9 0,0 2,0 0,-1 1,1 1,-1 1,1 0,-1 2,1 0,-1 1,1 0,-1 2,1 0,0 2,1-1,-8 5,15-6,1 1,-1 0,1 1,0 0,1 0,-1 1,1 0,1 0,-1 1,1 0,-3 5,-6 14</inkml:trace>
  <inkml:trace contextRef="#ctx0" brushRef="#br1" timeOffset="197601.22">2772 10572,'-18'0,"13"-1,-1 0,1 1,0 0,-1 0,1 0,0 0,0 1,-1 0,1 0,0 1,0-1,0 1,0 0,0 0,0 1,1-1,-1 1,1 0,0 1,-1-1,-2 4,0 5,2-1,-1 1,1 0,1 0,0 1,1-1,1 1,-1-1,2 1,0 0,1 13,-1-11,-4 41,4 1,1-1,4 1,8 49,-7-83,0-1,1 1,1-1,1 0,1-1,1 0,1 0,1-1,0-1,2 0,0 0,1-1,4 2,-9-9,1 0,0-1,0 0,1-1,1 0,-1-1,1-1,0 0,1 0,0-2,0 0,0 0,1-1,-1-1,1 0,0-1,0-1,0 0,0-1,0-1,0 0,1-1,-10 0,1-1,0 0,-1 0,0-1,1 1,-1-1,-1-1,1 1,-1-1,1 0,-1 0,-1-1,1 1,-1-1,0 0,0 0,-1-1,0 1,0-1,1-4,28-143,-29 114,0 0,-3 0,-2 0,-1 0,-2 0,-1 0,-3 1,-1 0,-1 1,-3 0,-1 1,-1 0,-5-3,12 21,0 1,-1 0,-1 0,-1 1,0 1,-1 0,-1 0,0 2,-1 0,-1 0,0 1,-1 1,0 1,-1 1,0 0,-6-2,1 7,1 0,-1 2,1 0,-1 2,0 0,0 2,-18 2,33-2,1 1,0 0,0 0,0 0,0 1,0 0,1 0,-1 1,1-1,0 2,0-1,0 1,1-1,-1 2,1-1,0 0,1 1,-1 0,1 0,1 1,-1-1,1 1,0-1,0 1,1 0,-2 7,-5 20,2 1,1 0,2 0,1 0,2 1,0-27,1-7,-5 69,4-1,2 1,9 58,-9-122,-1-1,1 1,0 0,0-1,1 1,0-1,0 1,0-1,1 0,0 0,0 0,1 0,0-1,0 1,0-1,0 0,1 0,0-1,0 1,0-1,1 0,-1 0,1-1,0 0,0 0,0 0,0-1,1 0,-1 0,1 0,-1-1,1 0,0 0,-1-1,4 0,-4-1,1 0,0 0,-1 0,1-1,-1-1,1 1,-1-1,0 0,0 0,0-1,0 1,-1-1,1-1,-1 1,0-1,-1 0,1 0,-1 0,0-1,0 1,61-126,-52 76,-3-1,-2 0,-2-1,-3 1,-3-1,-5-47,4 58,0 25,2 11,-1-1,-1 0,1 0,-2 1,0-1,0 0,-1 1,0 0,0-1,-3-2,3 10,-1 0,0 1,1-1,-1 1,0 0,0 0,0 1,-1-1,1 1,0 0,0 0,-1 0,1 1,-1 0,1-1,-1 1,1 1,0-1,-1 1,1 0,0 0,-1 0,1 0,0 1,0-1,0 1,0 0,0 1,0-1,1 1,-2 0,-9 6,1 1,0 0,0 0,1 2,0-1,1 1,1 1,0 0,0 1,1 0,1 0,1 0,0 1,0 1,2-1,0 1,1 0,0 0,1 0,1 0,1 1,0-1,1 1,1-1,0 1,3 7,-4-18,0 0,1 0,0 1,0-1,0 0,1 0,0 0,0-1,1 1,-1 0,1-1,1 1,-1-1,1 0,-1 0,2-1,-1 1,0-1,1 0,0 0,0 0,0 0,0-1,1 0,-1 0,1-1,0 1,8 2,-1-1,1-1,0 0,0 0,0-1,0-1,0-1,1 0,-1 0,0-2,8-1,-18 2,0-1,0 0,0 0,0 0,0 0,0 0,0-1,-1 0,0 0,1 0,-1 0,0 0,0-1,-1 1,1-1,-1 0,0 0,0 0,0 0,0 0,-1 0,0-1,0 1,0 0,17-112,-18 114,1-15,1 6,0-1,0 1,-2-1,1 1,-1-1,-1 1,0-1,-1 1,0 0,-1-1,0 1,-1 0,0 1,0-1,-1 1,-1-1,-3-3,8 12,-1 1,1 0,-1-1,1 1,-1 0,0 0,0 0,0 0,0 0,1 1,-1-1,0 0,0 1,0 0,0-1,0 1,0 0,-1 0,1 0,0 0,0 0,0 1,0-1,0 1,0-1,0 1,1 0,-1 0,0 0,0 0,0 0,1 0,-1 0,0 0,1 1,-1-1,1 1,0-1,-1 1,1-1,0 1,0 0,0 0,0 0,0 0,1-1,-1 1,1 0,-1 0,1 0,-1 0,1 0,0 0,0 1,-4 21</inkml:trace>
  <inkml:trace contextRef="#ctx0" brushRef="#br1" timeOffset="199203.131">2002 10715,'1'3,"0"0,1 0,0 0,0 1,0-2,0 1,0 0,0 0,1-1,-1 1,1-1,0 0,0 0,0 0,0 0,0 0,0 0,0-1,1 0,-1 0,0 0,1 0,-1 0,1-1,0 1,-2-1,48 12,2-3,-1-1,1-3,0-3,49-3,-88 2,0-1,0 0,0-1,0 0,0-1,0-1,0 0,-1-1,1 0,-1 0,0-2,0 1,-1-2,0 1,0-2,0 1,-1-1,0-1,-1 0,0 0,0-1,-1 0,0-1,-1 0,0 0,-1 0,0-1,-1 0,2-6,-1-27,-3 0,-2 0,-1-1,-5-19,5 55,0 1,-2-1,1 1,-1 0,0 0,-1 0,0 0,0 0,-1 0,0 1,-1 0,0 0,0 0,-1 0,0 1,0 0,0 0,-1 1,0-1,-1 2,1-1,-1 1,0 0,-1 0,1 1,-1 0,1 1,-1 0,0 0,-1 1,1 0,-2 1,-12-2,1 1,-1 1,0 2,1 0,-1 1,1 1,-1 1,1 1,1 1,-6 3,18-4,-1 0,1 0,0 1,0 0,0 1,1 0,0 1,1-1,-1 1,2 1,-1-1,1 1,0 0,1 1,0 0,1-1,0 1,0 1,0 1,-5 21,1 0,2 0,1 1,1 0,2 18,1-43,-2 19,0 0,2 0,1 1,2-1,1 0,0 0,2-1,2 1,0-1,2 0,1-1,1 0,4 7,-8-26,-1-1,1 1,0-2,1 1,0-1,-1 0,1-1,1 0,-1 0,1-1,-1 0,1 0,0-1,0 0,0 0,0-1,1-1,-1 0,0 0,0 0,0-1,0-1,1 1,-2-2,1 1,9-4,-6-1,-1-1,0 0,0 0,0-1,-1 0,0-1,-1 0,0 0,-1-1,0-1,-1 1,0-1,0 0,-2-1,1 1,-2-1,1 0,-2-1,1-2,6-22,-1 0,-2-1,-1 0,-2 0,-2-1,-1 1,-3 0,-1-1,-7-32,8 60,0-1,-1 1,0 0,-1 0,-1 0,0 0,0 1,-1 0,0 0,-1 0,-1 1,0 0,0 0,-1 1,0 0,0 0,-1 1,0 1,-1 0,1 0,-1 1,-1 0,1 1,-1 0,0 1,0 0,-1 1,-10-2,20 5,-1 1,0-1,0 0,1 1,-1 0,0 0,1 0,-1 0,1 1,-1-1,1 1,0 0,0 0,0 0,0 1,0-1,0 1,0-1,1 1,-1 0,1 0,0 0,0 0,0 1,0-1,1 0,-1 1,0 3,-22 107,23-107,-4 25,0 1,2-1,2 1,1-1,1 0,2 1,1-1,2 0,0 0,3-1,1 0,1 0,3 4,8-1</inkml:trace>
  <inkml:trace contextRef="#ctx0" brushRef="#br1" timeOffset="199814.082">859 9231,'-27'27,"-7"143,16 40,10 205,10-348,2 1,3-1,4 0,2-1,3 0,2-1,19 39,-32-92,-1-1,1 0,1 0,0-1,0 1,1-1,1-1,-1 0,2 0,-1 0,1-1,8 6,-13-12,-1-1,1 0,0 0,0 0,0 0,0 0,0-1,0 0,0 0,0 0,0 0,0 0,0-1,0 0,0 0,0 0,0 0,0-1,-1 0,1 1,0-1,-1 0,0-1,1 1,-1-1,0 1,0-1,0 0,-1 0,1 0,0-2,20-24,-2-2,-1 0,-1-1,-2-1,-1 0,-1-2,-3 1,0-2,-2 0,3-27,12-44,-4-1,-4-1,-6-1,-3-95,-7 167,-1 1,-2 0,-2-1,-1 1,-2 0,-2 1,-1 0,-2 0,-1 1,-2 1,-1 0,-3-1,10 25,0 0,-1 1,0 0,-1 1,1 0,-1 1,-1 0,1 1,-1 0,-1 1,1 0,-1 1,1 0,-1 1,0 1,-1 0,1 0,0 1,0 1,-1 1,1 0,0 0,0 1,0 1,0 0,0 1,1 0,-5 3,-1 2,0 1,1 0,0 1,0 1,1 1,1 0,0 1,1 1,1 0,0 1,1 0,1 1,0 0,1 1,1 0,1 0,1 1,0 0,-31 75</inkml:trace>
  <inkml:trace contextRef="#ctx0" brushRef="#br1" timeOffset="201218.169">1773 9601,'-47'0,"26"-2,1 1,0 1,-1 0,1 2,0 0,0 1,0 2,1 0,-1 1,1 0,0 2,-9 5,12 1,1 0,0 1,1 1,1 0,0 1,2 1,-1 0,2 0,1 1,0 0,2 1,0 0,1 0,1 0,0 1,2 0,1 0,0 0,2 0,0 0,1 0,1 0,2-1,0 1,0 0,2-1,3 6,13 29,2-2,2-1,3-1,2-2,2-1,38 43,-66-85,1 3,1-1,0 0,0 0,1 0,0-1,0 0,0-1,1 0,0 0,10 4,-15-10,0 0,0 0,-1-1,1 1,0-1,0 0,0 0,-1-1,1 1,0-1,-1 1,1-1,-1 0,0 0,0-1,0 1,0-1,0 1,0-1,-1 0,1 0,-1 0,0-1,0 1,0 0,0-1,-1 1,1-1,-1 0,0 0,0 1,0-1,-1-1,20-54,-3-2,-3 0,-2-1,-3 0,0-56,5-168,-16-128,-1 312,-4 0,-5 1,-16-62,7 81,19 63,9 26,18 38,114 255,-14 5,23 115,-44-130,-64-227,-39-63,0 0,0 0,-1 1,1-1,0 0,0 0,0 0,0 0,-1 0,1 0,0 0,0 0,0 0,0 0,0 0,-1-1,1 1,0 0,0 0,0-1,-1 1,1-1,0 1,0-1,-1 1,1-1,0 1,-1-1,1 0,-1 1,1-1,-1 0,1 0,-1 1,1-1,-1 0,0 0,0 0,1 1,-1-1,0 0,0 0,0 0,0 0,0 1,0-2,9-32,-3 0,-1-1,-1 0,-2 1,-1-9,-1 30,-2-885,11 662,-9 233,-1 1,1-1,0 1,0-1,0 1,0-1,0 1,0-1,1 1,-1-1,1 1,0 0,0-1,0 1,0 0,0 0,0-1,1 1,-1 0,1 0,-1 0,1 1,0-1,0 0,0 0,0 1,0 0,0-1,0 1,1 0,-1 0,0 0,1 0,-1 0,0 1,1-1,-1 1,1 0,-1-1,1 1,-1 0,1 1,51 58,-30-13,-2 1,-2 1,-2 1,-3 1,1 9,48 212,-11 2,3 138,-46-316,-11-58,-11-71,-12-97,7 0,5-2,5-44,4 116,-8-412,11 448,-1 11,1-1,0 0,1 0,0 0,1 1,1-1,1 1,0 0,0 0,2 0,5-12,-10 25,-1-1,0 1,1 0,0 0,-1-1,1 1,0 0,-1 0,1 0,0 0,0 0,0 0,0 0,0 0,0 0,0 1,0-1,1 0,-1 1,0-1,0 0,1 1,-1 0,0-1,1 1,-1 0,0 0,1-1,-1 1,0 0,1 0,-1 1,0-1,1 0,-1 0,0 1,1-1,-1 1,0-1,0 1,1-1,-1 1,0 0,0 0,0-1,0 1,0 0,0 0,0 0,0 0,0 0,0 0,-1 1,1-1,0 0,-1 0,1 1,-1-1,1 0,-1 1,7 23,-2-1,0 1,-1 0,-2 0,-1 0,-1 24,0-5,-3 266,2-301,0 2,0 0,1 0,0 0,1 1,0-1,0 0,1 0,1 0,0 0,0-1,3 5,8 7,1-1,1 0,1-1,0-1,1-1,2 0,18 12,20 22,-21-20,-1 1,-3 3,0 0,-3 2,-1 2,-2 0,5 12,-24-32,0 0,-1 1,-1 0,-1 0,-1 1,-1 0,-1-1,-1 1,0 0,-2 0,-1 0,2-18,0-1,0 1,0 0,-1 0,1 0,-1-1,0 1,0 0,0-1,-1 1,1-1,-1 1,0-1,0 0,0 0,-1 0,1 0,-1 0,1 0,-1 0,0-1,0 0,0 1,0-1,-1 0,1-1,-1 1,1-1,-1 1,1-1,-1 0,0 0,0-1,-1 1,-72 0,35-3</inkml:trace>
  <inkml:trace contextRef="#ctx0" brushRef="#br1" timeOffset="202713.83">2573 10601,'-2'1,"1"1,-1-1,1 0,0 0,0 1,-1-1,1 1,0-1,0 1,0-1,1 1,-1 0,0-1,0 1,1 0,-1 0,1 0,0-1,0 1,-1 0,1 0,0 0,1 0,-1-1,0 1,0 0,1 0,-1 0,1-1,0 1,-1 0,1 0,0-1,0 1,0-1,1 2,4 3,0-1,0 0,1 0,0 0,0-1,0 0,0 0,1-1,-1 0,1 0,0 0,0-1,0-1,0 1,0-1,1-1,-1 0,0 0,0 0,7-2,1 3,6-1,-11 2,0-1,1-1,-1 0,1 0,-1-1,0-1,1 0,-1 0,0-1,0-1,0 0,-1 0,2-2,-2-1,0-2,-1 1,0-1,0-1,-1 0,0 0,-1 0,0-1,-1 0,0-1,-1 1,0-1,0 0,-2 0,2-8,25-194,-30 213,3-25,-1 1,-1-1,-1 1,-1-1,-2 1,0-1,-2 1,0 0,-2 1,-1-1,-8-17,12 36,1 1,-1 1,0-1,0 0,0 1,-1 0,1 0,-1 0,0 1,-1-1,1 1,0 1,-1-1,1 1,-1 0,0 0,0 0,0 1,0 0,0 0,0 0,0 1,0 0,0 0,0 1,-1 0,-3 1,-6 1,1 1,0 1,0 0,0 1,1 0,-1 2,2-1,-1 2,1 0,-4 4,-3 4,0 2,2 1,0 0,1 2,1 0,1 0,1 1,1 1,2 1,0 0,1 0,-3 15,-5 25,3 2,3 0,3 0,1 31,5-54,1 0,3 0,1 0,2 0,2 0,3 4,-5-31,1 1,1-1,1 0,0-1,1 0,1 0,0 0,1-1,1-1,0 0,1 0,0-1,1 0,1-1,0-1,1 0,1 0,1-2,0 1,0-2,0 0,1-2,0 0,1 0,-1-2,1 0,0-2,0 0,0 0,0-2,0-1,19-2,-33 1,0 1,0-1,0 0,0 0,0-1,0 0,0 0,-1 0,0 0,0-1,0 1,0-1,0 0,-1 0,1-1,-1 1,0-1,-1 0,1 1,-1-1,0 0,0 0,0-1,0-2,21-138,-22 132,7-153,-13-127,4 277,3 3,-2 0,0 0,-1 0,0 0,-1 0,0 0,-1 0,-1 0,0 1,-1 0,-1 0,0 0,0 0,-2 1,1 0,-1 1,-4-4,3 10,0 0,0 1,0 1,-1-1,1 2,-1-1,0 1,0 1,1 0,-1 0,0 1,0 0,0 1,-9 1,9-2,-18 2,-1 0,1 2,0 1,0 2,0 0,-7 5,24-8,1 0,0 0,1 1,-1 1,1 0,0 0,0 1,0 0,1 0,0 1,1 0,0 0,0 1,1 0,0 0,0 1,-3 8,1 9,1 0,2 0,0 1,2-1,1 1,1 0,1 0,2 0,1 0,1 3,32 102,-34-129,0 1,0-1,0 1,1-1,-1 0,1 0,0 0,0 0,1-1,-1 1,1-1,0 0,0 0,0 0,0-1,0 1,0-1,1 0,-1 0,1-1,0 1,-1-1,1 0,0 0,0-1,1 1,-1-2,0 0,0 0,0 0,0-1,0 0,0 0,0 0,-1-1,1 1,-1-1,1 0,-1 0,0-1,0 1,-1-1,1 0,-1 0,0 0,0 0,0-1,-1 1,1-1,0-1,40-121,-31 48,-4 0,-3-1,-4 0,-5-26,4 91,1 11,-1-1,1 1,-1 0,0-1,-1 1,1-1,-1 1,0 0,0-1,0 1,-1 0,1 0,-1 0,0 0,0 0,-1 0,1 0,-1 1,-3-4,5 6,0 1,0-1,0 1,0-1,0 1,0-1,0 1,0 0,0-1,-1 1,1 0,0 0,0 0,0 0,0 0,-1 0,1 0,0 1,0-1,0 0,0 1,0-1,0 1,-1-1,1 1,0-1,0 1,0 0,1-1,-1 1,0 0,0 0,0 0,1 0,-1 0,0-1,1 2,-1-1,0 0,1 0,0 0,-1 1,-17 50,13-14,2-1</inkml:trace>
  <inkml:trace contextRef="#ctx0" brushRef="#br1" timeOffset="207862.575">11533 15310,'1'2,"0"0,0 0,0 0,1 0,-1 0,0-1,1 1,0 0,-1 0,1-1,0 1,-1-1,1 0,0 0,0 1,0-1,0 0,1-1,-1 1,0 0,0-1,0 1,2 0,-2-1,9 4,0 0,0 0,1-1,-1-1,1 0,0-1,-1 0,1-1,0 0,0-1,0 0,-1 0,1-2,-1 1,1-2,-1 1,0-2,0 1,-1-1,1-1,-1 0,0 0,6-7,3-11,-2-1,-1 0,-1-1,-1 0,-1-2,-1 1,-2-2,-1 1,-1-1,-1-1,0-15,18-111,-8-1,-7-1,-8-127,-2 231,-5-921,4 884,-4 0,-4 0,-3 1,-25-84,5 69,-4 2,-5 2,-4 2,-5 1,-6 0,-380-615,127 285,218 299,-4 4,-84-80,-103-84,256 265,-1 2,0 2,-2 0,0 2,-2 0,1 3,-2 0,0 2,-1 2,0 1,0 1,-1 2,-8 0,-76-7,0 5,-1 5,-26 7,35-2,-304 5,382-2,0 1,1 1,-1 1,2 2,-1 1,1 2,0 1,1 1,1 1,0 2,2 1,0 1,0 1,-5 7,-275 292,248-253,4 2,2 2,3 2,4 3,-19 45,19-32,4 1,4 3,1 11,15-25,4 1,3 0,3 0,2 50,-2-27,-3 0,-19 60,-19 127,24 107,19 287,9-566,0-34,4-1,3 0,4 0,3-1,4 0,12 25,93 229,25 36,48 104,-137-357,5-3,5-3,48 56,-94-138,1-1,1-1,2-1,0-1,2-2,0-1,2-1,0-1,28 12,10 1,1-2,2-3,2-4,70 15,-31-16,41 10,142 11,39-21,43-15,1174-10,-1534 1,1-1,0-1,0-1,0 0,-1-1,0-1,0-1,0-1,0 0,-1-1,12-8,28-17,-2-3,-1-2,-2-2,-2-2,-2-3,-1-2,16-23,30-54,71-124,-136 205,-2-1,-1-1,-3-1,-2-1,-2-2,-2 1,-2-2,-2 0,3-34,16-397,-25-269,-8 455,-4 161,-7 1,-21-94,23 164,-6-12,-3 0,-4 1,-3 2,-3 0,-26-43,-41-98,-68-269,108 349,-7 2,-4 3,-13-6,-189-313,230 388,-2 0,-2 3,-3 2,-2 2,-19-14,20 18,-15-16,12 10,-3 1,-1 3,-3 3,-37-22,34 29,29 18,-2 1,0 1,-1 2,0 2,-24-7,-36-3,-2 4,0 5,-1 3,0 5,-29 4,-869 6,962 2,1 0,-1 3,1 0,0 2,1 2,0 1,-9 5,-66 24,2 5,3 4,-51 35,92-48,31-20,1 1,0 2,2 1,0 1,2 1,-16 17,-6 13,-13 15,3 2,-40 65,86-116</inkml:trace>
  <inkml:trace contextRef="#ctx0" brushRef="#br1" timeOffset="211224.597">7794 10829,'-17'57,"13"-6,2 1,1-1,4 1,6 41,3 71,-7 0,-8 18,1-1,14 59,28-10,46 12,-8-27,-13-83,-50-108,-2 1,-1 0,-1 0,0 1,-3 1,1 5,71 462,-72-465,16 61,4-1,30 67,4-18,-7 3,7 46,-33-93,4-1,5-2,3-2,4-1,11 10,-14-41,2-1,2-3,3-1,2-3,54 40,-55-45,23 19,3-3,2-3,65 34,-117-79,1-1,1-1,-1-2,2-1,-1-1,1-1,12 0,134 32,29 19,136 1,225-57,-528 0,-1-1,1-2,-1-2,0-1,0-1,-1-2,0-2,9-5,14-15,-1-2,-2-3,-1-2,-3-2,-1-3,-1-1,-3-3,-2-2,29-43,0-6,-4-3,-5-3,27-64,-70 130,13-21,-3-2,-2-1,-3-2,-3-1,-3 0,-2-1,-4-1,-2-1,1-49,-17-677,28-258,-24 996,-3 1,-2 0,-2 1,-3-1,-2 1,-2 1,-8-15,-41-78,-5 3,-33-41,3 1,-47-55,113 192,-62-85,-5 4,-28-19,104 121,-144-129,-41 19,147 104,0 2,-2 4,-1 2,-60-12,42 19,-1 4,0 3,0 4,-20 4,-930 4,990-3,0 2,0 1,1 3,-1 1,1 2,1 2,0 2,0 1,1 2,1 2,-12 9,20-8,0 1,1 1,2 2,0 1,1 1,-1 4,-74 49,88-70,0 1,1 0,0 1,0 0,1 1,1 0,-1 1,0 2,-111 182,97-161,2 1,2 2,1 0,2 2,1 0,3 1,1 0,-6 34,10-26,-3 0,-1-1,-21 44,4-9,-40 168,56-206,3 0,2 1,2 0,1 1,3 10,-18 104,12-134</inkml:trace>
  <inkml:trace contextRef="#ctx0" brushRef="#br1" timeOffset="214655.563">7681 13311,'9'12,"0"1,0-1,-2 1,1 1,-2-1,0 1,0 1,-2-1,1 1,1 12,14 41,-4-22,16 45,3-2,41 71,-51-115,-2 1,-2 1,-2 0,7 30,27 140,-29-105,5-1,5-2,5-1,20 33,-47-114,2-1,1 0,1-1,1-1,1 0,2 0,103 117,-80-88,3-2,1-2,26 18,-43-42,2-2,0-1,1-2,1-1,1-2,0-1,1-1,35 7,423 112,-368-106,2-5,0-6,1-5,1-6,0-6,40-8,34 4,345 2,-310-21,-200 12,0-1,-1-2,-1-2,0-1,-1-2,-1-1,-1-2,28-23,-27 20,59-36,-44 31,-2-2,-2-2,-1-3,-1-1,-2-1,-2-4,15-32,-4-2,-4-3,-2-1,-5-2,17-52,-23 55,-8 26,-2-2,-3-1,-2-1,-3-1,-3 0,-2-2,8-392,-3 82,-19-95,3 409,-3 0,-3 1,-2-1,-2 1,-3 1,-2 0,-3 1,-2 1,-3-1,-202-428,60 87,106 269,-83-147,-129-147,21 14,174 301,-5 3,-4 4,-5 4,-45-35,77 78,-2-4,-2 3,-63-40,-20 3,48 35,78 41,0 1,-1 1,-1 1,0 1,0 1,-1 0,1 2,-20-3,-262 5,165 7,82-3,-1 3,1 2,-1 2,1 3,1 2,-26 11,-100 28,109-32,0 2,1 4,2 3,-1 4,23-12,6-2,2 1,0 2,1 2,2 1,-11 10,3 0,1 2,1 2,2 2,2 2,2 1,1 2,4 1,2 0,2 2,3 1,-7 21,-56 116,62-68,19-94</inkml:trace>
  <inkml:trace contextRef="#ctx0" brushRef="#br1" timeOffset="-212853.67">8080 10972,'-11'100,"-19"200,2 210,10 580,20-728,-1 363,30-436,33-84,-45-153,2-1,3-1,1-1,27 37,13 26,133 219,-59-164,-85-109,17 21,3-4,4-2,61 42,-76-69,-2 3,-2 2,9 14,-59-55,31 33,2 0,1-3,2-2,2-2,25 14,-4-15,2-3,0-3,2-4,1-2,1-4,49 5,241 31,-205-36,0-6,1-8,118-12,-237 5,-1-3,0-1,0-1,-1-3,0-1,-1-2,0-2,16-9,27-14,-3-4,-1-4,-2-3,-2-3,10-13,-14 9,-1-2,-4-3,-2-3,-3-2,-3-3,-3-3,-4-1,-2-3,9-26,-14-8,-5-1,6-47,11-32,-26 87,-4-1,-4-1,-6-1,-3-1,-5-85,-6 47,-7 0,-5 1,-8 0,-5 1,-7 2,-26-68,-112-260,89 285,-8 4,-8 3,-7 6,-26-22,38 52,-528-749,489 710,-9 5,-75-66,191 213,-1 2,-1 0,-1 2,-1 1,-2 1,0 2,-1 1,-1 1,0 2,-1 1,-1 2,-1 1,0 1,0 3,-1 0,0 2,-6 2,-290 7,293 1,0 2,0 1,0 2,1 2,-34 15,43-16,-42 15</inkml:trace>
  <inkml:trace contextRef="#ctx0" brushRef="#br1" timeOffset="-208728.722">1573 2554,'31'102,"202"566,54 151,-287-817,24 79,-23-75,-17-49,-82-222,-13 5,-22-19,119 252,-60-92,74 118,-1 1,1 0,0-1,0 1,-1-1,1 1,-1 0,1-1,0 1,-1 0,1-1,-1 1,1 0,0 0,-1-1,1 1,-1 0,1 0,-1 0,1 0,-1 0,1-1,-1 1,1 0,-1 0,1 0,-1 0,1 1,-1-1,1 0,-1 0,1 0,-1 0,1 0,-1 1,1-1,-1 0,1 0,-1 1,1-1,0 0,-1 1,1-1,0 0,-1 1,1-1,0 1,-1-1,1 1,0-1,0 0,-1 1,1-1,-2 12,0-1,1 0,0 1,1-1,0 1,1-1,0 0,1 1,1 4,-1 1,4 33,2-1,2-1,2 0,2 0,3-1,8 14,-6-34,-4-49,-15-9,-1 0,-2 0,0 0,-3 0,-3-11,-175-667,160 621,137 506,30 36,-8-89,-98-298,-37-66,0 0,1 0,-1 0,1 0,-1 0,1 0,0-1,-1 1,1 0,0 0,-1-1,1 1,0 0,0-1,0 1,-1-1,1 1,0-1,0 0,0 1,0-1,0 0,0 1,0-1,0 0,0 0,0 0,0 0,0 0,0 0,0 0,0 0,0-1,0 1,0 0,0 0,0-1,0 1,0-1,0 1,0-1,0 1,-1-1,1 0,0 1,0-1,-1 0,1 0,0 1,-1-1,1 0,-1 0,1 0,-1 0,0 0,1 0,-1 0,0 0,1 0,-1 0,0 0,0 0,0 0,0 0,0 0,0 0,0 0,0 0,-1 0,1-1,5-25,-2-1,-1 0,-1 0,-1 0,-1 0,-2 0,-1 0,-1-1,-3-10,-2 0,-2 0,-1 1,-2 1,-1 0,-2 2,-6-8,-5-1,29 43,0 1,0 0,0-1,0 1,0-1,0 1,-1 0,1-1,0 1,0 0,0-1,0 1,-1-1,1 1,0 0,0-1,0 1,-1 0,1 0,0-1,-1 1,1 0,0 0,-1-1,1 1,0 0,-1 0,1 0,0-1,-1 1,1 0,0 0,-1 0,1 0,-1 0,1 0,0 0,-1 0,1 0,-1 0,1 0,0 0,-1 0,1 0,-1 0,1 1,0-1,-1 0,1 0,0 0,-1 1,1-1,0 0,-1 0,1 1,0-1,0 0,-1 1,1-1,0 0,0 1,-1-1,1 0,0 1,0-1,0 0,0 1,1 28,15 60,5 0,3-2,8 9,-24-69,0 8,-17-41,-29-60,-367-747,391 786,-2-8,-2 2,0 0,-2 0,-2 2,-1 1,-1 1,-13-11,37 39,-1-1,0 1,0-1,0 1,0 0,0-1,0 1,0 0,0 0,0-1,-1 1,1 0,0 0,-1 0,1 1,-1-1,1 0,-1 1,1-1,-1 0,0 1,1 0,-1-1,1 1,-1 0,0 0,1 0,-1 0,0 0,1 1,-1-1,0 0,1 1,-1-1,0 1,1-1,-1 1,1 0,-1 0,1 0,0 0,-1 0,1 0,0 0,0 0,0 0,-1 1,1-1,1 0,-1 1,0-1,0 1,0-1,1 1,-1-1,1 1,-1 0,1-1,0 1,-1 0,1-1,0 1,0 0,0-1,0 1,1 1,-4 29,0 0,3 0,1 0,1 0,1 0,2-1,4 21</inkml:trace>
  <inkml:trace contextRef="#ctx0" brushRef="#br1" timeOffset="-207521.252">290 5008,'288'-7,"137"-26,1490-257,-919 136,-665 104,-288 43</inkml:trace>
  <inkml:trace contextRef="#ctx0" brushRef="#br1" timeOffset="-206348.083">1602 6320,'-13'33,"3"-8,4-54,4-79,5 0,4 1,5 0,4 0,20-60,-13 68,-4-1,-4-1,-5 0,-2-72,-13 43,-20 623,23-432,2-1,2 0,11 59,-9-96,1 0,1 0,1-1,1 0,1 0,1-1,1-1,0 1,2-2,0 0,14 15,-17-25,1-1,0 0,0-1,1 0,0 0,0-2,1 1,0-2,-1 1,2-2,-1 0,0 0,1-1,-1-1,11 0,54 11,-67-10,-1 0,1 0,-1 1,1 1,-1 0,0 0,-1 1,1 0,-1 1,0 0,0 0,-1 1,1 0,-2 0,1 1,-1 0,0 1,-1 0,0 0,0 0,-1 1,0-1,0 1,1 8,-3-7,-1-1,0 1,-1-1,0 1,-1 0,0-1,-1 1,0 0,0-1,-1 1,-3 8,1-15,0 0,0-1,0 1,-1-1,0 0,1 0,-1 0,0-1,0 1,-1-1,1-1,0 1,-1-1,1 0,-1 0,1 0,-1-1,1 0,-1 0,1 0,-1-1,0 0,1 0,0 0,-1-1,-134-33,105 24</inkml:trace>
  <inkml:trace contextRef="#ctx0" brushRef="#br1" timeOffset="-204613.574">1288 7632,'-4'0,"0"-1,0 0,0 0,0 0,0 0,0-1,0 1,0-1,1 0,-1 0,0-1,1 1,0-1,0 1,0-1,0 0,0 0,0-1,1 1,0-1,-1 1,-59-82,4-2,3-2,5-3,-15-40,-93-227,-95-334,64 77,85 108,-26-407,84 523,16-3,18-82,11 458,2 0,1 0,0 0,1 1,1-1,0 1,2 0,0 0,1 1,1-1,1 1,1-1,12-12,1 1,2 1,1 0,1 2,1 2,1 0,2 2,0 1,1 2,1 0,0 3,1 1,1 1,1 2,8-1,407-129,-332 101,1-5,2 5,1 6,2 5,1 5,0 6,52 2,-172 17,67-3,0 5,0 2,60 12,-97-4,-1 2,0 2,-1 1,-1 1,-1 2,0 1,-2 2,0 1,-2 1,0 1,-2 2,-1 0,-2 2,17 27,21 24,-4 3,-3 2,-4 3,-4 1,-2 7,235 582,121 481,-301-785,21 199,-90-399,-8 2,-8 0,-7 0,-9 32,2-209,1 17,-2 1,0-1,0 0,-2 1,0-1,-1 0,-1-1,0 1,-1-1,-1 0,0 0,-4 2,-9 6,-1-2,-1-1,-1-1,-1 0,-1-2,0-1,-2-1,1-1,-2-1,0-2,-1 0,-26 5,-338 100,215-69,-1-8,-89 5,145-23,0 5,-91 35,200-58,-48 16,0 2,1 2,-40 25,62-24,-60 19,-3-40,87-5,-1 0,0 1,0 1,1 1,-1 0,1 1,-1 0,1 2,0-1,1 2,-1 0,-8 5,-65 57,63-52</inkml:trace>
  <inkml:trace contextRef="#ctx0" brushRef="#br1" timeOffset="-202987.553">1744 7063,'5'0,"7"0,5 9,6 14,-2 7,-4-2</inkml:trace>
  <inkml:trace contextRef="#ctx0" brushRef="#br1" timeOffset="-202723.584">2401 7860,'15'5,"9"7,6 6,7 4,2 4,9 2,7 11,-7-1</inkml:trace>
  <inkml:trace contextRef="#ctx0" brushRef="#br1" timeOffset="-202453.395">3171 8574,'10'10,"13"8,7 5,3 5,12-3,1-6,-1-1,-8-4</inkml:trace>
  <inkml:trace contextRef="#ctx0" brushRef="#br1" timeOffset="-202151.377">4798 9687,'9'10,"14"3,12 4,5 0,1 1,-2 2,-3-1,-2-5,-8 0,-8-1</inkml:trace>
  <inkml:trace contextRef="#ctx0" brushRef="#br1" timeOffset="-201921.652">5398 10087,'0'5,"5"6,11 7,12 4,7 4,2 2,-5-3</inkml:trace>
  <inkml:trace contextRef="#ctx0" brushRef="#br1" timeOffset="-201343.574">2058 7377,'0'-5,"5"-2,6 1,17 6,12 17,10 6,5 9,-1 4,0 0,0 9,-4 7,-11 3,-2 3,-2 1,2 0,-5-10</inkml:trace>
  <inkml:trace contextRef="#ctx0" brushRef="#br1" timeOffset="-201080.987">3086 8461,'5'4,"11"8,13 15,6 3,-3 2,3 0,0-6,-5-6</inkml:trace>
  <inkml:trace contextRef="#ctx0" brushRef="#br1" timeOffset="-200811.832">3799 9059,'5'5,"6"7,7 5,9 16,6 1,6 0,-4-6</inkml:trace>
  <inkml:trace contextRef="#ctx0" brushRef="#br1" timeOffset="-200539.88">4400 9545,'276'259,"68"11,-311-241,1-1,1-2,1-2,1-1,1-1,10 2,-16-13</inkml:trace>
  <inkml:trace contextRef="#ctx0" brushRef="#br1" timeOffset="-200370.965">5712 10430,'14'5,"10"6,6 2,2 2,6 0,1-3,-6-3</inkml:trace>
  <inkml:trace contextRef="#ctx0" brushRef="#br1" timeOffset="-200369.965">6197 10715,'19'14,"12"11,0 0</inkml:trace>
  <inkml:trace contextRef="#ctx0" brushRef="#br1" timeOffset="-200101.838">6938 11600,'15'19,"4"12,5 10,2 12,-3 3,0-4,0-11,2-7,-4-10</inkml:trace>
  <inkml:trace contextRef="#ctx0" brushRef="#br1" timeOffset="-199842.18">7396 12399,'10'10,"7"7,12 12,4 5,8 1,0 0,-1-1,-2-1,6-2,-4-6</inkml:trace>
  <inkml:trace contextRef="#ctx0" brushRef="#br1" timeOffset="-199473.54">9194 13455,'14'10,"6"8,8 5,9 9,4 4,4 10,4 3,-2-8,-8-10</inkml:trace>
  <inkml:trace contextRef="#ctx0" brushRef="#br1" timeOffset="-199290.444">9878 13968,'10'10,"7"8,17 10,11 16,3 4,-1 0,-5-4,-4-4,-3-10,-9-9</inkml:trace>
  <inkml:trace contextRef="#ctx0" brushRef="#br1" timeOffset="-199123.564">10393 14454,'9'5,"14"11,11 8,6 4,10 13,2 4,-3-2,-6-2,-9-9</inkml:trace>
  <inkml:trace contextRef="#ctx0" brushRef="#br1" timeOffset="-198858.311">10935 14853,'4'5,"22"7,21 0,6-1,0-3,-9-2</inkml:trace>
  <inkml:trace contextRef="#ctx0" brushRef="#br1" timeOffset="-198699.481">11420 14967,'10'5,"7"1,7 0,3 0,-2 2,-2 1,2-2,0-1,-4-2</inkml:trace>
  <inkml:trace contextRef="#ctx0" brushRef="#br1" timeOffset="-198090.259">5283 10059,'5'0,"6"5,7 6,5 7,-2 4,-4-1</inkml:trace>
  <inkml:trace contextRef="#ctx0" brushRef="#br1" timeOffset="-197810.992">5996 10629,'679'513,"-595"-436,-63-55,1-2,1 0,1-2,0-1,1 0,1-2,80 31,-81-39</inkml:trace>
  <inkml:trace contextRef="#ctx0" brushRef="#br1" timeOffset="-197541.983">7310 11629,'337'275,"-176"-166,156 128,-285-210</inkml:trace>
  <inkml:trace contextRef="#ctx0" brushRef="#br1" timeOffset="-194013.523">8252 9545,'-22'-46,"-4"6,-2 1,-1 1,-2 2,-2 0,-1 3,-1 1,-2 1,-1 2,-7-2,25 21,-1 1,0 0,0 2,-1 1,0 0,0 2,0 0,-1 2,-22 0,33 1,-53-5,-1 3,1 2,-29 6,79-3,0 1,-1 0,1 1,0 1,1 0,-1 1,1 0,0 1,1 1,0 0,0 1,0 1,1-1,1 2,-9 10,1 2,1 2,1 0,1 0,1 2,2 0,1 0,1 1,1 1,1 0,2 0,1 1,1-1,2 1,0 30,-4 523,-1-472,-30 668,42-221,-1-501,2 1,3-1,3-1,9 30,105 332,-81-279,-7 2,7 68,-33-159,7 20,4-2,2 0,22 41,-21-51,118 199,-102-192,133 292,-109-237,5-3,5-4,5-2,5-4,19 11,125 126,-149-168,2-4,4-3,68 40,-79-56,-16-9,2-2,3-2,0-4,3-2,56 19,-44-29,0-3,2-4,0-3,1-4,0-3,77-4,197-13,-328 3,0-1,-1-2,0 0,-1-2,0 0,-1-2,-1-1,0-1,-1-1,0-1,-2-1,0-1,6-9,108-151,-102 130,25-35,-3-2,-5-2,-3-2,-4-3,-4-1,-1-13,10-179,-35 179,21-182,-4-283,-33 70,-5 411,-3 0,-5 1,-19-59,14 59,-17-69,-7 1,-7 3,-30-55,-83-128,-191-286,262 466,31 48,-4 2,-5 4,-5 3,-79-80,-90-36,223 189,-2 2,-1 1,-1 1,-1 2,-1 0,-1 2,-1 1,0 2,-2 1,0 1,-1 2,0 1,-1 2,-1 1,-13-1,-276 9,162 6,122-4,12-2,-1 2,0 1,1 1,-1 2,1 1,0 1,1 1,-22 9,-66 42,2 5,-93 70,157-100,-28 17,25-18,1 3,2 2,-24 25,-6 13,4 4,4 4,3 2,-21 40,58-70,3 2,2 1,2 1,4 1,1 2,4-1,2 2,-2 34,-6 27,-20 176,41 442,1-645,5 0,4-1,4 0,6 9,14 24,7-1,5-2,6-2,22 32,153 328,-19 64,66 40,-231-501,3-2,4-2,4-2,3-2,3-4,41 39,-28-43,3-3,3-4,77 48,-82-68,3-4,1-3,1-4,2-3,1-3,1-4,42 4,-29-12,1-5,0-4,-1-4,65-8,-137 5,0-1,0-1,0-1,-1-2,0 0,0-1,-1-1,1-1,-2-1,1-1,-2 0,1-2,53-37,-2-4,-2-2,-3-4,55-64,-80 69,-3-2,-3-2,-2-2,-3-1,-2-1,1-13,74-261,-75 244,-4-1,-5-1,-3 0,0-62,-18-634,2 691,1-24,-5 0,-6 1,-5 0,-102-529,82 494,-7 1,-7 3,-7 2,-46-87,-349-658,372 768,-6 4,-6 3,-5 5,-27-20,95 109,-1 2,-1 1,-1 1,-1 2,-12-5,20 11,0 1</inkml:trace>
  <inkml:trace contextRef="#ctx0" brushRef="#br1" timeOffset="-179200.122">12676 13341,'-4'-6,"1"0,-1 0,2 0,-1 0,1 0,0 0,0-1,0 1,1-1,0 0,1 1,-1-1,1 0,0 1,1-2,-2-12,-3-207,6 134,-5 0,-4 0,-3 1,-11-30,-47-167,40 177,-5 2,-5 2,-5-1,-26-72,28 73,-5 1,-4 2,-39-56,-321-487,294 475,-8 6,-27-18,127 157,-2 1,-1 2,0 1,-2 1,-1 1,-1 1,0 2,-2 1,0 2,-1 1,0 2,-1 1,-1 2,1 1,-4 2,-57-5,0 4,0 4,-92 9,26-2,132-4,1 2,0 0,0 2,0 2,0 0,1 2,0 1,0 1,1 1,0 2,0 0,2 2,0 1,0 1,-3 5,-367 269,215-164,-152 151,279-229,49-45,-92 82,4 4,3 3,3 7,51-55,1 1,3 1,2 2,-19 44,-1 44,6 2,7 2,5 1,0 48,1 47,10 1,10 1,12 48,-1-205,-1 88,7-1,27 146,32-3,-52-260,28 105,7-1,62 132,211 372,-287-591,2-1,3-2,3-2,3-2,2-2,40 37,-59-67,1-1,1-1,1-2,1-1,2-1,0-2,1-2,1-1,6 0,73 35,-68-30,0-1,1-3,1-2,1-2,20 2,60-2,2-7,-1-5,36-8,-24 3,434-5,-529-2,-1-1,0-2,-1-3,-1-2,0-1,-1-3,-1-1,-1-3,15-12,2 3,19-15,-2-3,69-61,-105 75,-1-1,-1-2,24-35,-46 52,0 0,-2 0,-1-2,-1 1,-1-2,-1 0,-2 0,-1-1,-1 0,-1 0,-1-1,0-16,46-527,-42 285,-12 0,-23-106,2 241,-7 2,-6 1,-8-2,-11-47,2 27,-70-148,57 155,-52-123,-14 4,87 201,-4 3,-3 2,-3 2,-11-6,-41-59,58 72,-4 2,-60-58,-245-175,306 254,-2 3,-2 2,-2 2,-28-11,-54-25,-133-46,166 81,-1 5,-2 5,-1 4,-1 5,-1 6,0 4,-18 5,-143 13,251-5,1 0,-1 2,1 1,0 1,1 0,0 2,0 1,1 0,0 2,0 0,2 1,0 1,-7 8,-20 19,2 2,2 2,3 2,-20 31,-41 72,7 4,7 4,-13 47,33-67,5 2,7 3,6 3,-7 51,34-63,6 2,6 0,6 0,9 72,-3-38,1 754,-2-883,3 0,0-1,3 1,2-1,1-1,2 0,16 35,109 327,-109-306,4-1,3-2,5-2,4-1,4-3,45 62,-5-20,-65-85,2-2,2-1,2-1,1-1,2-1,2-3,0 0,3-2,1-2,0-2,3-1,9 2,386 132,-285-112,2-6,2-7,1-7,2-7,7-6,90 8,1-12,43-12,-261-1,0-1,0-3,0-1,-1-2,0-1,0-2,-1-2,-1-1,0-2,-1-2,-1-1,0-1,-2-2,28-24,-19 6,-2-2,-2-2,-1-1,-3-2,-2-1,-2-1,-2-2,-2-1,13-41,43-82,-42 97,-4-2,20-68,-15-35,-9-2,-7-2,-8 0,-9 0,-16-172,6 125,3 129,2-7,-5 0,-5 0,-18-86,12 149,-2 1,-3 0,-1 2,-2 0,-3 1,-16-21,13 18,-138-231,-12 7,-89-92,47 70,163 223,-4 3,-2 2,-2 4,-4 2,-2 3,-39-21,81 54,0 2,-1 1,-2 2,0 0,0 3,-2 0,0 3,-1 0,0 2,0 2,-1 1,-1 2,1 2,16 3,-1 1,1 0,0 2,1 1,-1 0,0 1,1 1,0 1,-19 9,5 5,0 1,1 2,2 1,0 2,2 1,1 1,1 1,1 1,2 1,1 2,1 0,2 1,1 1,0 7,-94 168,26-51,7 3,-9 43,58-110,5 1,3 1,-3 55,2-13,-25 147,10 35,7 242,24 41,15-481,5 0,6-1,4 0,7-2,4-1,42 95,-53-157,2-1,3-1,2-2,2 0,2-2,3-2,20 19,4 14,-43-56,1 0,2-2,0 0,1-1,15 11,10 0,2-2,1-2,1-2,1-3,1-2,2-2,0-2,1-3,0-3,1-2,1-2,9-2,227 6,165-17,-437 3,30 3,0-3,1-2,-1-3,-1-2,1-2,-1-2,-1-2,0-3,-1-2,-1-1,-1-3,-1-2,-2-2,0-2,-2-2,39-36,-44 27,-2-3,-2 0,-1-2,-3-2,-1-1,-3 0,-2-2,-2-1,-2-1,-3 0,-2-2,13-67,-5 0,-6-2,-5 0,-4-45,-18-843,0 846,-8 0,-6 2,-8 1,-24-61,-27-47,-12 3,-19-11,17 84,-7 4,-118-157,172 270,-36-56,-7 4,-4 5,-68-63,58 85,-4 5,-4 5,-4 5,-115-61,199 126,-1 1,-1 3,-1 1,0 1,-1 2,-1 2,0 2,0 2,-4 1,7 3,-1 1,0 3,0 0,1 3,-1 1,1 2,-1 2,2 1,-1 2,2 1,0 2,0 2,1 1,-26 18,28-12,1 1,0 2,2 1,1 1,1 2,2 1,-17 25,-49 92,6 5,7 3,6 3,8 3,-10 55,-9 52,11 5,-28 228,77-290,10 0,9 1,11 45,-3-48,6 978,-2-1030,8-1,6-1,40 150,-47-260,1 0,3-1,1-1,3-1,1 0,2-2,2-1,1-1,11 9,66 87,-75-93,1-1,2-1,1-2,3-1,0-2,13 6,26 9,2-3,3-4,1-3,2-4,1-3,1-4,2-5,1-2,1-5,44-1,1-5,0-6,78-9,-115 2,-53 2,1-2,-1-2,0-2,0-1,-1-3,0-2,0-2,12-7,-18 4,-1-2,-1-1,0-2,-2-1,4-6,-11 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4:16.1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987 611,'-2'-32,"-2"0,-1 1,-1-1,-2 1,-8-21,1 1,3 14,-1 0,-2 2,-1 0,-2 0,-1 2,-1 0,-5-1,21 28,0 1,-1-1,0 1,0 1,0-1,0 1,-1 0,1 0,-1 0,-1 1,1 0,0 0,-1 0,1 1,-1 0,0 0,1 1,-1 0,0 0,0 1,0 0,0 0,0 0,-4-1,-1 0,1 0,0 1,0 1,-1-1,1 2,0 0,0 0,0 1,0 1,0-1,1 2,0-1,0 2,0-1,0 1,1 1,0 0,0 0,-5 12,0 1,2 1,0 0,1 1,2 0,-8 23,-1 0,-14 40,4 0,4 2,4 1,3 1,5 0,3 1,3 53,10 606,-1-675,3-1,3 0,3-1,4 0,2-1,14 29,-14-41,3-1,3-1,2-1,2-1,3-1,1-2,4-1,20 21,-38-55,0-2,1 0,1-2,0 0,1-1,0-1,1-1,0 0,0-2,1-1,1-1,-1-1,1 0,-1-2,1-1,0-1,20-2,-26 2,0-1,1 0,-1-2,0 0,-1-1,1-1,0 0,-1-2,0 0,0 0,-1-2,4-2,-1-3,-1 0,0-1,-1-1,0-1,-1-1,-1 0,-1-1,0 0,-1-1,-1-1,-1 0,4-11,21-44,-4-2,-2-1,-4-1,-4-1,-3-2,-3 0,-2-21,-18-444,-1 482,-3 0,-3 0,-2 2,-4-1,-2 2,-2 0,-25-45,29 62,-2 1,-2 0,-1 2,-3 1,-1 0,-2 2,-2 2,-1 0,-2 2,-1 1,-2 2,-1 2,-15-8,28 26,-1 1,0 1,0 2,-1 0,0 2,0 1,0 1,-1 1,0 1,1 1,-1 2,0 1,0 1,1 1,-3 1,10 1,0 0,1 1,-1 1,1 1,1 0,0 2,0 0,1 0,0 2,1 0,1 1,0 0,-1 2,-20 26,2 1,2 2,2 1,-3 8,-5 21,2 1,4 2,4 0,3 2,3 1,4 1,4 0,3 1,4 0,4 79,2-159,0 85,3-1,5 1,6 20,-9-82,0 0,2-1,1 0,1-1,1 0,1 0,1-1,1 0,1-1,1-1,1 0,1-1,5 3,-12-12,1-2,1 1,0-1,0-1,1 0,0 0,0-2,4 2,-12-6,0 0,0-1,0 1,0-1,0 0,0-1,1 1,-1-1,0 0,0 0,0-1,1 1,-1-1,0 0,0-1,0 1,0-1,0 0,-1 0,1-1,0 0,-1 1,0-1,2-2,17-16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4:46.8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5562 5086,'1'-55,"1"31,-1 1,-1-1,-2 1,0 0,-1-1,-2 1,0 0,-7-16,-7 4,-2 1,-1 2,-2 0,-1 1,-1 2,-2 0,0 2,-2 1,-1 2,-2 0,-65-42,-3 4,-2 5,-2 4,-3 5,-41-10,96 37,-87-38,-3 6,-1 6,-3 7,-1 6,-1 6,-2 7,-14 6,-25 13,-144-10,328 12,0-1,0-1,1 1,-1-1,1 0,-1 0,1-1,0 0,0 0,0 0,0 0,0-1,1 0,0 0,-1 0,1 0,1-1,-1 1,1-1,0 0,0 0,-2-4,-35-127,38 122,-29-159,7 0,2-135,13-985,7 1186,-5-1,-4 1,-5 1,-24-81,38 175,-1 1,0-1,0 1,-1 0,0 0,-1 0,-1 1,0-1,0 1,0 1,-2-1,1 1,-1 0,0 1,-1 0,0 0,0 1,-1 0,0 0,0 1,0 1,-1 0,0 0,0 1,-7-2,-9 4,-1 2,1 0,0 2,0 1,0 2,0 0,0 2,1 0,0 2,1 1,0 1,0 1,1 1,-19 15,-72 48,3 6,4 4,3 5,5 4,4 5,4 4,5 3,-55 93,5 0,10 6,8 5,10 5,9 5,-16 73,59-119,7 2,9 2,7 1,7 2,-1 176,33 527,0-692,-1 85,12-1,12-1,12-2,13 2,-11-114,8-2,6-3,8-2,6-2,68 105,-82-165,5-3,3-3,4-2,4-4,3-3,3-3,4-4,3-3,43 24,5-10,4-6,3-6,3-7,2-5,3-7,1-7,3-6,1-6,107 5,33-10,1-13,105-16,-289-3,-1-4,0-6,-1-4,0-5,-2-4,-1-5,92-43,-89 22,-3-4,-2-5,-3-4,-3-5,-3-4,-4-4,-3-3,-4-5,-4-2,34-54,-17 7,-6-3,-7-4,-5-3,-7-4,-7-2,-6-4,9-59,-7-23,-11-2,-10-2,-1-123,-12-149,-25-76,-4 368,-9 0,-10 1,-10 1,-53-186,30 226,-9 2,-7 4,-7 2,-8 4,-8 5,-43-52,46 88,-5 5,-6 4,-5 4,-5 6,-4 4,-5 6,-4 4,-4 7,-4 5,-81-35,126 72,-3 5,-1 3,-2 4,-1 4,-1 5,-1 3,-1 5,-1 5,0 3,-1 5,0 5,1 3,0 5,-12 6,2 11,1 5,1 4,2 5,2 4,-75 46,3 11,3 8,-116 100,149-101,6 5,4 6,5 5,6 6,6 5,6 5,6 4,7 4,6 4,6 4,-54 154,73-116,8 2,9 2,9 2,9 2,5 36,-3 374,28 30,16 603,-16-1137,6-1,3 0,6 0,4-2,8 10,-14-62,3-1,2 0,2-1,3-2,1 0,3-2,2-1,2-2,1-1,29 26,-18-28,2-2,1-2,2-2,1-2,2-3,1-2,1-2,2-3,0-3,43 9,44 4,2-6,0-7,136 0,-30-5,1-11,-1-11,0-12,-1-10,111-33,-182 15,-1-8,-4-7,-2-9,-3-7,-4-7,-4-7,-4-8,111-92,-161 103,-4-5,-5-4,-4-4,-4-5,-5-4,-5-3,-5-3,-6-4,-4-3,-7-3,-4-2,-5-7,11-64,-8-3,-10-2,-8-1,-9-2,-10-1,-8-1,-14-112,-12 64,-11 1,-11 1,-11 3,-11 2,-57-138,4 75,-14 6,-13 5,-13 7,-26-15,-57-57,8 54,11 62,169 202,-2 2,-2 3,-2 2,-1 3,-2 2,-2 2,-2 3,-18-4,46 22,0 3,-1 1,0 1,-1 2,0 1,0 2,0 2,-1 1,1 2,-1 2,1 1,-1 1,1 2,1 2,-1 2,-15 6,-10 10,1 2,0 3,3 3,1 2,1 3,2 2,-16 19,-43 46,4 5,-63 89,-79 130,59-24,14 9,13 7,15 6,-62 217,74-169,16 5,16 5,18 5,7 63,30 26,20 1,24 185,10-452,17 93,-12-236,3-1,3 0,2-1,4-1,3-1,10 15,-6-26,2-2,3-2,2 0,2-3,2-1,3-2,1-1,2-3,2-1,2-3,1-2,2-2,2-3,0-1,8-1,29 11,3-5,1-3,1-5,1-4,2-5,-1-3,2-5,0-4,8-5,232-23,42-46,37-53,-130 20,-4-13,-6-13,-5-11,-7-13,-7-10,-6-12,21-35,36-69,-72 9,-197 213,-3-2,-1-1,-4-2,-2-2,-3-1,-2-1,-4-1,-2-1,-3-1,5-42,-9-48,-6 1,-7-1,-6 0,-18-89,11 137,-5 1,-4 0,-5 1,-5 2,-4 1,-4 2,-6 1,-48-79,-4 22,-8 5,-6 5,-7 4,-6 6,-6 5,-5 6,-31-14,88 76,-2 3,-3 4,-3 3,-2 4,-2 4,-2 4,-2 4,-51-12,56 28,0 4,-1 3,-1 5,-1 3,-78 5,107 7,-1 3,2 2,-1 3,2 3,0 2,0 3,2 3,1 2,1 3,-22 16,-16 15,2 3,4 5,3 3,2 4,-37 47,-9 23,7 6,6 6,8 4,6 5,7 4,-7 36,-30 92,13 5,14 5,-13 99,47-134,13 3,11 2,13 3,2 227,32-384,6 0,5 0,5-1,6-1,5 0,6-2,4-2,6-1,19 31,-8-39,5-2,5-3,5-3,3-2,5-4,4-4,43 36,-80-86,1-3,1-1,3-3,0-1,2-3,2-2,0-2,1-2,2-3,0-2,27 3,21-2,1-5,1-4,0-5,29-6,-52-1,-1-3,0-4,0-4,-2-3,1-3,-2-4,-1-4,-1-2,-1-4,68-42,-64 25,-1-4,-4-3,-1-3,-4-4,-2-2,-3-3,-3-3,46-73,-25 21,-6-3,-6-4,-5-2,-7-4,11-48,2-51,-10-3,-10-2,-12-3,-10-1,-3-202,-21 240,-9 0,-9 1,-9 0,-9 2,-20-47,21 132,-5 0,-5 3,-5 1,-5 3,-5 2,-5 2,-5 3,-4 3,-40-42,-112-96,8 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4:27.49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1 648,'4'0,"17"0,15 0,10 0,2 0,3 0,12 0,1 0,-7 0,-7 0,-13 0</inkml:trace>
  <inkml:trace contextRef="#ctx0" brushRef="#br0" timeOffset="341.88">656 533,'5'0,"7"5,5 7,6 1,3 8,2 5,-4 3,0 7,-6 2,5 8,4 12,-4 5,-5 7,-6-4,-5-3,-3-13</inkml:trace>
  <inkml:trace contextRef="#ctx0" brushRef="#br0" timeOffset="830.65">1141 334,'-28'93,"19"-53,2 0,1 1,3-1,1 1,1 0,3 0,1 0,2 0,2-1,2 0,1 0,2-1,2-1,2 0,4 6,45 33,-63-76,0 1,1-1,-1 0,0 1,1-1,-1 0,1-1,-1 1,1 0,-1-1,1 1,0-1,-1 0,1 0,0 0,-1 0,1 0,0-1,-1 1,1-1,-1 0,1 0,-1 1,1-2,-1 1,1 0,-1 0,0-1,0 1,0-1,0 0,0 0,0 0,0 0,1-1,5-10,1-1,-2 1,1-2,-2 1,0-1,-1 1,0-2,-1 1,-1 0,1-12,7-35,-2 0,-3-1,-2 0,-4 1,-2-1,-3 0,-2 1,-4 0,-2 0,-3 1,-2 1,-3 1,19 49,-1 1,-1 0,0-1,0 1,0 1,-1-1,0 1,-1-1,0 2,-1-1,1 1,-1 0,0 0,-1 1,0-1,0 2,0-1,-1 1,0 1,0 0,-5-2,-142 10,104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4:19.02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885 63,'348'53,"-134"-23,411 45,65-17,33 47,-98-32,24-11,261-13,763 73,1020-29,2129-99,-4807 6</inkml:trace>
  <inkml:trace contextRef="#ctx0" brushRef="#br0" timeOffset="1277.033">1113 806,'-1'-5,"-1"1,0-1,-1 1,1-1,-1 1,0 0,0 0,0 0,0 1,-1-1,1 1,-1 0,0 0,0 0,0 0,-1 1,1 0,-1-1,1 2,-1-1,0 0,1 1,-1 0,0 0,0 1,0-1,0 1,0 0,0 0,-2 1,6-1,-29-5,0 1,0 2,0 1,0 1,0 1,0 2,0 1,-24 7,4 9,2 2,1 1,0 3,2 2,1 2,-28 26,51-41,-27 19,-79 73,123-99,0-1,1 1,0-1,1 1,0 0,0 0,0 0,1 0,0 0,1 1,0-1,0 0,1 0,0 0,0 0,1 0,0 0,1 0,-1 0,1 0,1-1,3 6,-1 4,85 219,-90-232,1 0,0 0,-1 0,1 0,1-1,-1 1,1 0,-1-1,1 0,0 1,0-1,1 0,-1-1,0 1,1-1,0 1,0-1,-1 0,1 0,0-1,1 1,-1-1,0 0,0 0,1 0,1-1,182-42,-174 40,0 0,-1 1,1 0,1 1,-1 1,-1 0,1 1,0 1,0 0,-1 0,1 2,-1-1,0 2,0 0,-1 0,0 1,0 1,-1 0,0 1,1 1,5 5,0 2,-1 0,-1 0,0 2,-2 0,0 0,-1 1,-1 1,-1 0,-1 1,-1 0,0 0,-2 0,-1 1,-1 0,0 0,-2 1,-1-1,-1 21,0-38,-1-1,0 1,1-1,-2 1,1-1,0 0,-1 0,0 0,0 0,-1 0,0 0,1 0,-2-1,1 1,0-1,-1 0,0 0,0 0,0-1,0 1,-1-1,1 0,-1 0,0-1,0 0,0 1,0-1,-3 0,-20 5,-1-1,1-2,-1 0,0-2,0-2,-18-1,22 1,-276-8,219 6</inkml:trace>
  <inkml:trace contextRef="#ctx0" brushRef="#br0" timeOffset="1845.616">628 1463,'5'-2,"0"0,1 1,-1 0,0 0,1 1,-1-1,1 1,-1 0,0 1,1-1,-1 1,1 0,-1 0,0 1,0-1,0 1,0 1,0-1,2 2,27 12,-2 1,0 1,0 2,-2 1,-1 1,-1 2,-1 1,0 1,-2 2,201 268,-152-190,95 137,-169-242,1 1,-1-1,0 0,1 1,-1-1,1 0,-1 1,1-1,0 0,0 0,-1 1,1-1,0 0,0 0,0 0,0 0,0 0,1 0,-1-1,0 1,0 0,0-1,1 1,-1 0,0-1,1 0,-1 1,1-1,-1 0,0 1,1-1,-1 0,1 0,-1 0,0-1,1 1,-1 0,1 0,-1-1,0 1,1-1,-1 1,0-1,1 0,-1 1,0-1,0 0,0 0,0 0,0 0,0 0,0 0,1-1,29-138,-28 106,116-834,-115 815</inkml:trace>
  <inkml:trace contextRef="#ctx0" brushRef="#br0" timeOffset="4081.611">942 264,'1'-3,"1"0,0 0,0 1,0-1,0 1,0-1,1 1,-1 0,1 0,0 0,-1 0,1 1,0-1,0 1,0-1,0 1,0 0,0 0,1 1,-1-1,0 1,3-1,-4 1,98-19,0 5,1 4,1 5,54 6,-92-2,2685 3,3761-2,-5808-11,38-35,-393 13,248-22,235 22,-479 40,-330-7</inkml:trace>
  <inkml:trace contextRef="#ctx0" brushRef="#br0" timeOffset="7867.093">199 8996,'881'11,"-565"8,128 12,895 46,-1103-77,-72-18,-157 17,0 0,1-1,-1 1,0-1,0-1,0 0,0 1,0-2,0 1,-1-1,0 0,0-1,0 1,0-1,-1 0,1-1,-1 1,-1-1,1 0,-1 0,0-1,0 1,-1-1,0 0,2-5,2-21,-2 0,-1 0,-1-1,-2 1,-2-1,-1 1,-1-4,-29-262,-13 1,-13 2,-20-26,-78-308,-56-532,181 916,11-2,11 0,12-14,-3 255,-1 5,1 0,0 0,0 0,0 0,0 0,0 0,0 0,0 0,0 0,1 0,-1 0,1 0,0 0,0 0,-1 0,1 0,0 0,0 0,1 1,-1-1,0 1,1-1,-1 1,1-1,-1 1,1 0,0-1,-1 1,1 0,0 0,0 0,0 1,0-1,0 0,0 1,0-1,0 1,1-1,257-2,447 33,-417-11,54-2,2675 15,-2394-35,-614 3,-9-1,0 0,0 1,0-1,0 1,1 0,-1 0,0 0,0 0,1 0,-1 0,0 0,0 1,0-1,1 1,-1-1,0 1,0 0,0 0,0 0,0 0,0 1,0-1,-1 0,1 1,0-1,-1 1,1-1,-1 1,0 0,1 0,-1 0,0 0,0 0,0 0,0 0,0 0,-1 0,1 0,-1 0,1 2,-9 239,-8 895,16-1023,3 301,18 0,18-2,19-2,38 97,-92-494,0 1,1-1,1-1,0 1,1-1,0 0,2 0,-1-1,9 10,-13-17,0-1,1 1,-1-1,1 1,0-1,0 0,1-1,0 0,0 0,0 0,0 0,0-1,1 0,-1 0,1-1,0 0,0 0,0 0,1-1,282 8,177-13,0-21,124-35,696-78,-1256 135,-10 3,-1-1,0-1,1-1,-1-1,0-1,0 0,-1-2,0 0,0-1,5-4,-18 6,0-1,0 0,-1 0,0 0,0-1,0 0,-1 1,0-2,-1 1,0 0,0-1,-1 0,0 0,0 1,-1-1,0 0,-1 0,0 0,0 0,-1 0,0 0,-1 0,0-2,1-17,-2-70,-2-134,-10 1,-10 0,-19-44,-153-479,-66-125,223 760,4-2,7-1,4-2,-6-109,30 221,-1 5,1 1,0 0,0-1,0 1,1-1,0 1,1-1,-1 1,1-1,0 1,1-1,-1 1,1 0,1 0,-1 0,1 0,0 0,0 0,1 1,0 0,0 0,0 0,0 0,1 0,4-3,8 1,1 1,0 1,-1 0,2 1,-1 1,0 1,1 1,-1 0,1 1,11 2,-8-2,381-17,-2-18,258-60,-456 63,1378-247,-1289 238,-284 40,-1 0,1 0,-1 1,1 0,-1 1,0 0,1 0,-1 0,0 1,0 0,0 1,0-1,0 1,0 1,-1-1,1 1,-1 0,0 1,0-1,-1 1,1 1,-1-1,2 3,4 9,1 1,-2 0,-1 0,0 1,-1 1,-1-1,-1 1,3 18,100 517,-51-189,-5 146,-28-143,11 208,25-2,33 36,-11-213,-81-391,-2-2,1 0,0 0,0 0,0 0,1-1,-1 1,1 0,0 0,1-1,-1 1,1-1,0 0,0 0,0 0,1 0,-1-1,1 1,0-1,0 0,0 0,0 0,5 2,125 7,762-25,-45 12,-846 1,29 1,1-1,0-1,-1-2,1-2,-1-1,0-2,5-2,-33 7,1-1,-1 1,0-1,0 0,0 0,0-1,-1 0,0 0,0 0,0-1,0 1,-1-1,0 0,0 0,-1-1,0 1,0-1,0 0,-1 0,0 0,0 0,-1 0,1-2,1-176,-4 163,-26-185,-9 1,-9 2,-9 2,-45-100,65 194,-20-64,-130-422,14-57,-7-350,131 577,45 414,0 5,0 1,0-1,1 0,-1 0,1 0,0 0,1 0,-1 1,1-1,0 0,0 0,1 1,-1-1,1 0,0 1,0 0,1-1,-1 1,1 0,0 0,0 0,1 0,5-1,1 0,0 1,-1 0,1 1,0 0,1 0,-1 1,1 1,-1-1,1 2,-1 0,6 0,396 4,46-38,-1-19,364-95,-740 132,1909-322,-1931 329,130-5,-182 16,0 0,0 1,0 1,0-1,-1 1,0 0,0 0,0 1,0 0,-1 0,1 0,-1 1,-1 0,1 0,-1 0,0 0,0 1,-1-1,0 1,0 0,0 0,-1 0,0 0,-1 1,1 5,-1-10,44 153,-7 1,-8 1,1 57,-2 15,-2 56,-5 55,8 687,41 581,-25-1292,-45-311,0 1,0-1,1 1,0-1,0 0,0 0,1 0,0 0,0 0,1-1,-1 1,1-1,0 0,1 0,-1 0,4 1,55-5,-48-4,174-24,1 9,1 8,58 10,-153-1,1464 1,-1355 1</inkml:trace>
  <inkml:trace contextRef="#ctx0" brushRef="#br0" timeOffset="9782.147">1369 2746,'0'19,"0"22,5 27,1 12,20 8,5-3,-2-5,-7-11,-7-13,-5-11,-6-9,-2-5,2-3,1-6</inkml:trace>
  <inkml:trace contextRef="#ctx0" brushRef="#br0" timeOffset="10306.97">1798 2632,'30'31,"-23"-17,40 81,-4 2,-4 2,22 91,-21-62,6-2,11 10,71 101,-125-231,-3-4,1 0,-1-1,1 1,-1 0,1 0,-1-1,1 1,0 0,0-1,0 1,0-1,0 1,0-1,0 0,1 1,-1-1,0 0,1 0,-1 0,1 0,-1 0,1 0,0 0,-1-1,1 1,0-1,-1 1,1-1,0 1,0-1,0 0,-1 0,1 0,0 0,0 0,0 0,-1-1,1 1,0 0,0-1,0 0,19-54,0-211,-20 160,-5-1,-4 1,-5 1,-5 0,-4 1,-5 1,-4 1,-13-20,41 114,-79-157,78 159,-1-1,1 1,-1 0,0 0,-1 1,1-1,-1 1,0 1,-1-1,1 1,-1 0,0 0,0 1,0 0,0 0,-1 1,1 0,-1 0,1 0,-1 1,-4 0,5 3,0-1,0 1,1 0,-1 1,1-1,-1 1,1 1,0-1,0 1,0 0,1 0,-1 1,1 0,0 0,0 0,1 0,0 1,0 0,0 0,0 0,1 0,0 1,1-1,-1 1,1 0,-34 75</inkml:trace>
  <inkml:trace contextRef="#ctx0" brushRef="#br0" timeOffset="10677.059">0 6855,'5'5,"11"2,18-1,41-1,38-1,28-2,14-1,11 0,-24-1</inkml:trace>
  <inkml:trace contextRef="#ctx0" brushRef="#br0" timeOffset="10956.844">2540 6713,'321'18,"-34"-4,155-17,-83-25,-254 11</inkml:trace>
  <inkml:trace contextRef="#ctx0" brushRef="#br0" timeOffset="11311.034">6192 6542,'2572'0,"-2506"0</inkml:trace>
  <inkml:trace contextRef="#ctx0" brushRef="#br0" timeOffset="11582.101">10017 6600,'15'0,"23"4,21 3,10-1,21-2,7 0,5-2,24-1,20-1,15 0,23 0,9 0,11-10,15-13,-16-11,-13-6,-39 4</inkml:trace>
  <inkml:trace contextRef="#ctx0" brushRef="#br0" timeOffset="11947.253">14612 6342,'2696'0,"-2629"-4,0-3,-1-3,1-3,31-11,4-1,126-18,2 10,126 2,-231 24</inkml:trace>
  <inkml:trace contextRef="#ctx0" brushRef="#br0" timeOffset="12225.019">20633 6058,'5'0,"11"0,18 0,7 0,12 0,7 0,-3 0,0 0,18 0,16-5,22-7,11-1,24 2,0-2,5-9,10-5,16 1,-22 6</inkml:trace>
  <inkml:trace contextRef="#ctx0" brushRef="#br0" timeOffset="12492.235">25086 5686,'19'0,"17"-5,6-1,6-5,0-1,6-2,-6 0</inkml:trace>
  <inkml:trace contextRef="#ctx0" brushRef="#br0" timeOffset="13432.093">856 6428,'-40'-1,"29"-1,0 2,-1-1,1 1,0 1,0 0,-1 1,1 0,0 0,0 1,-10 4,7 6,-1 0,2 0,0 2,0-1,2 2,0-1,0 1,2 1,0 0,1 1,0-1,2 1,0 1,1-1,1 1,0 0,2 0,0 0,1 2,-3 4,2 1,0-1,2 1,0 0,2-1,1 1,1-1,1 0,2 0,0 0,1-1,2 0,0-1,2 0,0-1,1 0,2-1,14 17,-19-29,1-1,1-1,-1 1,1-2,0 0,1 0,-1-1,1 0,0-2,0 1,1-1,-1-1,1-1,-1 0,1 0,0-1,-1-1,1 0,-1-1,1-1,-1 0,0-1,0 0,0-1,-1 0,1-1,-1-1,-1 0,1 0,-1-1,0-1,0 0,-3-2,0 0,-1 0,0-1,-1 0,0 0,-1-1,-1 1,0-1,0 0,-1 0,-1 0,0-1,-1 1,-1 0,0-1,0 1,-1-1,-2-2,3-8,1-2,-2 1,-1-1,-1 1,0 0,-3 0,0 0,-1 0,-1 1,-1 0,-2 1,-3-5,2 2,-2 0,-1 1,-1 1,-1 1,-1 0,-1 1,-1 1,-1 1,-1 1,0 1,-2 1,0 0,-1 2,0 1,-1 1,0 1,-1 2,-16-4,-1 6,0 2,0 3,-1 1,1 2,-1 2,-10 3,49-5,1 1,-1-1,0 1,1 0,-1 0,1 1,0-1,-1 1,1 0,0 1,0 0,1-1,-1 1,0 1,1-1,0 1,-1 0,2 0,-1 0,0 0,1 0,0 1,0 0,0 0,0 0,1 0,0 0,0 0,0 1,1-1,0 0,0 4,-1 12,2 0,0-1,2 1,0 0,1-1,5 17,0-13</inkml:trace>
  <inkml:trace contextRef="#ctx0" brushRef="#br0" timeOffset="15943.449">3225 6571,'581'0,"-535"-3,0-2,0-2,0-2,41-13,-13 3,250-108,-64 61,-202 50,0 3,1 2,0 3,0 2,8 2,8 0,0-4,-1-4,0-2,-1-4,37-15,-24 11,0 4,1 4,20 2,176-33,-83 15,-169 26,0-1,-1-2,0-1,-1-2,22-10,117-30,96 1,-15 3,-53 24,-181 18,1 0,-1-1,0 0,0-1,0-1,-1 0,12-9,75-31,12 24,62-23,39-2,-119-4,-69 33</inkml:trace>
  <inkml:trace contextRef="#ctx0" brushRef="#br0" timeOffset="16948.97">8389 5487,'12'1,"-1"1,1 1,-1 0,0 0,0 1,0 1,-1 0,1 0,-1 1,0 1,-1-1,0 1,0 1,0 0,-1 0,5 6,70 54,131 33,-159-79,0 3,-3 2,43 28,-37-15,3-2,0-3,2-3,2-2,1-3,1-3,0-4,19 2,229 56,118-11,-265-46,-110-15,1 1,-1 4,-1 2,27 10,-81-22,42 17,1-2,1-2,0-2,0-2,1-2,0-2,1-2,244 1,68 42,-252-41,-58 0</inkml:trace>
  <inkml:trace contextRef="#ctx0" brushRef="#br0" timeOffset="17921.965">12214 6542,'58'0,"-1"-3,0-2,0-2,-1-3,32-11,595-203,-512 164,-49 16,2 6,27-2,-31 18,-68 15,0-3,-1-2,0-2,0-2,-2-3,30-15,59-35,3 6,19 1,-18 6,171-86,-91 44,87-77,-66 40,-217 120</inkml:trace>
  <inkml:trace contextRef="#ctx0" brushRef="#br0" timeOffset="18727.337">16125 5058,'4'-2,"1"0,-1 1,1 0,0 0,-1 0,1 0,-1 1,1 0,0 0,0 0,-1 1,1-1,-1 1,1 0,0 0,-1 1,0-1,1 1,-1 0,0 0,0 1,0-1,0 1,3 2,6 2,139 67,-90-49,-1 4,-2 1,-2 4,1 2,-52-32,39 20,2-1,1-3,0-2,2-1,0-3,0-3,23 2,266 76,9-9,-327-77,41 5,1 3,-2 3,39 15,155 45,-98-14,-70-11,-63-33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9:33.3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8222 1275,'0'25,"9"21,14 43,3 26,1 31,6 6,-3-3,-1 1,-6-5,-7-21,-6-24,1-23,-3-25</inkml:trace>
  <inkml:trace contextRef="#ctx0" brushRef="#br0" timeOffset="640.338">9278 1533,'2'537,"0"-502,2 1,2-1,1 0,2 0,1-1,2-1,1 1,2-2,1 0,1-1,2-1,1 0,1-1,1-2,23 22,-35-39,0 0,1 0,1-1,-1-1,1 0,1 0,0-1,0-1,0 0,0-1,1 0,0-1,0-1,0 0,8 0,-18-4,0-1,0 0,-1 1,1-1,0-1,-1 1,1-1,-1 1,0-1,0 0,0 0,0 0,-1 0,1-1,-1 1,0-1,0 0,0 0,0 1,-1-1,1 0,-1 0,0-1,0 1,-1 0,1 0,-1 0,0 0,0-1,0 1,-1-2,8-327,-9 247,1 61,3-32,-3 0,-2 1,-3-1,-3 1,-2 0,-2 0,-13-30,13 52,-1 1,-1 1,-2 0,-2 1,0 1,-2 1,-2 1,0 1,-25-23,32 41,1 0,-1 0,-1 2,0 0,0 0,0 2,-1 0,1 1,-1 1,0 1,0 0,0 1,0 1,-1 1,1 0,0 2,0 0,-9 3,-5 6,8 3</inkml:trace>
  <inkml:trace contextRef="#ctx0" brushRef="#br0" timeOffset="2141.185">14386 1418,'-16'0,"0"2,0-1,1 2,-1 0,0 1,1 1,0 0,0 1,1 1,-1 0,1 1,1 1,0 0,0 0,0 2,2-1,-1 1,1 1,1 0,0 1,1 0,0 0,1 1,0 0,-2 9,-9 35,3 0,2 1,3 1,3 0,2 0,3 1,4 44,-1-100,-1 49,-2 61,5 1,10 57,-9-148,0-1,1 1,2-1,0 0,1 0,2-1,0 0,2-1,0 0,2 0,0-1,1-1,1-1,1 0,1 0,0-2,2 0,0-1,0-1,1-1,1 0,1-2,11 5,-26-15,1-1,-1 1,1-1,-1 0,1-1,0 1,-1-2,1 1,0-1,-1 0,1-1,-1 0,0 0,1 0,-1-1,0 0,0-1,-1 1,1-1,0-1,113-107,-88 65,-2 0,-2-2,-2-1,-2-1,-2-1,-3-1,-2-1,-2-1,-3 0,-2 0,1-44,-4 47,-2-1,-2 1,-3 0,-2-1,-2 1,-2 0,-3 0,-2 1,-2 0,-2 1,-11-21,-8 2,-2 1,-3 1,-3 3,-3 1,-3 2,-3 2,33 38,-2 0,0 2,-1 0,-1 2,0 0,-1 2,-3-1,-16-4</inkml:trace>
  <inkml:trace contextRef="#ctx0" brushRef="#br0" timeOffset="1090.315">10962 1675,'99'82,"-56"-53,0-2,2-1,1-3,1-1,1-3,0-2,2-2,0-2,0-2,50 4,57 0,0-6,115-11,-223 1,-19 1,-18 2,0-1,0-1,-1 0,1-1,0 0,-1 0,1-1,-1-1,1 0,-1-1,0 0,0-1,-1 0,1 0,-1-1,7-5,5-21</inkml:trace>
  <inkml:trace contextRef="#ctx0" brushRef="#br0" timeOffset="1426.586">11647 1219,'0'19,"0"36,14 32,10 36,21 31,2 8,-7 2,-10-14,-11-16,-7-27,-7-17,-4-19,-2-17,-1-7,0-13</inkml:trace>
  <inkml:trace contextRef="#ctx0" brushRef="#br0" timeOffset="-1140.046">3256 1761,'15'-6,"1"1,0 1,0 0,0 1,0 1,1 1,-1 0,14 1,5 0,234 1,-263-1,0 0,0 1,0 0,0 0,0 1,0-1,0 1,0 1,-1-1,1 1,-1 0,1 0,-1 0,0 1,-1 0,1 0,0 0,-1 1,0-1,0 1,-1 0,1 0,-1 1,0-1,0 1,-1-1,2 6,1 5,-2 1,0-1,0 1,-2 0,0 0,-1 0,0 0,-2 0,0-1,-1 1,0 1,1-14,0 0,1 0,-2 1,1-1,0 0,-1-1,1 1,-1 0,0-1,-1 1,1-1,0 0,-1 0,0-1,0 1,0-1,0 0,0 1,0-2,0 1,-1-1,1 1,-1-1,-1 0,-110 4,115-5,-21-2,34 0,45 0,67-1,1 6,0 5,-1 6,35 12,-77-7,0 3,-2 4,-1 4,-1 3,-2 3,46 31,-110-61,0 0,0 0,-1 1,0 1,0 0,-1 1,0 0,0 0,-1 1,0 0,-1 1,0 0,-1 0,0 1,-1 0,0 0,0 0,-2 1,0 0,0 0,0 5,-3-11,0 0,0 0,-1-1,0 1,-1 0,1 0,-1 0,0-1,-1 1,0-1,0 1,0-1,-1 1,0-1,0 0,0 0,-1-1,0 1,0-1,-1 0,1 0,-1 0,0 0,0-1,-3 1,-9 4,0-2,-1 0,0-2,0 0,-1 0,1-2,-1 0,0-1,-2-1,-147 9,0-6,-45-11,185 6,-7 1,0-2,0-1,0-2,0-2,-32-10,43 6</inkml:trace>
  <inkml:trace contextRef="#ctx0" brushRef="#br0" timeOffset="-707.112">5254 1104,'19'19,"22"27,27 28,41 37,27 28,9 6,14-4,24-1,15 6,7-4,-7-6,-27-22,-28-24,-34-29,-44-43,-44-50,-26-18</inkml:trace>
  <inkml:trace contextRef="#ctx0" brushRef="#br0" timeOffset="-349.48">6824 1162,'-15'0,"-9"5,-16 30,-5 24,0 27,-8 22,2 13,4 19,4 10,6 0,4-17,-2-16,0-14,1-18,1-20,7-21</inkml:trace>
  <inkml:trace contextRef="#ctx0" brushRef="#br0" timeOffset="-2510.985">1429 2303,'-2'1,"0"0,1 0,-1 1,0-1,0 0,1 1,-1-1,1 1,0 0,-1 0,1-1,0 1,0 0,0 0,0 0,0 0,1 0,-1 0,0 1,1-1,0 0,-1 0,1 0,0 1,-1 2,-9 50,2 0,2 0,3 0,3 42,0-60,2-1,2 1,1-1,1 0,3 0,0-1,3 0,1 0,1-2,2 0,1 0,1-2,2 0,2-1,0-1,2-1,1-1,1-2,1 0,2-2,0-1,1-1,1-1,19 7,-34-20,0-1,1-1,-1 0,1-2,0 0,0 0,0-2,2 0,-13-1,0 0,0 0,0 0,0-1,-1 0,1 0,0-1,-1 0,1 0,-1 0,0 0,1-1,-1 0,0 0,-1 0,1-1,0 0,-1 0,0 0,0 0,0-1,-1 1,1-1,-1 0,0 0,6-17,-1-1,-1 1,-1-1,-1 0,0-1,-2 0,-1-15,1 17,8-113,-5 0,-11-119,3 222,-2 0,-1 0,-1 1,-2 0,-1 0,-1 1,-2 0,-1 1,-1 1,-1 0,-2 0,0 2,-2 0,-1 1,-1 1,-1 1,-2 1,0 1,-1 1,-8-4,-45-9,49 26</inkml:trace>
  <inkml:trace contextRef="#ctx0" brushRef="#br0" timeOffset="-2009.938">2571 2646,'0'4,"0"8,0 5,5 1,6-4,7-3,-1-4</inkml:trace>
  <inkml:trace contextRef="#ctx0" brushRef="#br0" timeOffset="2981.114">15242 2303,'5'5,"7"1,0 5,0 6,-4 4,-7-6,-13-11,-6-10,1-5</inkml:trace>
  <inkml:trace contextRef="#ctx0" brushRef="#br0" timeOffset="3353.516">15443 1732,'13'-1,"0"0,0 2,1-1,-1 2,0 0,0 0,0 1,-1 1,1 0,-1 1,0 0,0 1,0 0,-1 1,8 5,0 8,0 1,-1 0,-2 1,0 1,-1 1,-1 0,-1 1,-2 0,0 1,-2 0,-1 1,3 18,8 12,103 375,-89-341,-18-58</inkml:trace>
  <inkml:trace contextRef="#ctx0" brushRef="#br0" timeOffset="3734.205">16184 1190,'10'0,"12"5,9 6,2 6,-3 6,-17-7,-30-20,-13-10</inkml:trace>
  <inkml:trace contextRef="#ctx0" brushRef="#br0" timeOffset="4329.924">15985 618,'36'55,"581"736,161 100,-338-448,-321-319,-113-105,-12-11</inkml:trace>
  <inkml:trace contextRef="#ctx0" brushRef="#br0" timeOffset="4680.514">17240 790,'-9'5,"-9"31,-6 52,-22 51,-10 45,-8 16,-4 7,-5 8,-4 1,5-12,2-16,11-31,17-36,15-26,7-23,2-19,5-19</inkml:trace>
  <inkml:trace contextRef="#ctx0" brushRef="#br0" timeOffset="5303.163">18496 1618,'-47'44,"-79"162,98-146,3 2,2 0,3 2,3 0,3 1,3 1,3 0,2 0,4 1,2-1,5 22,-3-53,1 0,2 0,2-1,1 0,1-1,2 0,2 0,0-1,3 1,-9-19,1-1,0 0,0-1,2 1,-1-2,1 1,1-2,0 1,1-1,0-1,0 0,1-1,0 0,0-1,1-1,0 0,0 0,1-2,-1 0,1 0,14 1,-16-5,-1 1,0-1,0-1,0 0,0-1,0-1,0 1,0-2,-1 0,1 0,-1-1,0 0,-1-1,1 0,-1-1,0 0,-1-1,1 0,-2 0,1-1,-1 0,0 0,-1-1,5-8,7-13,-2-1,0 0,-2-2,-2 1,-1-2,-2 0,5-29,3-31,-4-2,-5 1,-3-1,-5-1,-9-66,1 105,-1-1,-4 1,-2 1,-3 0,-2 1,-2 1,-3 0,-3 2,-1 2,-4 0,-17-21,41 60,0 1,-1 0,0 0,-1 1,-1 0,1 1,-2 0,1 1,-2 0,1 1,-1 0,0 1,0 0,-1 1,0 1,0 0,-1 1,1 1,-10-2,-151 29,65 5</inkml:trace>
  <inkml:trace contextRef="#ctx0" brushRef="#br0" timeOffset="6036.642">3342 6128,'26'16,"304"-4,770-52,-696 7,2463-208,-2508 216,-82 3,-231 18,96-7,0-7,60-19,-171 20,-22 5</inkml:trace>
  <inkml:trace contextRef="#ctx0" brushRef="#br0" timeOffset="7030.05">4283 5870,'25'11,"55"4,1-4,0-3,0-3,11-5,-45 1,203 4,77-3,79-1,76-1,61 0,56 0,-541 0,1222-6,655-109,465-245,-1600 227,-111 23,2316-336,-2308 349,-64 17,-74 20,-81 12,-84 9,-87 7,38-18,-274 34</inkml:trace>
  <inkml:trace contextRef="#ctx0" brushRef="#br0" timeOffset="7681.445">11191 6498,'-17'80,"3"-12,3 1,3 0,3 0,3 0,3 2,0-53,1-1,1 1,1-1,1 1,0-1,1-1,1 1,0-1,1 0,1-1,0 0,2 0,-1-1,2 0,0 0,-4-6,1 1,0-1,1-1,-1 0,1 0,1-1,-1 0,1-1,0 0,0 0,1-1,-1-1,1 0,0-1,0 0,-1-1,2 0,-1-1,0 0,0-1,0 0,7-2,-6 0,0 0,-1-1,1 0,-1-1,0-1,0 0,-1 0,0-1,0 0,0-1,-1-1,-1 1,1-1,-1-1,-1 0,1 0,-2-1,0 0,0 0,-1-1,0 0,-1 0,2-7,1-9,-1-1,-1 0,-1 0,-2-1,-1 1,-1-1,-2 1,-1-1,-1 1,-2 0,0 0,-2 0,-2 0,0 1,-2 1,-1 0,-1 0,-13-19,18 29,0 1,-1-1,-1 2,0-1,-1 1,-1 1,0 0,-1 1,0 0,-1 1,0 0,-1 2,-1-1,0 2,0 0,0 1,-1 0,-1 2,1 0,-1 1,-15-3,-182 19,183-5,5 1</inkml:trace>
  <inkml:trace contextRef="#ctx0" brushRef="#br0" timeOffset="8194.334">11961 7069,'5'0,"6"0,1-14,-1-11,-2 0</inkml:trace>
  <inkml:trace contextRef="#ctx0" brushRef="#br0" timeOffset="8767.324">12873 6155,'0'9,"1"28,-1 1,-2-1,-2 1,-1-1,-2 0,-4 9,-20 33,-2-1,-4-2,-4-1,-45 63,42-60,44-76,-1-1,1 1,-1-1,1 1,-1-1,1 1,0-1,-1 1,1-1,0 1,0-1,0 1,0-1,1 1,-1-1,0 1,1-1,-1 1,1-1,-1 1,1-1,0 0,-1 1,1-1,0 0,0 0,0 1,0-1,0 0,0 0,1 0,-1 0,0 0,0 0,1-1,-1 1,1 0,-1-1,0 1,1-1,-1 1,2-1,75 9,-65-9,706-6,-717 6,2 1,0 0,1 0,-1-1,0 1,0-1,1 0,-1 0,1 0,-1-1,0 1,0-1,1 0,-1-1,0 1,0-1,0 1,0-1,0 0,-1-1,1 1,0-1,-1 1,0-1,0 0,0 0,0-1,0 1,0-1,-1 1,0-1,0 0,0 0,0 0,-1 0,1-1,-5-40,-9-4</inkml:trace>
  <inkml:trace contextRef="#ctx0" brushRef="#br0" timeOffset="9064.398">12902 6069,'0'5,"0"31,0 24,10 35,17 36,10 34,13 24,12 13,10 1,-2-9,-8-28,-15-38,-20-40,-19-35,-31-27,-36-32,-7-15</inkml:trace>
  <inkml:trace contextRef="#ctx0" brushRef="#br0" timeOffset="13080.949">2000 5071,'0'23,"2"-2,-2 0,0 1,-1-1,-1 0,-2 1,0-1,-1-1,-1 1,0-1,-9 16,13-33,0 0,0 0,0 0,-1-1,1 1,-1-1,0 0,1 0,-1 0,0 0,0 0,-1 0,1-1,0 0,0 0,-1 0,1 0,-1 0,1 0,-1-1,1 0,-1 0,1 0,-1 0,1 0,-1-1,1 1,-1-1,1 0,0 0,-1 0,1-1,0 1,0-1,0 0,0 0,0 0,0 0,0 0,1-1,-1 1,1-1,0 1,-1-2,-33-28,2-1,1-1,1-2,-9-17,-82-108,8-5,6-5,9-5,7-4,-38-114,90 197,-3 1,-5 2,-30-39,13 31,-35-52,7-3,6-5,-26-80,104 218,1-1,1 0,1 0,2-1,0 1,2-1,0 0,2 0,1-1,1 1,2 0,0 0,2 1,0-1,3-2,-1 15,2-1,0 1,0 0,1 1,1 0,0 1,1 0,0 1,0 0,1 1,0 0,1 1,0 1,0 0,1 1,0 0,0 1,2 0,-8 1,714-247,278-64,-757 242,40-7,208-27,898-135,-526 95,-599 120,-256 29,-1 0,0 1,0 0,0 0,0 1,-1 0,1 0,-1 1,0 0,0 0,-1 1,0 0,0 0,0 0,-1 1,1 0,-2 0,1 0,-1 1,0-1,-1 1,1 0,-1 3,-1-8,29 60,-3 1,-3 1,-3 1,-3 1,-3 1,-2 1,3 66,-1 93,-13 176,-4-318,-7 1607,8-1689,0 1,0-1,0 1,0-1,-1 1,0-1,0 0,0 1,0-1,-1 0,0 0,0 0,0 0,0 0,0 0,-1-1,0 1,0-1,0 1,0-1,0 0,-1 0,1-1,-1 1,0-1,0 0,0 1,0-1,-20 7,-1-1,-1-1,1-2,-1 0,1-1,-1-2,-1 0,1-2,-5-2,-22 3,35 0,-290 9,-125 28,-436 109,829-141,-532 93,-423 135,902-208,2 5,1 3,2 5,1 3,-69 46,151-84,1 0,0 0,0 0,0-1,-1 0,1 1,-1-1,0-1,0 1,0-1,-1 0,1 0,0-1,-1 1,1-1,-1 0,0-1,1 1,-1-1,1 0,-1-1,0 1,1-1,-1 0,1 0,-1-1,1 0,-5-2,-4-6,0-1,1 0,0 0,1-2,0 0,1 0,-9-15,15 22,-85-128,7-4,5-4,6-3,7-3,4-10,33 91,-68-167,-358-790,153 443,176 347,120 225,3 8,0-2,0 1,1 0,-1 0,1 0,0-1,0 1,0-1,0 1,0-1,0 0,0 1,1-1,0 1,-1-1,1 0,0 0,0 1,0-1,1 0,-1 1,1-1,-1 0,1 1,0-1,0 1,1-3,7-1,-1 0,1 1,0 0,0 0,1 1,0 0,-1 1,1 0,0 1,0 0,1 0,6 1,-12 0,699-87,263-38,684-128,199-64,-795 129,1619-213,-1254 189,-1239 184,-2-9,45-20,21-23,-243 80,-1 0,1 1,0-1,0 0,0 1,0 0,0-1,0 1,0 0,0 0,0 0,0 0,0 1,-1-1,1 0,0 1,0 0,0-1,0 1,0 0,-1 0,1 0,0 0,-1 0,1 0,-1 0,1 1,-1-1,0 0,1 1,-1 0,0-1,0 1,0-1,0 1,0 0,0 0,-1 0,1 0,-1-1,1 1,-1 0,0 0,1 0,-1 0,0 0,0 0,-1 0,10 44,-2-1,-2 1,-2 0,-2 29,0-24,12 487,33 548,33 175,-77-1257,-1 0,1 1,-1-1,-1 1,1-1,0 1,-1-1,0 1,0-1,-1 1,1-1,-1 1,0-1,0 1,0-1,-1 0,1 1,-1-1,0 0,-1 0,1 0,-1-1,1 1,-1 0,0-1,0 0,-1 0,1 0,-1 0,1 0,-1-1,0 1,-2 0,-19 3,-1-1,1-1,-1-1,0-1,0-2,-18-1,-2 0,-705-3,-1184 34,1339 17,-61 23,-66 29,-1443 319,2029-389,-558 120,74-15,90-15,90-15,106-17,99-12,193-61,0 3,2 1,0 2,-36 24,66-37,0 1,1 0,0 0,0 1,1 1,0-1,1 2,0-1,1 1,-1 0,1 2,3-4,-1 1,0-1,0 0,-1-1,0 0,0 0,-1 0,0 0,0-1,-1 0,0-1,-1 0,1 0,-1-1,0 0,0 0,-1-1,1 0,-1-1,0 0,0-1,0 0,0 0,0-1,-1 0,1-1,0 0,-1-1,1 0,0 0,0-1,0-1,0 0,0 0,1-1,-1 0,1 0,0-1,-3-3,-16-18,2-2,0-1,2 0,2-2,-6-11,-41-76,4-3,6-3,-33-104,-160-513,211 602,7-1,6-2,0-47,10-7,7-193,11 386,0 0,0 1,0-1,1 1,-1-1,1 0,-1 1,1-1,0 1,0 0,0-1,0 1,0 0,1-1,-1 1,1 0,0 0,-1 0,1 0,0 1,0-1,0 0,0 1,0-1,1 1,-1 0,0 0,1 0,-1 0,1 0,-1 0,1 1,-1-1,1 1,-1 0,2 0,199-15,-148 16,111-1,64 0,74-10,80-18,88-26,92-26,88-25,76-16,1293-236,7-94,-1635 345,-86 12,425-139,-29 40,-99 71,177-44,-702 144</inkml:trace>
  <inkml:trace contextRef="#ctx0" brushRef="#br0" timeOffset="14980.188">14587 4558,'0'1,"0"0,0-1,0 1,0 0,1 0,-1-1,0 1,-1 0,1 0,0-1,0 1,0 0,0 0,-1-1,1 1,0 0,0-1,-1 1,1 0,-1-1,1 1,-1-1,1 1,-1 0,1-1,-1 1,1-1,-1 0,0 1,1-1,-1 1,1-1,-1 0,0 1,0-1,1 0,-1 0,0 0,0 0,1 0,-1 1,0-1,0 0,1-1,-1 1,0 0,0 0,1 0,-1 0,0-1,1 1,-1 0,0 0,1-1,-1 1,0-1,-44-27,45 28,-57-53,2-2,3-3,2-1,2-3,4-2,-5-13,48 75,-97-143,6-5,6-4,-59-154,-90-310,27-10,-11-161,190 675,5 0,5-2,5 0,5-1,7-116,2 231,-1 0,1-1,0 1,0-1,0 1,0-1,0 1,0-1,1 1,-1-1,1 1,-1-1,1 1,0-1,0 1,0 0,1-1,-1 1,0 0,1 0,0 0,-1 0,1 0,0 1,0-1,0 0,0 1,0 0,0-1,0 1,1 0,-1 0,1 0,0 0,210-18,525-3,-466-5,502-66,1397-121,415 186,-2176 32,-407-4,41-1,1 3,-1 1,1 3,26 6,-60-9,0 0,1 1,-2 0,1 0,0 1,-1 0,0 1,0 1,-1-1,1 1,-2 1,1 0,-1 0,0 1,0 0,-1 0,-1 0,0 1,0 0,0 2,8 28,-1 1,-2 0,-2 0,-2 1,-2 1,-1-1,-3 38,1-44,6 860,-11-569,2-121,-27 190,-4-183,-10-2,-9-3,-46 112,90-291,-2 0,0-1,-2 0,-1-1,-2 0,0-1,-2 0,-1-1,0-1,-2-1,-1 0,-1-2,-1 0,-2 0,-14 1,0-2,-2-2,0-1,0-3,-2-1,0-1,0-3,-38 4,-63 0,-1-5,-5-7,121-1,-217 1,-54-2,-1872-5,1966 8,0 9,1 9,-94 25,123-6,-115 44,-225 81,396-113,-57 17,168-67,0 0,0 0,0-1,1 0,-1 0,0-1,0 0,0 0,0-1,1 0,-1-1,1 1,0-1,-1-1,1 1,1-1,-1 0,0-1,1 0,0 0,0 0,1-1,-1 0,1 0,1 0,-2-2,-28-36,3-2,1 0,3-2,1-1,-11-33,21 47,-543-1216,361 768,-88-345,162 427,100 324,8 18</inkml:trace>
  <inkml:trace contextRef="#ctx0" brushRef="#br0" timeOffset="15738.509">10505 8810,'-5'0,"-6"0,-11-5,-2-6,3-6,0-6,0-3,2-2,1 4,2 0,0 0,-8-10,1-4,4 3</inkml:trace>
  <inkml:trace contextRef="#ctx0" brushRef="#br0" timeOffset="17277.902">11161 5841,'40'-16,"-1"2,2 1,0 2,0 2,1 2,18-1,-18 2,327-32,2 17,188 18,-415 4,-1 5,1 7,-2 6,109 30,-84-2,-3 8,-2 7,127 69,-240-107,-1 2,0 2,-3 2,0 2,-2 2,-2 1,-1 3,-1 1,-3 2,-1 1,-2 2,-2 1,21 43,-29-36,-3 0,-2 1,-2 1,-3 1,-2 0,-2 1,-3 0,-2 0,-4 55,0-50,2 57,-4 1,-6-1,-5 0,-4-1,-19 54,-3-62,-5-3,-4-1,-5-2,-4-3,-5-2,-4-3,-4-3,-3-3,-5-4,-3-3,-84 64,71-67,-3-3,-3-6,-4-3,-2-6,-3-4,-2-4,-3-6,-1-5,-2-4,-2-6,-93 12,-73-16,0-12,-194-18,335 0,-215 0,0-16,-278-53,568 61,0-4,2-2,0-3,1-3,1-3,-61-33,108 46,0 0,1-2,0 0,1 0,1-2,0 0,1 0,1-2,1 1,0-2,1 0,1 0,1-1,-1-4,-15-44,4-2,3 0,-5-40,17 81,-44-245,11-2,13-2,12 0,12-37,5 263,1 1,3 0,2 1,3 0,1 0,3 1,2 1,2 1,2 1,20-32,8-2,4 2,3 3,3 2,3 3,3 2,3 4,3 3,3 3,2 3,2 3,3 4,1 4,2 3,2 4,2 4,47-9,4 7,1 7,1 5,1 7,23 5,580 8,-685 5,992 15,-876-13,-1 8,91 21,-193-20,-2 3,0 3,-1 3,-1 4,-2 2,-1 4,21 14,-66-34,-1 1,1 0,-2 2,0 0,-1 2,-1 0,0 1,-2 0,0 2,-1 0,0 1,3 8,5 29,-3 0,-2 2,-2 0,-4 1,-2 0,2 56,-11-106,26 342,-19 273,-8-591,0-4,1 40,-2-1,-4 0,-3 0,-13 49,8-82,-2 0,-1-1,-2-1,-1 0,-2-1,-1-2,-2 0,-1-1,-12 9,36-38,-65 79,-2-3,-4-3,-3-4,-4-3,-2-3,-3-4,-42 21,-2-19,-3-6,-3-5,-1-7,-3-5,-1-6,-1-6,-127 7,57-16,0-9,-176-17,343 5,1-2,-1-3,1-1,1-2,0-1,0-3,1-1,1-2,1-2,0-1,-32-24,-6-12,2-4,3-3,2-3,4-3,2-2,4-3,3-3,3-2,4-3,-5-19,22 32,3-2,4-1,2 0,4-2,3-1,4 0,2 0,2-39,11-253,0 331,2 1,1-1,1 1,3 1,0 0,3 0,0 1,2 1,2 0,1 1,1 1,1 1,3-1,30-31,3 3,2 1,3 4,2 2,3 2,1 4,2 3,8 0,42-22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49:51.99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171 3802,'4'0,"22"0,30 0,21 0,6 0,4 0,1 0,-8 0,-19 0</inkml:trace>
  <inkml:trace contextRef="#ctx0" brushRef="#br0" timeOffset="355.045">284 4543,'0'5,"5"2,11-1,32-1,28-1,15-2,16-1,20 0,12-6,-8-7,-17-1,-13 2,-13-7,-18-1,-6-2,-8-7,-15 1</inkml:trace>
  <inkml:trace contextRef="#ctx0" brushRef="#br0" timeOffset="891.106">1539 2574,'36'16,"20"7,2-2,0-4,1-1,1-4,0-2,51 2,-19-1,0-4,1-4,0-5,-1-3,1-4,2-5,-82 11,-10 1,1 1,-1-1,1 1,-1 0,1 0,0 0,0 1,0-1,-1 1,1 0,0 0,0 0,0 0,0 1,-1 0,1 0,0 0,-1 0,1 0,-1 1,1-1,-1 1,1 0,-1 0,0 0,0 1,0-1,0 1,-1 0,1 0,1 2,3 10,-1 0,0 0,-1 1,-1-1,-1 1,0 0,-1 0,0 16,10 191,-12 103,-2-204,-5 696,7-765</inkml:trace>
  <inkml:trace contextRef="#ctx0" brushRef="#br0" timeOffset="1306.161">2196 3516,'5'0,"7"0,5 0,10 0,25 0,13 0,10 0,7 0,9-5,-1-6,3-11,-10-2,-13 3,-19 6</inkml:trace>
  <inkml:trace contextRef="#ctx0" brushRef="#br0" timeOffset="1795.175">3481 3488,'0'0</inkml:trace>
  <inkml:trace contextRef="#ctx0" brushRef="#br0" timeOffset="2788.119">4452 2689,'1'1,"0"-1,-1 1,1 0,0 0,0 0,-1 0,1 0,-1-1,1 1,-1 0,1 0,-1 1,0-1,1 0,-1 0,0 0,0 0,1 0,-1 0,0 0,0 0,-1 0,1 0,0 1,0-1,0 0,-1 0,1 0,0 0,-1 0,1 0,-1 0,0 0,1 0,-1 0,1-1,-1 1,0 0,0 0,0-1,0 1,1 0,-1-1,-1 1,1 1,-173 222,137-184,1 2,3 2,1 0,2 3,-18 38,38-56,2 2,0-1,2 1,1 0,2 1,1-1,1 0,2 1,3 20,-1 16,-3-54,-1-4,0-1,1 1,1 0,-1-1,1 1,1-1,0 1,0-1,1 0,1 1,-1-1,1-1,0 1,1-1,0 0,4 4,227 177,-220-175,1 0,-2 2,0 0,-1 1,0 0,-2 1,0 0,-1 1,0 0,-2 1,-1 0,0 1,-1 0,-1 0,-2 0,0 1,-1 0,-1 0,-1-1,-1 8,1-20,-1 1,0-1,0 0,-1 1,0-1,-1 0,0 0,-1 0,0 0,0 0,-1-1,0 1,0-1,-1 0,0 0,0 0,-1-1,0 0,-1 0,1-1,-1 1,-1-1,1-1,-1 1,0-2,0 1,0-1,-1 0,1 0,-33 4,1-1,-1-2,0-2,0-1,0-3,0-1,-11-3,-23 0,-17-3,75 1</inkml:trace>
  <inkml:trace contextRef="#ctx0" brushRef="#br0" timeOffset="3165.826">4479 2945,'5'-20,"12"-15,16-12,18-13,15-10,21-8,4 0,-3-2,-11 13,-10 13,-15 15</inkml:trace>
  <inkml:trace contextRef="#ctx0" brushRef="#br0" timeOffset="4235.343">2140 5742,'0'-124,"-83"-1675,46 1250,-76-1357,89 1548,3 78,-8-60,27 316,5-95,-2 116,0 0,1 0,-1 0,1 1,-1-1,1 0,0 0,0 1,0-1,0 1,1 0,-1 0,1 0,-1 0,1 0,0 0,0 0,-1 1,1 0,0-1,0 1,1 0,-1 1,0-1,0 1,0-1,1 1,-1 0,213-6,48 11,628-3,-41-66,92-51,-920 111,-18 2,0 1,0-1,0 1,0 0,0 0,0 1,0 0,0-1,1 2,-1-1,0 1,0-1,0 1,0 1,0-1,0 1,0 0,0 0,-1 0,1 1,-1 0,0-1,0 2,1-1,-1 1,42 123,-39-100,180 834,-10 205,-82-475,-87-542,26 146,-7 1,-10 1,-7 115,-10-294,0-5,0 0,-1 0,0-1,-1 1,0 0,-1-1,-1 0,0 0,0 0,-4 5,-19 23,-2-2,-1-1,-2-1,-1-2,-2-2,-1-1,-2-1,-1-2,-35 19,73-47,-240 158,-77 31,-77 24,-82 21,-71 18,-1775 782,1884-836,113-43,112-44,99-55,90-50,21-14,59-48,53-24,4 5,2 4,75-30,48-23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50:45.2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613 2638,'2707'0,"-2697"-1,-1 0,1 0,-1 0,0-1,1-1,-1 0,0 0,0 0,-1-1,1-1,-1 0,0 0,0 0,0-1,-1 0,0 0,0-1,-1 0,4-5,55-66,-3-4,-4-2,-4-2,-2-6,12-40,-64 129,1 1,-1-1,1 0,0 1,0-1,0 1,0 0,0-1,1 1,-1 0,1 0,0 0,-1 0,1 0,0 0,0 0,0 0,0 1,0-1,1 1,-1 0,0 0,1 0,-1 0,1 0,-1 0,1 0,0 1,-1-1,1 1,0 0,-1 0,1 0,0 0,-1 0,1 1,1 0,4 4,0 0,-1 1,1 0,-1 0,0 1,0 0,-1 0,0 0,-1 1,1 0,0 3,0-3,53 76,70 99,31 72,-154-245,-5-6,0 0,0 0,0-1,1 1,-1 0,1-1,0 1,0-1,1 0,-1 0,1 1,-1-2,1 1,0 0,0 0,0-1,0 0,1 0,-1 0,1 0,-1 0,1-1,0 1,0-1,-1 0,1 0,0 0,0-1,0 1,0-1,3 0,4-8,0-1,-1 0,-1 0,0-1,0 0,0-1,-2 0,1 0,-1-1,0-2,9-11,48-83,-5-3,25-72,-48 102,-33 75,59-93,-59 98,-1 0,1 0,0 1,-1-1,1 1,0 0,-1-1,1 1,0 1,0-1,-1 0,1 1,0-1,-1 1,1 0,0 0,-1 0,1 0,-1 0,1 1,-1-1,0 1,0 0,0-1,0 1,0 0,0 0,0 0,0 0,-1 1,1-1,-1 0,0 1,0-1,0 1,1 2,-1-4,147 250,-112-182,122 227,-114-240,-43-55,0 0,1 0,-1 0,0 0,1 0,-1-1,1 1,-1 0,1-1,-1 1,1-1,-1 1,1-1,-1 0,1 0,0 0,-1 0,1 0,-1 0,1 0,0 0,-1-1,1 1,-1 0,1-1,-1 0,1 1,-1-1,1 0,-1 0,0 1,1-1,-1 0,0 0,0-1,0 1,0 0,0 0,0-1,0 1,0 0,0-1,12-20,0-1,-2-1,-1 0,0 0,-2-1,4-18,-6 22,73-269,-75 274,-4 5,2 1,0-1,0 1,1-1,0 1,0 0,1 0,1 0,0 1,0 0,1 0,0 0,0 0,1 1,0 0,2-1,-6 9,1 0,-1-1,0 1,1 0,-1 0,1 1,-1-1,1 1,-1 0,0 0,1 0,-1 0,0 0,0 1,0 0,0-1,0 1,0 0,-1 0,1 1,0-1,-1 1,0-1,0 1,1 0,-2-1,1 1,0 0,-1 1,1-1,-1 0,0 0,0 0,0 1,0-1,-1 1,1-1,-1 2,42 109,-6 3,5 36,8 29,0-10,-47-168,1 0,-1 1,1-1,0 0,0-1,0 1,1 0,0-1,-1 0,1 0,0 0,0 0,1-1,-1 1,0-1,1 0,0 0,-1-1,1 0,0 0,0 0,0 0,0 0,-1-1,1 0,0 0,0-1,0 1,0-1,1 0,-3 1,711-10,273 8,-982 1,0 1,1 0,-1 0,0 0,0 1,0-1,0 1,0 0,0 1,0-1,0 1,0 0,0 0,-1 1,1 0,-1-1,0 1,0 1,0-1,0 0,0 1,-1 0,1 0,-1 0,0 0,-1 1,1-1,-1 1,1 2,56 196,41 453,69 527,-95-776,-68-376</inkml:trace>
  <inkml:trace contextRef="#ctx0" brushRef="#br0" timeOffset="499.064">6834 5264,'2'5,"1"0,-1 1,1-1,0 0,0-1,0 1,1 0,-1-1,1 0,0 0,0 0,1 0,-1-1,1 1,0-1,0 0,0-1,0 1,1-1,-1 0,0 0,1-1,4 1,32 8,0-2,1-1,0-3,0-1,0-3,14-2,-10 2,1003-4,-1016 4</inkml:trace>
  <inkml:trace contextRef="#ctx0" brushRef="#br0" timeOffset="1218.853">7150 5463,'1934'0,"-1909"0</inkml:trace>
  <inkml:trace contextRef="#ctx0" brushRef="#br0" timeOffset="6118.072">7977 2895,'5'0,"21"0,30-20,25-30,33-26,21-20,17-18,7-8,10-23,-4 3,-21 17,-19 20,-23 22,-22 21,-21 16,-21 16</inkml:trace>
  <inkml:trace contextRef="#ctx0" brushRef="#br0" timeOffset="6575.6">9632 1667,'-18'52,"6"253,12-304,-1 23,0 0,2 0,1 0,0 0,2-1,1 1,1-1,6 17,-12-38,1 0,-1 0,1 0,0 0,-1 0,1 0,0 0,0 0,0 0,0 0,1-1,-1 1,0 0,1-1,-1 1,1-1,0 0,-1 1,1-1,0 0,0 0,-1 0,1 0,0-1,0 1,0 0,0-1,1 1,-1-1,0 0,0 0,0 0,0 0,0 0,0 0,0 0,0-1,0 1,0-1,0 1,0-1,0 0,0 0,0 0,0 0,0 0,-1 0,1-1,0 1,-1-1,1 1,-1-1,0 1,1-1,-1 0,0 0,0 1,0-1,0 0,-1 0,1 0,0 0,-1 0,1 0,-1 0,0-2,12-32,-3 0,0 0,-3-1,-1 0,-1 0,-2-24,-1 45,0-10,-3-222,2 243,-1 0,1 0,-1 0,0 0,0 0,-1 0,0 0,1 0,-2 0,1 1,0-1,-1 1,0 0,0 0,0 0,-1 0,1 0,-1 0,0 1,0 0,0 0,-1 0,1 0,-1 1,1 0,-1 0,0 0,0 0,0 1,-4-1,-21-1</inkml:trace>
  <inkml:trace contextRef="#ctx0" brushRef="#br0" timeOffset="7106.303">11116 526,'-20'3,"-1"1,2 1,-1 0,1 1,-1 2,2 0,-1 1,1 0,1 2,0 0,0 1,1 0,1 2,0 0,0 0,2 2,0-1,1 2,-2 3,-27 35,2 3,2 0,3 3,3 1,2 1,4 1,2 2,3 0,3 1,-4 37,1 24,5 2,5 0,9 123,0-217,3 0,1 0,1 0,2-1,2 0,1 0,2-1,1 0,1 0,3-2,0 0,2 0,1-2,1 0,2-2,12 13,-19-30,0 1,0-2,1 0,0-1,1 0,0-2,1 0,-1 0,1-2,0 0,1-2,-1 1,1-2,-1-1,1 0,0-1,-1-1,1-1,-1-1,10-2,28-13,-1-2,-1-2,-1-2,-1-3,-1-2,-2-2,-1-2,-1-3,3-6,-14 13</inkml:trace>
  <inkml:trace contextRef="#ctx0" brushRef="#br0" timeOffset="1695.638">7177 6234,'5'5,"12"1,16 0,33-1,34-2,29 0,12-2,1-1,6 0,17 0,9 0,9-1,-22 1,-28 0,-18 0,-28 0</inkml:trace>
  <inkml:trace contextRef="#ctx0" brushRef="#br0" timeOffset="3638.185">8119 6632,'29'61,"77"325,-66-218,-7 3,-7 0,-9 1,-3 133,-19-208,-3-72,-2-28,-13-43,21 39,-71-194,-17-100,64 209,7 28,-28-92,7-2,7-2,-3-74,39 148,13 87,-10 8,-1 0,0 0,0 1,-1-1,0 1,-1 0,0 0,-1 1,1 6,1 2,33 177,-9 2,1 177,-26-319,21 413,-7-360,-219-925,91 300,89 422,13 63,1-1,2 0,1 0,1 0,2 0,1-1,2-8,-1 39,0 0,0 1,0-1,0 0,0 1,1-1,-1 0,0 1,1-1,-1 0,1 1,0-1,-1 1,1-1,0 1,0-1,0 1,0 0,0-1,0 1,0 0,1 0,-1 0,0 0,1 0,-1 0,1 0,-1 0,1 1,-1-1,1 1,-1-1,1 1,0-1,-1 1,1 0,0 0,-1 0,1 0,0 0,-1 0,1 0,0 1,-1-1,1 0,0 1,-1 0,1-1,-1 1,1 0,-1 0,1-1,-1 1,0 1,1-1,-1 0,0 0,0 0,0 1,0-1,0 0,0 1,0 0,79 127,-33-26,-5 3,-4 1,-5 1,-5 2,-5 1,-4 1,-6 1,-4 0,-7 105,-4-175,-7-36,-1-31,-109-403,83 306,-9-20,6-1,6-3,6 0,7-2,1-98,21 194,5 31,8 43,16 65,-3 2,-5 0,-4 1,-3 3,-2-17,169 940,-174-971,-6-49,-6-75,-47-398,15 173,9-79,26 339,7 44,58 215,-50-151,37 181,-11 3,-10 1,-12 1,-10 137,-10-297</inkml:trace>
  <inkml:trace contextRef="#ctx0" brushRef="#br0" timeOffset="4189.871">7320 8174,'0'5,"0"7,10 0,18-1,32-3,32-2,33-3,34-1,25-2,9 0,2 0,-18-1,-30 1,-30-1,-29 1,-26 0,-23 0</inkml:trace>
  <inkml:trace contextRef="#ctx0" brushRef="#br0" timeOffset="4749.26">7862 8174,'-5'0,"-16"0,-4 0</inkml:trace>
  <inkml:trace contextRef="#ctx0" brushRef="#br0" timeOffset="5301.671">7435 8032,'322'351,"47"100,-118-183,-243-260,-5-2,1-1,0 0,0 0,1 0,0 0,-1-1,1 0,1 0,-1 0,0-1,1 1,0-1,0-1,0 1,0-1,0 0,1 0,-1-1,0 0,1 0,-1 0,1-1,-1 0,1 0,-1-1,1 0,-1 0,1 0,5-3,2-8,0 0,-2 0,1-2,-1 1,-1-2,-1 1,0-2,-1 1,0-1,2-8,50-112,-5-3,-6-2,14-77,13-12,-68 192</inkml:trace>
  <inkml:trace contextRef="#ctx0" brushRef="#br0" timeOffset="8553.942">10402 5006,'-17'-12,"-1"-1,-1 2,0 1,-1 0,0 2,0 0,0 1,-1 1,0 1,-1 0,1 2,-1 1,1 0,-1 2,0 0,-7 3,13-2,0 1,0 0,0 2,1 0,-1 1,1 0,0 1,1 1,-1 0,1 1,1 1,-1 0,2 0,-1 2,1-1,1 2,0 0,0 0,1 0,1 2,0-1,-1 6,-1 9,1 0,1 1,2-1,1 2,2-1,0 1,2 0,1-1,2 1,1 0,1 0,1-1,2 0,1 0,1 0,2-1,0 0,2 0,1-2,2 1,6 8,-1-3,1-1,2 0,1-2,1 0,1-2,2-1,0-1,4 0,-14-13,1-1,0-1,1 0,0-2,1 0,0-1,0-2,0 0,1-1,-1-1,13 0,241-8,-234 1,-1-2,0-1,0-2,-1-2,0-1,-1-2,19-11,25-19</inkml:trace>
  <inkml:trace contextRef="#ctx0" brushRef="#br0" timeOffset="9279.717">10117 754,'15'98,"22"40,32 85,25 71,306 1059,-330-1088,-13-67,-14-94,-43-104,0 1,1-1,-1 1,0 0,0-1,0 1,1-1,-1 1,0 0,1-1,-1 1,1-1,-1 1,0-1,1 0,-1 1,1-1,-1 1,1-1,-1 0,1 1,0-1,-1 0,1 0,-1 1,1-1,0 0,-1 0,1 0,0 0,-1 0,1 0,0 0,-1 0,1 0,-1 0,1 0,0 0,-1 0,1-1,0 1,-1 0,1 0,-1-1,1 1,-1 0,1-1,-1 1,1-1,-1 1,1-1,-1 1,1-1,-1 1,0-1,1 1,-1-1,0 1,0-1,1 0,16-76,-8-73,-8-135,-3 159,-10-1580,12 1669</inkml:trace>
  <inkml:trace contextRef="#ctx0" brushRef="#br0" timeOffset="10328.241">11515 1924,'6'137,"6"-1,17 67,12 45,10-2,51 130,-92-343,41 87,-51-120,0 1,1-1,-1 0,0 1,1-1,-1 0,1 0,-1 1,1-1,-1 0,1 0,-1 1,1-1,-1 0,1 0,-1 0,1 0,-1 0,1 0,-1 0,1 0,-1 0,1 0,-1 0,1 0,-1 0,1 0,-1-1,1 1,-1 0,0 0,1 0,-1-1,1 1,-1 0,1-1,-1 1,0 0,1-1,-1 1,0-1,1 1,-1 0,0-1,0 1,1-1,-1 1,0-1,0 1,0-1,0 1,1-1,-1 1,0-1,0 1,0-1,0 1,0-1,22-187,-21-567,-1 721,-1-1,-2 1,-1 0,-2 0,-1 0,-2 1,-9-24,-17 3,34 53,0 0,0 0,0 0,0 1,0-1,0 0,0 1,-1-1,1 1,0-1,0 1,-1-1,1 1,0 0,0-1,-1 1,1 0,0 0,-1 0,1 0,0 0,0 1,-1-1,1 0,0 1,0-1,-1 0,1 1,0-1,0 1,0 0,0-1,0 1,0 0,0 0,0 0,0 0,0 0,0 0,0 0,0 0,1 0,-1 0,1 0,-1 1,-5 9,1 0,0 1,1-1,1 1,0 0,0 0,1 0,1 1,-1 1,2-11,-7 55,2-1,3 1,2-1,3 7,-3-63,-1 1,1-1,0 1,-1-1,1 1,0-1,0 1,0 0,0-1,1 1,-1-1,0 1,0-1,1 1,-1-1,1 1,0-1,-1 0,1 1,0-1,0 0,0 1,0-1,0 0,0 0,0 0,0 0,0 0,1 0,-1 0,0-1,1 1,-1 0,1-1,-1 1,1-1,-1 1,1-1,-1 1,1-1,-1 0,1 0,-1 0,1 0,-1 0,1 0,-1-1,1 1,-1 0,1-1,0 0,13-9,-1-1,0 0,0-1,-1-1,-1 0,0 0,-1-2,6-9,-3 5,306-417,-308 419,1 1,0 0,1 2,1-1,0 2,1 0,4-2,-17 13,-1 0,1 0,0 0,0 1,0-1,0 1,0 0,0 0,0 0,0 0,0 1,1-1,-1 1,0 0,0 0,1 0,-1 0,0 1,0-1,0 1,1 0,-1 0,0 0,0 0,0 0,0 1,-1 0,1-1,0 1,-1 0,1 0,-1 0,1 1,1 1,14 20,-2 0,0 1,-1 0,-2 1,0 1,-2 0,3 14,165 539,-151-504,-28-77,0 0,1 0,-1 0,0 0,1 0,0 0,-1 0,1 0,-1 0,1 0,0 0,0 1,-1-1,1 0,0 0,0 1,0-1,0 1,0-1,0 1,0-1,0 1,0-1,0 1,0 0,0-1,0 1,0 0,0 0,1 0,-1 0,0 0,0 0,0 0,0 1,0-1,0 0,0 1,0-1,0 0,0 1,0-1,0 1,0 0,0-1,0 1,0 0,0-1,-1 1,1 0,0 0,-1 0,1 0,0 0,-1 0,1 0,-1 0,1 0,-1 0,0 0,1 0,-1 0,0 0,0 0,0 0,0 0,0 1,0-1,0 0,11-33,-1-1,-2-1,-1 0,-2 0,-1-1,28-338,-7 232,-23 138,0 0,0 1,0-1,1 0,-1 1,1-1,0 1,-1 0,1 0,0 0,0 0,1 0,-1 1,0-1,0 1,1 0,-1 0,1 0,-1 0,1 1,-1 0,1-1,-1 1,1 1,0-1,-1 0,1 1,-1 0,1 0,-1 0,0 0,1 0,-1 1,0-1,0 1,0 0,0 0,0 0,0 0,-1 1,1-1,-1 1,1 0,-1 0,28 23,0 1,-2 2,-2 1,0 1,-2 1,-2 2,15 27,51 71,-86-128,0 1,1 0,-1-1,1 0,0 1,1-1,-1 0,1-1,-1 1,1-1,0 1,1-1,-1 0,0-1,1 1,0-1,-1 0,1 0,0 0,0-1,0 0,0 0,0 0,1 0,-1-1,0 0,0 0,0 0,1-1,-1 0,0 0,1 0,6-7,-1 0,0-1,0-1,-1 1,-1-1,0-1,0 0,-1 0,0-1,-1 0,0 0,2-7,22-48,-3-1,-2-1,-4-1,-3-1,-3-1,-3-1,0-33,2-49</inkml:trace>
  <inkml:trace contextRef="#ctx0" brushRef="#br0" timeOffset="10675.873">13771 1012,'0'28,"0"45,5 28,15 22,11 0,8-3,3-20,0-24,-4-19,3-19,-2-16,-2-12,-7-13,-9-10,-8-8,-7-1</inkml:trace>
  <inkml:trace contextRef="#ctx0" brushRef="#br0" timeOffset="11060.804">13599 1097,'5'0,"11"0,13 5,16 1,19 0,28-1,14-16,26-36,7-28,3-26,21-26,3-14,1-3,-26 17,-24 22,-21 28,-28 27</inkml:trace>
  <inkml:trace contextRef="#ctx0" brushRef="#br0" timeOffset="12366.115">1128 2837,'-5'-5,"-7"-1,-1 9,2 35,2 48,4 25,11 42,20 43,10 37,9 42,2 23,2-1,-7-16,-11-38,-10-34,-9-54</inkml:trace>
  <inkml:trace contextRef="#ctx0" brushRef="#br0" timeOffset="13124.398">1241 5092,'-26'-28,"-121"-107,139 129,-1 1,0 0,0 0,0 1,0 0,-1 1,0 0,1 1,-1 0,0 0,0 1,0 0,-1 1,1 0,0 0,0 1,0 1,-4 0,0 4,0-1,1 2,0 0,0 0,1 1,0 0,0 2,1-1,0 1,1 1,0-1,-4 8,3-6,-21 24,1 2,2 1,2 1,1 1,2 1,2 2,2 0,2 1,2 1,2 1,2 0,-3 29,2 41,4 1,6 82,3-150,2-1,2 0,3 0,1 0,3-1,2-1,5 12,16 25,4-2,3-2,4-1,3-2,3-3,50 55,-81-103,1 0,2-1,0-1,2-2,0 0,1-1,2-2,0-1,1-1,0-1,1-2,15 4,9-7,1-2,0-3,0-3,1-1,-1-4,36-5,-72 7,0-1,-1 0,1-2,0 0,-1-2,0 0,0 0,0-2,0 0,-1-1,-1-1,1-1,-1 0,-1-1,0 0,-1-2,0 1,0-2,-2 0,0 0,0-1,-1-1,-1 0,-1 0,6-14,-5-13,-1 0,-3 0,-1-1,-2 1,-2-1,-5-42,3 36,0 33,2-77,-5 1,-3-1,-5 1,-3 0,-17-46,-10 28,-4 2,-5 2,-5 2,-4 3,-11-6,-39-52,-122-134,218 276,-1 0,-1 1,-1 0,0 2,-1 0,-1 1,-15-9,-7 4</inkml:trace>
  <inkml:trace contextRef="#ctx0" brushRef="#br0" timeOffset="14062.767">1013 5121,'30'74,"61"285,31 266,-81-383,-29-205,-3-30,-8-27,-35-184,-63-561,80 671,-4 1,-4 1,-4 1,-26-50,46 119,5 8,-1 0,0 1,-1 0,-1 0,0 1,-1 0,0 0,-1 1,0 0,8 10,1 1,-1-1,0 1,1-1,-1 1,0-1,1 1,-1 0,0-1,1 1,-1 0,0 0,0-1,1 1,-1 0,0 0,0 0,0 0,1 0,-1 0,0 0,0 0,1 0,-1 1,0-1,0 0,1 0,-1 1,0-1,0 0,1 1,-1-1,0 1,1-1,-1 1,1-1,-1 1,1-1,-1 1,1 0,-1-1,1 1,-1 0,-5 12,1 1,0 0,1 1,0-1,1 0,1 1,0 0,1 0,1 4,-1-10,-7 522,-10-349,18-183,0 0,-1 0,1 0,0 1,-1-1,1 0,-1 0,1 0,-1 0,1 1,-1-1,0 0,1 0,-1 1,0-1,1 0,-1 1,0-1,0 1,0-1,0 1,0 0,1-1,-1 1,0 0,0-1,0 1,0 0,0 0,0 0,0 0,0 0,0 0,0 0,0 0,0 1,0-1,0 0,0 0,0 1,0-1,1 1,-1-1,0 1,0-1,0 1,1-1,-1 1,0 0,0-1,1 1,-1 0,1 0,-1 0,1-1,-1 1,1 0,-1 0,1 0,0 0,-1 0,1 0,0 0,0 0,-14-30,1-1,2-1,1 0,1 0,2-1,1 0,1-2,2 17,-6-25,1-1,3 0,2 0,1 0,2 0,3 0,1-7,-3 44,0 0,0 0,0-1,1 1,0 0,0 1,1-1,-1 0,1 1,0-1,1 1,0 0,-1 0,1 0,1 0,-1 1,1 0,0 0,0 0,0 1,0-1,1 1,-1 0,1 1,0-1,0 1,9-1,-1-1,1 2,0 0,0 1,1 1,-1 0,0 1,0 1,0 0,0 1,-1 0,1 1,-1 1,1 1,-2 0,1 0,4 4,22 13,-2 2,0 2,-2 1,-1 2,1 4,21 21,-38-34,1 0,1-2,1 0,0-1,2-2,0 0,0-2,1 0,12 3,-7-9</inkml:trace>
  <inkml:trace contextRef="#ctx0" brushRef="#br0" timeOffset="15788.751">1726 7490,'1'119,"5"0,10 38,22 85,10-2,28 60,-28-129,-44-164,-4-18,-60-363,-11-210,23-29,46 587,1 44,12 173,117 705,-86-519,-13 120,-42-557,-145-696,146 693,-60-332,-1-179,126 1256,-37-541,29 368,-49-452,4-57,0-1,0 1,0 0,0 0,0-1,0 1,0 0,0-1,-1 1,1 0,0-1,0 1,0 0,0 0,-1-1,1 1,0 0,0 0,0-1,-1 1,1 0,0 0,0 0,-1-1,1 1,0 0,0 0,-1 0,1 0,0 0,-1 0,1 0,0-1,-1 1,1 0,0 0,-1 0,1 0,0 0,-1 0,1 1,0-1,0 0,-1 0,1 0,0 0,-1 0,1 0,0 0,0 1,-1-1,1 0,0 0,0 0,-1 1,1-1,0 0,0 0,0 1,-1-1,1 0,0 1,0-1,0 0,0 0,0 1,0-1,-1 0,1 1,0-1,-22-65,-6-73,-127-848,120 760,-8-38,34 251,5 162,21 122,12-2,12-1,27 63,-27-158,-64-263,-188-708,204 764,3 20,0 0,1 0,1 0,0 0,1-1,0 1,1 0,1 0,1-1,-2 15,0 0,0-1,0 1,0 0,0-1,0 1,0 0,1-1,-1 1,0 0,0-1,0 1,1 0,-1 0,0-1,0 1,1 0,-1 0,0 0,0-1,1 1,-1 0,0 0,1 0,-1 0,0 0,1-1,-1 1,0 0,1 0,-1 0,0 0,1 0,-1 0,0 0,1 0,-1 0,0 1,1-1,-1 0,0 0,1 0,-1 0,0 0,1 1,-1-1,0 0,1 0,-1 0,0 1,0-1,1 0,-1 0,0 1,0-1,0 0,0 1,1-1,-1 0,0 0,0 1,0-1,0 0,0 1,0-1,0 0,0 1,64 140,-10 44,-7 2,-9 3,6 126,-37-267</inkml:trace>
  <inkml:trace contextRef="#ctx0" brushRef="#br0" timeOffset="16323.892">1070 8859,'-5'0,"18"0,31 0,23 0,28 0,28 0,27-5,-2-1,-22 0,-28 1,-44 2,-61 5,-30 3</inkml:trace>
  <inkml:trace contextRef="#ctx0" brushRef="#br0" timeOffset="16885.025">785 8888,'1'-2,"0"1,1-1,0 0,-1 1,1 0,0-1,-1 1,1 0,0 0,0 0,0 0,0 0,0 1,0-1,0 0,0 1,0 0,1-1,-1 1,0 0,0 0,0 0,0 1,1-1,-1 0,0 1,0-1,0 1,1 0,111 51,-57-7,-3 2,-1 3,-2 2,-3 2,-2 2,-3 3,19 35,-58-90,274 417,-274-414,81 92,-82-95,1-1,0 0,0 0,0 0,1-1,-1 1,1-1,-1 0,1 0,0-1,0 1,0-1,0 0,0-1,0 1,0-1,0 0,0 0,0 0,0-1,0 0,0 0,2-1,5-3,0-2,-1 0,1 0,-2-1,1 0,-1-1,0 0,-1-1,0 0,0-1,-1 1,0-2,25-36,-2-2,-2-1,-2-2,-2 0,-3-1,-3-2,-1 0,-3-1,-3-1,-2-3,50-231,-54 255</inkml:trace>
  <inkml:trace contextRef="#ctx0" brushRef="#br0" timeOffset="21191.447">14598 5720,'0'2,"1"0,0 0,0 0,0 0,0 0,0-1,1 1,-1 0,0-1,1 1,-1-1,1 1,0-1,-1 0,1 1,0-1,0 0,0 0,0 0,0-1,0 1,0 0,0-1,0 1,0-1,0 0,1 0,-1 0,0 0,2 0,-4 0,270 20,-211-19,982 7,544 16,-1575-24,-7 1,0 0,0 0,0 0,0-1,0 1,0-1,0 0,0 0,0 0,0 0,0 0,0-1,0 1,0-1,0 0,0 0,0 0,0 0,0 0,-1-1,1 1,0-1,-1 0,0 0,1 0,-1 0,0 0,0-1,0 1,0 0,0-1,-1 0,1 1,-1-1,1 0,-1 0,0 0,0 0,-1 0,1 0,0-1,-4-17,0 1,-1 0,-1-1,-1 1,-1 1,-9-19,-4-12,-40-153,9-2,9-1,8-3,-2-159,10-20,20-215,4 597,2 0,-1 1,1-1,0 0,0 0,0 0,1 1,0-1,0 0,1 1,-1-1,1 1,0-1,1 1,-1 0,1 0,0 0,1 0,-1 1,1-1,0 1,0 0,0 0,0 0,1 0,0 1,-1 0,1 0,0 0,1 1,1-1,180-1,1165 9,-1067-11,185-31,-430 33,146-31,-144 17,-37 14,0 1,0 0,0 0,0 1,0-1,1 1,-1 0,1 0,0 1,-1 0,1 0,0 0,0 1,-1-1,1 2,0-1,0 0,0 1,-1 0,1 1,0-1,-1 1,1 0,-1 0,0 1,0 0,0 0,0 0,3 2,6 11,-1 0,0 1,-1 0,-1 0,-1 2,0-1,-2 1,0 0,-1 1,0 0,0 11,28 234,-27 468,-12-487,4-183,-3 105,9 1,13 64,15 9,-34-234,-1-2,0 0,0 0,1 0,0 0,0 0,0 0,1 1,-1-1,2 0,-1 0,1-1,0 1,0 0,0 0,1-1,0 0,0 1,0-1,1 0,0 0,0-1,0 1,0-1,1 0,0 0,0 0,0-1,0 0,0 0,6 2,22 2,0-1,1-2,-1-2,1-1,26-3,3 1,740-6,-574-8,107-24,107-10,65 33,-237-26,-268 41,0 1,1-1,-1 0,0 0,1 0,-1 0,0-1,0 1,0-1,0 0,0 0,0 0,-1 0,1 0,-1-1,1 1,-1-1,0 1,0-1,0 0,0 0,-1 0,1 0,-1 0,0-1,1 1,-2 0,1 0,0-1,-1 1,1-1,-1 1,0-1,0 1,0-1,-1 1,1 0,-1-1,0 0,-74-360,13 76,13-3,9-46,11-109,20-70,12 214,-3 299,1-1,1 1,-1 0,0 0,1 0,-1 0,1 0,0 0,0 0,0 1,1-1,-1 1,0-1,1 1,0 0,-1 0,1 0,0 0,0 1,0-1,0 1,1 0,-1 0,0 0,0 0,1 0,-1 1,1-1,-1 1,0 0,1 0,-1 0,1 1,-1-1,0 1,1 0,2 1,3-2,1250 7,7-8,-1070-5,132-25,-326 30,0 0,1 0,-1 0,0 0,1 0,-1 1,1 0,-1-1,1 1,-1 0,0 0,1 0,-1 0,1 1,-1-1,1 0,-1 1,1 0,-1 0,0 0,0 0,1 0,-1 0,0 0,0 1,0-1,0 1,0 0,-1-1,1 1,0 0,-1 0,0 0,1 0,-1 0,0 1,0-1,0 0,0 0,0 1,-1-1,1 2,28 214,-3 54,-11 1,-17 151,1-228,-1 734,3-890,2 1,1-1,2 1,2-2,6 15,-13-49,-1-1,1 0,0 0,1 0,-1 0,0-1,1 1,0 0,0-1,0 1,1-1,-1 1,1-1,0 0,0 0,0 0,0-1,0 1,0-1,1 1,0-1,-1 0,1-1,0 1,0-1,0 1,0-1,0 0,0-1,0 1,0-1,0 1,0-1,0-1,1 1,-1 0,3-2,271-61,83 6,2 16,145 11,232 21,-552 10,-147-3,-1-2,0-2,-1-1,1-2,20-9,58-13,-82 24,-8 3</inkml:trace>
  <inkml:trace contextRef="#ctx0" brushRef="#br0" timeOffset="22307.167">18080 6205,'-6'0,"2"-1,0 0,0 1,0-1,-1 1,1 0,0 0,-1 0,1 1,0-1,0 1,0 0,-1 0,1 1,0-1,0 1,1 0,-1 0,0 0,1 0,-1 1,1 0,0-1,-1 1,1 0,1 1,-1-1,0 0,1 1,0 0,0-1,0 1,0 1,-6 24,2-1,0 2,3-1,0 0,2 1,1-1,1 1,2-1,1 1,-4-25,0 1,0-1,1 0,-1 1,2-1,-1 0,0 0,1 0,0 0,0 0,1 0,-1-1,1 1,0-1,0 1,0-1,1 0,0 0,0 0,0-1,0 0,0 1,1-2,-1 1,1 0,0-1,0 0,0 0,0 0,0-1,3 1,3-3,0-1,1-1,-1 0,-1 0,1-1,0 0,-1-1,0 0,0-1,-1 0,1-1,-1 1,0-2,-1 1,0-1,0-1,-1 0,0 0,-1 0,1 0,-2-1,1 0,2-10,-1 6,-2 1,0-1,0 0,-1 0,-1-1,0 1,-1-1,-1 0,0 0,-1 1,-1-1,0 0,-1 1,-1-1,0 1,-1-1,0 1,-1 0,-1 1,0-1,-1 1,0 0,-1 1,-7-9,-2 3,0 0,-2 1,0 1,-1 1,-1 0,0 2,-1 0,-1 2,1 0,-2 2,1 0,-2 2,1 0,0 2,-1 0,0 2,-22 0,1 3</inkml:trace>
  <inkml:trace contextRef="#ctx0" brushRef="#br0" timeOffset="22829.35">17623 2096,'15'14,"4"10,5 11,-3 9,10 16,4 8,12 11,2 3,-7 1,-6-3,-4 9,-8-6,-8-13,-6-12,-5-12,-4-9,-1-11</inkml:trace>
  <inkml:trace contextRef="#ctx0" brushRef="#br0" timeOffset="31730.676">20306 6005,'0'10,"5"22,11 26,23 17,8 5,-2 0,-10-5,-5-5,-9-5,-7-14</inkml:trace>
  <inkml:trace contextRef="#ctx0" brushRef="#br0" timeOffset="32900.163">20649 6262,'33'30,"-10"15,-2 0,-1 1,-3 1,2 16,-18-60,91 382,-68-271,4 25,-44-179,0-16,2-1,3-1,3-1,2-5,5 57,0 3,0 0,1 0,-1 0,1 0,0 0,0 0,0 0,1 0,-1 1,1-1,0 0,0 0,0 0,1 1,-1-1,1 0,0 1,2-3,14 11,-8 8,-1 0,0 0,-1 1,-1 0,0 1,-1 0,-1 0,0 0,2 10,-1-4,38 132,-27-110,-5-47,0-108,6-120,-18 229,0 0,0-1,0 1,1 0,-1 0,1-1,0 1,0 0,0 0,0 0,1 0,-1 0,1 1,-1-1,1 0,0 0,0 1,0 0,1-1,-1 1,1 0,-1 0,1 0,0 0,-1 1,1-1,0 1,0 0,0-1,0 1,1 1,-1-1,0 0,0 1,0 0,1-1,-1 1,0 1,0-1,1 0,7 8,0 0,0 0,-1 1,0 1,-1-1,0 1,-1 1,0 0,0 0,-1 1,-1-1,0 1,-1 1,3 6,59 135,-66-151,38 65,-38-66,1 0,-1-1,1 1,-1-1,1 1,0-1,-1 0,1 0,0 0,0 0,0 0,0 0,0 0,0-1,0 1,1-1,-1 1,0-1,0 0,0 0,0 0,0 0,1 0,-1-1,0 1,0-1,0 1,0-1,0 0,0 0,0 1,0-1,0-1,0 1,0-1,8-7,-1-1,0-1,-1 0,0 0,-1-1,0 0,-1 0,0 0,-1-1,0 0,-1 0,-1 0,0-1,0-1,63-413,-56 460,146 530,-144-514,42 227,-53-269,1 0,-2-1,1 1,-1 0,0 0,0 0,-1 0,1 0,-1-1,-1 1,1 0,-1-1,0 1,0-1,-1 1,1-1,-1 0,0 0,-1 0,1-1,-1 1,0-1,0 1,0-2,-1 1,0 0,1-1,-1 0,0 0,-1 0,1 0,0-1,-1 0,0 0,1-1,-1 1,0-1,-3 0,-34 1,-2-2</inkml:trace>
  <inkml:trace contextRef="#ctx0" brushRef="#br0" timeOffset="34110.082">23102 6404,'0'-7,"0"0,1-1,0 1,0 0,1-1,0 1,0 0,1 0,0 1,0-1,0 0,1 1,0 0,0 0,1 0,-1 0,1 1,1 0,-1 0,1 0,0 1,0-1,0 1,0 1,1-1,0 1,-1 0,1 1,0 0,1 0,-1 0,0 1,4-1,0 1,0 0,0 1,0 0,0 1,0 0,0 1,0 0,0 1,-1 0,1 0,-1 1,0 1,0 0,0 0,-1 1,0 0,0 0,0 1,-1 0,0 1,0 0,-1 0,0 1,2 3,4 9,-1 0,-1 1,0 0,-2 1,-1 0,0 0,-2 1,-1 0,0 0,-2 1,-1-1,-1 19,-2-28,0 1,-1-1,0 0,-2 0,1 0,-2 0,0-1,-1 1,0-2,-1 1,-1 0,0-1,-2 1,5-7,0 0,-1 0,1-1,-1 1,-1-1,1-1,-1 0,0 0,0 0,-1 0,0-1,1-1,-1 1,-1-1,1-1,0 1,-1-1,1-1,-1 1,1-2,-1 1,0-1,-4-1,13 2,0-1,0 0,0 1,1-1,-1 0,0 1,0-1,0 1,0-1,0 0,1 1,-1-1,0 1,0-1,0 0,0 1,0-1,-1 1,1-1,0 1,0-1,0 0,0 1,0-1,0 1,-1-1,1 0,0 1,0-1,-1 0,1 1,0-1,0 0,-1 1,1-1,0 0,-1 0,1 1,0-1,-1 0,5 3,280 209,-250-190</inkml:trace>
  <inkml:trace contextRef="#ctx0" brushRef="#br0" timeOffset="35494.013">23759 6548,'12'23,"-8"-9,23 71,-4 2,-3 1,-5 0,1 43,-16-63,-28-279,36 143,-8 67,1 0,-1-1,1 1,-1 0,1 0,-1 0,1 0,0-1,0 1,-1 0,1 0,0 0,0 0,0 1,0-1,0 0,1 0,-1 1,0-1,0 0,0 1,1-1,-1 1,0 0,0-1,1 1,-1 0,0 0,1 0,-1 0,0 0,1 0,-1 0,0 0,1 0,-1 1,0-1,1 1,-1-1,0 1,0-1,0 1,0 0,1-1,-1 1,0 0,0 0,0 0,10 9,0 1,0 0,-2 0,1 1,-2 0,1 1,-2 0,0 0,0 1,1 5,14 24,-22-42,0 1,0 0,0-1,0 1,1 0,-1 0,1-1,-1 1,1 0,0-1,0 1,-1-1,1 1,0-1,0 1,1-1,-1 0,0 0,0 1,1-1,-1 0,0 0,1 0,-1 0,1-1,0 1,-1 0,1-1,-1 1,1-1,0 1,0-1,-1 0,1 1,0-1,0 0,-1 0,1-1,0 1,0 0,-1-1,1 1,0 0,-1-1,1 0,-1 1,1-1,0 0,-1 0,0 0,1 0,-1 0,0 0,1-1,-1 1,0 0,1-1,99-197,-99 197,0-1,0 0,1 1,-1-1,1 1,-1 0,1 0,0 0,0 0,0 0,0 1,0-1,0 1,1 0,-1 0,0 0,1 0,-1 0,0 1,1 0,-1 0,1 0,-1 0,1 0,-1 1,0-1,1 1,-1 0,0 0,1 0,-1 0,0 1,0 0,0-1,0 1,0 0,-1 0,1 0,-1 1,1-1,-1 1,0-1,0 1,1 1,9 14,0 1,-1 0,-1 1,0 0,-2 1,0 0,-2 0,1 6,9 23,-14-42,-2-7,0 1,0 0,0 0,0 0,1-1,-1 1,1 0,-1 0,1-1,0 1,-1 0,1-1,0 1,0-1,0 1,0-1,1 1,-1-1,0 0,0 0,1 1,-1-1,1 0,-1 0,1-1,0 1,-1 0,1 0,0-1,-1 1,1-1,0 1,0-1,-1 0,1 0,1 0,2-3,0 0,0 0,-1-1,1 1,-1-1,0-1,0 1,-1 0,1-1,-1 0,0 0,0 0,-1 0,0 0,2-5,33-81,-4-1,-5-1,2-24,4-11,16-65,-40 183,-8 42,-3 45,0-27,1 0,3-1,2 1,4 9,-1-32,2-1,1 0,1-1,1-1,1 0,1 0,1-1,2 0,21 33,-7-9,-21-36,-1 1,-1 0,0 1,-1 0,0 0,-1 1,-1 0,0 0,-1 1,-1 0,0 0,0 0,-2 0,0 0,-1 1,0 6,-2-18,0 0,0 0,0 0,-1 0,0-1,1 1,-1-1,-1 1,1-1,0 0,-1 0,0 0,1 0,-1 0,0-1,-1 1,1-1,0 0,-1 0,1 0,-1 0,0-1,1 1,-1-1,0 0,0 0,0 0,-1-1,-118 7,111-7,-28-2</inkml:trace>
  <inkml:trace contextRef="#ctx0" brushRef="#br0" timeOffset="71548.085">17881 5691,'-116'-15,"26"-4,87 19,1 0,0 0,-1 0,1 1,0-1,0 0,-1 1,1 0,0-1,0 1,0 0,0 0,0 0,0 1,0-1,0 0,0 1,0-1,1 1,-1 0,1-1,-1 1,1 0,-1 0,1 0,0 0,0 0,0 0,0 0,1 0,-1 1,0-1,1 0,0 0,-1 1,1-1,0 0,0 3,1 3,1 1,-1-1,1 0,0 0,1 0,0 0,0 0,1 0,0-1,0 0,1 0,0 0,0 0,1-1,-1 0,1 0,1 0,-1-1,1 0,0 0,0-1,0 1,5 0,-10-4,-1 0,1-1,-1 1,1-1,0 1,-1-1,1 0,0 1,-1-1,1 0,0 0,-1 0,1 0,0-1,-1 1,1 0,0-1,-1 1,1-1,-1 0,1 1,-1-1,1 0,-1 0,1 0,-1 0,0 0,0 0,1 0,-1-1,0 1,0 0,0-1,0 1,-1 0,1-1,0 1,0-1,-1 0,1 1,-1-1,0 0,12-73,-10 69,-1 1,1-1,-2-1,1 1,-1 0,0 0,0 0,0 0,-1 0,0 0,0 0,-1 0,0 0,0 1,0-1,-1 1,1-1,-1 1,-1 0,1 0,-1 0,0 0,0 1,0-1,0 1,-1 0,0 0,0 1,0 0,0-1,0 2,-1-1,-1 0,1 1,0 1,0 0,0 0,0 0,-1 0,1 1,0 0,-1 1,1-1,0 1,0 1,-1-1,1 1,0 0,1 0,-1 1,-5 2,-8 9</inkml:trace>
  <inkml:trace contextRef="#ctx0" brushRef="#br0" timeOffset="79256.932">17651 5720,'17'1,"1"-2,-1 1,0-2,1 0,-1-2,0 1,0-2,-1 0,16-8,191-113,228-131,-269 142,-131 74,2 2,1 3,2 2,39-16,218-84,-81 63,-48 32,24-38,-39 21,-145 47,0 0,-1-2,-1-1,0-1,0-1,-1 0,-1-2,8-7,24-18,-104 83,-275 185,228-156,-3-5,-103 48,194-107,-39 20,3 2,0 2,2 2,-13 14,18-17,0-2,-2-1,-2-3,0-1,-28 9,64-29,-187 78,123-47,-1-4,-1-3,-64 14,-94 10,208-47,0 1,0 1,0 1,1 2,0 0,1 1,-14 9,-122 63,150-76,3-2,1-1,-1 1,0-1,0 1,-1-2,1 1,-1 0,1-1,-1 0,0-1,0 1,0-1,0 0,-3 0,13-29,12 10,0 2,1-1,0 2,1 0,1 2,1 0,0 1,0 0,1 2,1 1,8-3,30-16,117-65,-82 41,2 4,95-32,-128 58,-1-3,0-2,46-30,-53 26,1 2,1 2,48-13,137-43,-77 7,5 0,183-72,-236 86,-96 54,-31 26,-108 68,84-66,-99 53,-2-5,-130 44,-14-10,-73 41,155-61,-225 6,411-85,-108 30,1 5,-65 33,150-53,25-9,25-11,259-88,-119 33,-78 33,-2-3,-1-4,-2-2,-1-5,-2-2,58-44,-58 35,2 3,2 3,39-13,129-75,178-137,-212 164,-173 92,-38 12,1 0,0 1,-1-1,1 0,0 1,-1-1,1 0,0 1,-1-1,1 1,0-1,0 1,0-1,-1 0,1 1,0-1,0 1,0-1,0 1,0-1,0 1,0-1,0 1,0-1,0 1,0-1,0 1,0-1,0 1,0-1,1 1,-1-1,0 1,0-1,1 0,-1 1,0-1,0 1,1-1,-1 0,0 1,1-1,-1 0,1 1,-1-1,0 0,1 0,-1 0,1 1,-1-1,1 0,-1 0,1 0,-1 0,1 0,-1 0,1 1,-1-1,0 0,1-1,-1 1,1 0,-1 0,1 0,-1 0,1 0,-123 128,80-90,-39 35,-3-3,-3-3,-3-5,-2-3,-71 31,89-57,46-22,1 1,1 1,0 2,0 0,-13 12,-34 37,37-30,-2-2,-1-1,-2-3,-1-1,-35 17,-62 2,106-40</inkml:trace>
  <inkml:trace contextRef="#ctx0" brushRef="#br0" timeOffset="87227.239">3040 2895,'-167'-133,"-173"-63,320 184,-25-17,-1 1,-1 2,-2 3,0 1,-1 3,-2 2,1 2,-2 3,-7 0,20 8,-1 2,0 2,0 2,0 1,1 2,0 2,0 2,0 1,1 2,1 2,0 1,-24 15,4 3,1 3,2 3,1 2,3 2,1 2,2 2,3 3,2 1,-20 33,-26 48,6 3,6 4,-25 70,45-80,7 3,4 2,-1 33,-35 138,-13 42,16 3,-2 109,41 70,22 2,25 40,-3-244,2 417,6-624,6 0,5-1,4-1,6-2,6 2,24 55,8-2,7-3,8-4,86 123,-51-110,8-5,6-6,8-7,86 70,-157-162,4-3,2-4,3-3,2-3,2-4,68 27,-90-50,2-2,1-2,1-4,0-3,1-2,1-4,0-3,1-2,68-6,-80-5,-1-2,0-3,-1-2,0-3,-1-3,-1-1,-1-3,-1-3,10-8,77-50,-4-6,80-71,69-74,215-231,-345 310,-7-8,-7-6,54-92,-134 170,-4-2,-4-2,-4-2,-5-2,-4-3,-5 0,-4-2,-3-6,-3-52,-6 0,-7-1,-8 0,-9-37,-20-114,-13 2,-14 1,-60-178,-9 12,-69-135,-35 4,-49-43,195 477,-7 3,-8 5,-7 4,-7 5,-55-56,112 155,-3 2,-2 3,-3 2,-2 2,-1 4,-3 2,-2 3,-1 4,-54-21,1 11,-2 6,-2 5,-2 5,0 6,-10 5,-148-10,-223 9,277 19,-214 26,368-16,1 5,0 2,1 4,1 3,1 4,2 2,-37 22,-58 48</inkml:trace>
  <inkml:trace contextRef="#ctx0" brushRef="#br0" timeOffset="88169.31">2783 9231,'3'3,"31"29,-2 1,-1 2,-2 1,-2 1,21 37,191 448,-98-269,101 114,167 185,592 682,-74-96,-799-973,-37-51,-33-62,-57-52,-1 1,1-1,0 1,0-1,0 0,-1 1,1-1,0 0,0 0,0 0,0 1,0-1,-1 0,1 0,0 0,0 0,0-1,0 1,0 0,0 0,0 0,-1-1,1 1,0 0,0-1,0 1,-1-1,1 1,0-1,-1 1,1-1,0 0,-1 1,1-1,-1 0,1 0,-1 1,1-1,-1 0,1 0,2-10,-1-1,0 1,-1-1,0 1,-1-1,0 0,-1 1,0-1,-1 1,0 0,-1-1,0 1,-3-7,3 8,-33-113</inkml:trace>
  <inkml:trace contextRef="#ctx0" brushRef="#br0" timeOffset="88977.281">4838 8945,'-35'132,"-5"-2,-19 34,-249 514,-228 346,144-287,340-638,-150 297,-23 104,197-426,3 1,4 0,-5 35,18-76,-2-64,6-322,4 191</inkml:trace>
  <inkml:trace contextRef="#ctx0" brushRef="#br0" timeOffset="89447.555">2840 9886,'23'55,"360"717,-227-466,644 1198,-619-1214,-120-222,-60-66,0-1,0 0,0 1,0-1,1 0,-1 0,0 0,1 0,-1 0,0 0,1 0,-1 0,1 0,-1 0,1-1,0 1,-1-1,1 1,0-1,-1 0,1 0,0 0,-1 0,1 0,0 0,-1 0,1 0,0 0,-1-1,1 1,0-1,-1 0,1 1,-1-1,1 0,-1 0,1 0,-1 0,0 0,1 0,-1 0,0 0,0-1,0 1,0 0,0-1,0 1,0-1,0 1,-1-1,1 1,-1-1,1 0,-1 1,1-1,-1 0,6-24,0 0,-2-1,-1 1,-1-1,-2-25,0 28,2-111</inkml:trace>
  <inkml:trace contextRef="#ctx0" brushRef="#br0" timeOffset="89849.239">4524 8859,'-21'62,"-191"318,141-261,-81 138,-33 56,-352 540,-490 581,824-1178,178-219,30-35</inkml:trace>
  <inkml:trace contextRef="#ctx0" brushRef="#br0" timeOffset="92367.444">20249 4521,'856'0,"-611"-51,-59 33,-142 6,0 1,1 2,0 2,0 3,12 1,862 5,-460-2,-438 1,1 1,-1 1,1 1,-1 1,0 0,-1 2,5 2,26 5,-27-9</inkml:trace>
  <inkml:trace contextRef="#ctx0" brushRef="#br0" timeOffset="98387.536">23188 4435,'43'-23,"-3"9,0 1,1 2,0 2,1 1,14 1,-25 2,0-1,-1-1,0-2,-1-1,1-1,-2-2,0-1,0-1,-2-1,12-10,1 3,1 1,1 2,0 1,2 3,0 1,1 2,0 3,1 1,18-1,505-69,-39-5,-291 9,15-49,8 48,-102-5,-82 36,101-43,-151 75</inkml:trace>
  <inkml:trace contextRef="#ctx0" brushRef="#br0" timeOffset="99297.644">26584 3380,'135'-1,"289"12,66 57,-104-15,329 51,-617-92,0-4,1-4,7-5,-69 0</inkml:trace>
  <inkml:trace contextRef="#ctx0" brushRef="#br0" timeOffset="99787.541">29210 3636,'11'-2,"0"0,1-1,-1 0,-1-1,1-1,-1 1,1-1,-1-1,-1 0,9-6,7-4,33-21,-1-3,-2-2,-2-3,31-34,162-139,-66 87,-87 65,-55 30</inkml:trace>
  <inkml:trace contextRef="#ctx0" brushRef="#br0" timeOffset="100329.632">30266 2809,'1'-1,"0"0,-1 0,1 0,0 0,-1 0,1 0,0 0,0 0,0 0,0 0,0 0,0 1,0-1,0 0,0 1,0-1,0 1,0-1,0 1,1 0,-1-1,0 1,0 0,1 0,-1 0,0 0,0 0,1 0,-1 0,1 0,5 0,220-22,233-38,372-68,-780 119,106-25,-105 20,1 2,1 3,0 2,18 2,-47 5</inkml:trace>
  <inkml:trace contextRef="#ctx0" brushRef="#br0" timeOffset="104261.843">15853 4008,'-49'-1,"0"3,0 2,1 1,-1 3,1 2,-17 7,-29 22,1 4,2 4,2 4,3 3,2 5,3 3,2 3,4 4,-57 67,57-57,3 3,4 3,3 3,4 2,-37 79,40-66,4 4,5 1,5 2,5 2,4 2,-12 87,22 28,10 1,13 165,2-332,1 84,-3 115,12-1,38 221,36-161,-84-322,-1 1,1 0,0 0,-1 0,1 0,-1 0,1 0,-1 0,1 0,-1 0,1 0,-1 0,1 0,-1 0,1 0,-1 0,1 0,-1 0,1 1,-1-1,1 0,0 0,-1 0,1 1,-1-1,1 0,0 1,-1-1,1 0,0 1,-1-1,1 1,0-1,0 0,-1 1,1-1,0 1,0-1,0 1,0-1,-1 1,1-1,-32-30,-3-6</inkml:trace>
  <inkml:trace contextRef="#ctx0" brushRef="#br0" timeOffset="104875.13">13085 7233,'29'126,"179"562,-180-592,4-1,4-2,46 85,-79-170,1-1,-1 0,2 0,-1 0,1-1,0 1,0-1,1 0,-1-1,2 1,-1-1,0 0,1-1,0 1,0-2,0 1,1-1,-1 0,1 0,0-1,-1 0,1 0,0-1,0 0,5 0,10-4,0-1,-1-2,0 0,0-1,0-1,-1-1,0-1,-1-1,0 0,-1-2,0 0,-1-1,4-6,517-424,-423 354,-70 56</inkml:trace>
  <inkml:trace contextRef="#ctx0" brushRef="#br0" timeOffset="106446.785">15568 3979,'-1'-3,"-1"0,1 1,-1-1,0 0,0 1,-1 0,1-1,0 1,-1 0,1 0,-1 0,0 1,0-1,1 1,-1-1,0 1,0 0,-1 0,1 0,0 1,-22-7,0 2,0 1,0 1,0 1,0 2,-1 0,-5 2,23-2,0 0,0 1,-1 0,1 1,0-1,0 2,0-1,1 1,-1 0,1 1,-1 0,1 0,0 0,1 1,-1 0,-2 3,-53 57,4 3,2 1,4 4,2 1,4 3,4 1,3 2,-27 79,30-56,4 1,4 1,6 1,4 1,-4 99,8 134,16 73,1-191,-2 205,-1-391</inkml:trace>
  <inkml:trace contextRef="#ctx0" brushRef="#br0" timeOffset="110417.66">12942 9572,'5'15,"2"33,9 34,7 36,14 13,5 4,-4-3,-4-3,-2-5,-7-18,-8-23,-7-20,0-16,13-26,2-16</inkml:trace>
  <inkml:trace contextRef="#ctx0" brushRef="#br0" timeOffset="110871.741">13514 9687,'2'-2,"0"1,1-1,0 1,-1 0,1 0,0 0,-1 0,1 0,0 0,0 1,0 0,0-1,0 1,0 0,-1 0,1 1,0-1,0 0,0 1,1 0,12 3,1 1,-1 0,0 1,-1 0,1 2,-1 0,-1 0,1 1,3 5,34 26,-2 3,-2 2,-2 1,-2 3,-2 2,-3 2,-1 1,-3 1,-3 3,18 44,-21-33,-3 2,-3 0,-4 1,-2 1,-4 1,2 56,-1 106,-11 107,-3-314,-1 84,1 84,-27 194,27-374,0-1,-2 1,0-1,-1 1,0-1,-1 0,-1 0,-1 0,0-1,-1 0,-1 0,0 0,-1-1,0-1,-2 1,1-2,-1 1,-1-1,0-1,-2 1,-1-6,0-1,-1 0,1-1,-1-1,1 0,-1-1,0-1,0-1,0 0,0-1,0 0,0-1,0-1,1-1,-1 0,1-1,0-1,1 0,-1-1,1 0,0-2,1 1,0-2,0 1,-4-6,-42-30</inkml:trace>
  <inkml:trace contextRef="#ctx0" brushRef="#br0" timeOffset="114563.991">699 2667,'540'10,"205"38,-283-23,-455-24,5 1,0 0,1-1,-1 0,0-1,0 0,0-1,0 0,1-1,-1 0,-1-1,1 0,0-1,-1-1,0 1,0-2,0 0,-1 0,1-1,4-4,6-14,-2-2,0 0,-1-1,-2-1,-1 0,-1-1,-2-1,-1 0,-1 0,-2-1,0-9,32-91,147-317,-175 421,-2 5,0 1,1 1,1 0,1 0,0 1,2 1,11-12,-24 29,1-1,0 0,0 1,1-1,-1 1,0 0,1 0,0 1,-1-1,1 1,0-1,0 1,0 0,-1 1,1-1,0 1,0-1,0 1,0 0,0 1,0-1,0 1,0 0,0 0,0 0,0 0,-1 1,2 0,92 71,50 85,91 133,-60-70,-165-205,-9-10,0 1,1 0,0-1,0 0,0 0,1 0,0-1,0 0,1 0,-1-1,1 1,0-1,0-1,1 1,-1-1,0-1,1 1,0-1,0-1,0 1,6-6,-1-1,1 0,-1-1,0 0,0-1,-1-1,0 0,0 0,-1-1,0 0,0-1,-1-1,0 0,-1 0,-1-1,7-10,88-123,-6-4,28-65,50-81,-47 98,-126 193,1-1,-1 1,1 0,0 0,0 0,0 0,0 0,1 1,-1-1,1 1,0 0,0 0,0 0,1 1,-1 0,1-1,-1 2,1-1,0 0,0 1,-1 0,1 0,0 0,0 1,0 0,0 0,2 0,4 5,-1 0,0 0,0 1,0 0,-1 1,0 0,0 1,-1 0,0 0,0 1,-1 0,0 0,-1 1,6 9,172 322,-52-88,-122-233,2-1,1 0,0-1,1-1,1 0,9 8,-21-22,1 0,-1-1,1 1,-1-1,1 0,0 0,0-1,-1 1,1-1,0 1,1-1,-1-1,0 1,0-1,0 1,0-1,1 0,-1 0,0-1,0 0,0 1,1-1,-1-1,0 1,-1 0,1-1,0 0,1-1,92-77,107-169,-201 245,0 0,0 0,1 0,-1 0,1 1,0 0,1-1,-1 2,0-1,1 0,-1 1,1 0,0 0,0 0,0 0,0 1,0 0,0 0,0 1,0-1,0 1,1 0,-1 0,0 1,0-1,0 1,0 0,0 1,0-1,0 1,0 0,0 1,1 0,22 17,-1 2,-2 1,0 1,-1 1,-2 0,0 2,-2 1,-1 1,-1 0,0 5,37 51,-30-45,-6-9</inkml:trace>
  <inkml:trace contextRef="#ctx0" brushRef="#br0" timeOffset="117224.283">6464 1439,'0'-18,"1"-3,-1 0,-1 0,-1 0,0 0,-2 0,-1 0,-4-12,-13-11,-1 0,-3 2,-1 1,-2 1,-2 2,-2 0,-1 3,-16-13,-51-58,53 50,-2 2,-2 2,-3 3,-2 2,-62-40,90 69,-2 0,0 3,-1 0,0 2,-1 1,-1 2,0 1,-32-4,-314 8,248 9,-271-1,369-2,-1 1,1 2,-1 1,2 1,-1 2,1 2,0 1,1 1,0 2,-20 13,-307 222,275-186,-137 112,9 10,-78 95,201-183,4 4,5 4,3 5,20-26,4 3,4 1,3 3,5 1,4 2,3 3,-6 37,5 2,6 1,6 2,-3 106,18 16,14 81,-3-273,2 1,4-1,3-1,3 0,3 0,2-2,4 0,2-2,3-1,3-1,3-2,28 37,-16-36,2-2,4-2,1-3,3-2,2-2,3-3,44 25,-44-44,0-1,2-4,1-2,1-4,0-2,1-3,1-3,-1-3,1-3,18-3,455 0,-449-10,0-5,-1-4,-2-4,0-3,-1-5,-2-3,-2-4,32-21,-66 34,0-3,-2-1,-1-2,-2-3,-1-2,-2-1,33-38,-18 7,-3-3,-3-2,-3-2,-4-2,-3-2,-3-2,-4-1,-4-2,10-50,-4-15,-7-3,-6 0,-7-1,-6-1,-8-20,-12-453,1 553,-3 2,-3-1,-4 2,-2 0,-4 2,-3 0,-2 2,-4 1,-2 2,-3 1,-3 2,-2 2,-44-44,51 63,-2 0,-2 3,-1 1,-16-7,20 23,-1 2,0 2,-2 1,1 2,-2 2,1 2,-2 2,1 1,-1 2,1 3,-1 1,-31 4,28-4,21-3,0 2,0 1,0 2,0 0,0 1,1 1,-1 2,1 0,0 2,0 1,-15 8,-12 21,3 2,1 3,2 1,2 3,2 1,3 2,1 1,3 2,-20 44,13-33,4-5,-108 173,-27 79,133-232,3 1,4 2,4 2,3 0,4 2,1 15,2 84,8 1,8 0,10 37,-1-5,-7-143,4 0,3-1,3 0,4-1,3 0,15 39,-9-49,3 0,3-2,3-1,36 52,-49-85,1-1,1 0,1-2,1-1,1 0,1-2,1-1,1-1,0-1,2-1,7 1,19 3,2-2,0-3,0-3,2-2,-1-3,1-2,0-3,25-3,-42 2,0-3,0-2,0-1,-1-2,0-2,0-2,0-2,-1-1,24-13,24-21,-2-4,-3-3,-2-5,-2-2,-3-4,-4-4,-2-2,-3-4,-4-2,13-26,-24 34,-2-3,-4-1,-2-3,-5-1,-2-3,-4 0,-4-2,-3-1,3-31,0-99,-9-1,-10-1,-13-147,3 318,-1 16,2-188,-9 0,-10 1,-9 1,-18-42,19 151,-4 1,-5 2,-4 1,-5 2,-4 3,-39-58,80 141,0 0,-1 0,0 1,-1 0,-1 0,0 1,0 1,-1-1,0 2,-1-1,0 2,0-1,-1 2,0 0,-1 0,1 1,-1 1,-4-1,-15 5</inkml:trace>
  <inkml:trace contextRef="#ctx0" brushRef="#br0" timeOffset="119706.711">1783 8203,'-161'-502,"-51"-209,-110-691,252 966,18-2,8-381,49-498,-6 1312,0 0,0-1,1 1,0 0,0 0,0 0,0 0,1 0,0 0,0 0,0 0,0 0,1 0,0 0,0 0,1 1,-1-1,1 1,0 0,0 0,0 0,1 0,-1 0,1 1,0-1,0 1,0 0,0 1,1-1,-1 1,1-1,0 1,0 0,3 0,188 1,-73 6,1 6,-1 5,58 18,-10-4,1-8,117-1,123-3,293 23,-135-7,301-30,-447-7,1262 3,-1506-3,157-22,-19-35,-309 59,0-1,0 1,1 1,-1 0,0 0,0 1,0 0,0 0,0 1,0 1,0-1,0 1,-1 1,0-1,1 2,-1-1,-1 1,1 0,-1 1,1 0,-2 0,1 0,-1 1,0 0,0 0,-1 1,2 2,11 33,-2-1,-2 2,-2 0,-2 1,-2 0,-2 0,-1 0,-3 1,-3 39,-1 653,-14-653,3-68</inkml:trace>
  <inkml:trace contextRef="#ctx0" brushRef="#br0" timeOffset="121199.042">7548 3180,'30'41,"6"-8,3 1,-1 2,-2 2,25 35,-20-9,-3 2,-2 1,7 26,18 36,-37-85,2 0,2-2,2-1,1-2,23 22,-52-58,1 1,0-1,1 1,-1-1,0 0,1 0,0 0,0-1,0 1,0-1,0 0,0 0,0 0,1-1,-1 0,1 1,-1-1,1-1,-1 1,1-1,0 0,-1 0,1 0,-1-1,1 1,0-1,-1 0,0-1,1 1,-1-1,0 0,1 0,-1 0,0 0,0-1,1-1,17-16,-1-1,0-1,-2 0,0-2,-2 0,-1-2,-1 1,-1-2,11-26,-10 22,157-301,-70 94,-82 181,-13 65,-17 113,-19 7,-5-2,-42 96,12-35,35-96,1 2,-3-1,-5-2,-42 77,75-161,1 0,-1 0,0 0,0-1,-1 1,1-1,-1 0,-1 0,1 0,-1-1,1 0,-1 0,-1 0,1 0,0-1,-1 0,0 0,1 0,-1-1,-1 1,1-2,0 1,0-1,-1 0,1 0,0 0,-1-1,1 0,-6-1,-6-7,0-1,0 0,1-1,1-1,0-1,0 0,1-1,1-1,0 0,1-1,1 0,0-1,1 0,-1-3,-103-158,8-4,-23-67,23 43,-56-115,136 264,35 71,263 418,-263-421,-3 0,1 0,0-1,1 0,0 0,0-1,2 1,-1-2,1 1,0-1,1-1,0 0,1 0,-1-1,1 0,1-1,-1 0,1-1,0 0,0-1,4 1,41-1,0-3,0-2,0-2,20-6,-68 7,0-1,0-1,-1 1,1-1,-1-1,1 1,-1-1,-1-1,1 0,-1 0,0 0,0-1,-1 0,0 0,0-1,0 0,-1 0,-1 0,1 0,-1-1,2-8,1 6,17-43,-1 0,-3-1,-3-1,-2-1,-2-1,-3 1,-3-2,-2 1,-3-1,-2 0,-7-53,5 91,0 13</inkml:trace>
  <inkml:trace contextRef="#ctx0" brushRef="#br0" timeOffset="127383.894">11744 8003,'28'6,"-26"-5,0 0,0 0,0-1,0 1,-1 0,1-1,0 0,0 1,1-1,-1 0,0 0,0 0,0 0,0-1,0 1,0 0,0-1,0 0,-1 1,1-1,0 0,0 0,0 0,0-1,7-6,-1-1,0 0,0 0,-1-1,0 0,-1-1,0 1,-1-1,0 0,0-1,-1-2,-1 8,15-51,-1 0,-4-1,-2-1,3-48,-7 51,27-319,-16-2,-19-81,1 378,0-17,-4-1,-4 1,-14-61,-11 32,-6 2,-5 2,-5 1,-5 3,-21-25,-56-83,-10 7,-159-190,296 404,-937-1166,306 452,-121-51,580 600,-8 8,-7 7,-6 10,-67-31,228 155,-204-124,-160-66,292 162,-2 5,-1 4,-112-23,-21 25,-1 11,-2 11,0 10,-32 13,95-6,-251 12,-73 35,443-38,0 2,1 3,1 3,0 3,2 3,0 2,2 3,1 2,2 3,-15 13,-78 61,4 7,-44 52,70-57,53-55,3 3,2 2,3 4,2 1,4 3,3 3,-25 47,52-73,1 1,2 1,3 1,1 0,3 1,2 1,1 0,1 31,7 723,2-67,6-648,4 0,3-1,4 0,4-1,4-2,3 0,11 12,39 75,7-3,16 9,80 155,70 146,218 345,-438-766,61 109,8-4,7-4,6-6,13 3,2-8,6-5,6-7,86 61,-125-129,3-4,3-6,2-3,67 19,-98-39,187 68,234 57,-287-102,2-9,3-9,209 10,32-30,112-23,-407-7,0-7,-2-7,-1-7,67-26,-86 10,-2-7,-2-5,-4-7,-2-5,-3-6,21-23,-55 41,-4-4,-2-4,-3-4,-4-3,-2-4,-5-4,-2-2,16-33,-33 40,-4-3,-4-2,-3-2,-4-2,-3-1,-5-2,-3-2,-4-1,-3-8,-7-58,-7 0,-7-1,-11-76,8 196,-2-1,-1 1,-2 0,-2 0,-2 1,-13-36,-56-89,-7 3,-6 4,-8 5,-52-57,137 187,-439-573,-395-391,166 298,432 451,-10 12,-9 11,-225-131,187 162,-65-15,248 139,-3 6,-3 5,-77-14,182 54,-142-39,-1 8,-9 6,-54 12,-1 10,-108 15,87-2,197-3,0 3,1 2,0 3,0 2,0 3,1 2,-17 9,-387 163,389-148,1 3,2 3,3 3,1 3,-49 52,61-57,25-25,2 2,1 0,1 1,1 2,2 0,0 1,1 1,2 1,-8 21,3 1,2 1,2 1,3 1,-6 40,-11 100,-5 158,30 518,8-535,0 258,13-443,6-1,6 0,7-2,6-2,14 22,-31-98,2-1,4-1,2-1,3-1,15 16,182 298,-215-351,48 92,6-3,8 0,375 540,-349-505,7-4,6-6,25 16,-48-75,2-4,5-5,2-4,3-4,21 4,121 78,379 208,-520-297,3-6,2-4,2-5,27 3,382 100,-325-101,2-8,1-9,1-9,1-9,59-10,162 13,-213-2,-184-12</inkml:trace>
  <inkml:trace contextRef="#ctx0" brushRef="#br0" timeOffset="133132.322">11658 5349,'-7'-17,"0"0,-2 0,0 1,0 0,-2 0,0 1,0 0,-2 1,-13-19,-228-336,-5 24,123 174,69 85,-3 3,-4 4,-4 2,-80-61,-31-3,-6 8,-5 8,-131-55,288 159,-36-19,-2 3,-1 3,-13 1,-349-82,321 75,-84-16,97 47,0 6,-93 9,187-4,1 1,-1 0,1 1,0 1,1 0,-1 1,1 0,0 1,0 1,1 0,0 1,1 0,-12 12,-6 7,0 3,3 0,0 1,-13 24,-2 16,3 1,3 1,4 3,3 0,4 2,-3 23,6-28,-142 577,-2 77,142-610,6 1,4 1,4 87,15 605,-6-741,3 0,3 0,4 0,9 37,31 48,7-3,7-2,6-3,62 95,-114-211,12 23,2-1,3-1,1-2,40 42,-18-36,1-3,4-2,1-3,2-3,3-3,1-2,2-4,1-3,56 17,-84-35,0-2,1-2,0-1,1-3,0-2,0-2,0-2,1-2,-1-2,0-2,0-1,20-8,28-13,-2-5,0-4,-3-3,-1-5,-2-3,35-28,-76 46,-2-2,0-1,-3-3,0-1,-3-2,0-1,-3-2,-1-1,-3-2,-1-1,-2-2,-2 0,0-6,4-39,-4-1,-4-1,-4-2,-4 1,-5-1,-2-54,1 17,48-848,-56 60,-2 819,-5 1,-4 0,-5 1,-4 1,-4 1,-5 1,-3 1,-5 2,-12-16,14 42,-3 2,-2 2,-4 1,-2 3,-2 1,-3 3,-3 2,-1 3,-3 2,-59-37,97 71,0 2,0 0,-1 2,0 0,-1 2,0 0,0 1,0 2,-1 0,-24-1,-60 2,1 5,-89 12,160-9,0 0,0 3,0 1,1 1,1 2,-1 2,2 1,0 1,1 2,0 1,2 2,0 1,-15 14,-21 29,2 3,4 2,3 3,2 3,4 2,3 3,-10 27,5 3,5 2,5 2,4 1,4 10,-218 741,189-624,-7 90,61-284,-5 23,-4 0,-4-1,-19 42,7-13,25-56</inkml:trace>
  <inkml:trace contextRef="#ctx0" brushRef="#br0" timeOffset="133548.525">7207 7576,'-27'879,"24"1357,4-2178,-13 177,-9-170,-4-32</inkml:trace>
  <inkml:trace contextRef="#ctx0" brushRef="#br0" timeOffset="133895.036">6150 9658,'2'143,"14"-18,5 0,5-1,13 24,3 15,8-3,7-1,7-3,32 48,-95-203,6 16,2 0,0-1,0 0,1 0,1-1,1-1,0 0,1 0,1-2,10 9,-20-19,0 1,1-1,0-1,-1 1,1-1,0 1,0-1,-1-1,1 1,0-1,0 1,0-2,0 1,0 0,0-1,0 0,0 0,-1 0,1-1,0 0,-1 0,1 0,-1 0,2-2,93-81,160-251,-35 68,-174 211</inkml:trace>
  <inkml:trace contextRef="#ctx0" brushRef="#br0" timeOffset="134323.492">8433 9859,'5'-5,"7"8,5 23,15 31,2 40,0 43,-5 26,-4-1,-6-8,-5-17,-6-22,5-27,2-24,-3-23</inkml:trace>
  <inkml:trace contextRef="#ctx0" brushRef="#br0" timeOffset="134771.731">7064 12027,'51'-26,"12"-7,1 4,1 2,41-10,270-36,-226 50,1631-305,-1644 292,-113 27</inkml:trace>
  <inkml:trace contextRef="#ctx0" brushRef="#br0" timeOffset="135623.503">7464 13368,'0'0,"1"-1,-1 1,0-1,1 1,-1 0,1-1,-1 1,1 0,-1-1,1 1,-1 0,1 0,0-1,-1 1,1 0,-1 0,1 0,-1 0,1 0,0 0,-1 0,1 0,-1 0,1 0,0 0,-1 0,1 0,-1 1,1-1,-1 0,1 0,-1 1,1-1,-1 0,1 0,-1 1,1-1,-1 1,1-1,-1 1,0-1,1 0,-1 1,0-1,1 1,-1-1,0 1,0 0,1-1,-1 1,0-1,0 1,0-1,0 1,0 0,164-238,155-250,-252 382,-5-2,-5-4,-5-1,23-78,-71 179,20-59,-3 0,-3-1,-3-2,0-21,-23 36,8 57,-1 0,1 0,-1 0,1 0,-1 0,1 0,-1 0,0 0,1 0,-1 0,0 1,0-1,0 0,1 0,-1 1,0-1,0 1,0-1,0 1,0-1,0 1,0-1,0 1,0 0,-1 0,1-1,0 1,0 0,0 0,0 0,0 0,0 0,0 1,-1-1,1 0,0 0,0 1,0-1,0 1,0-1,0 1,0-1,0 1,0 0,1-1,-1 1,0 0,0 0,0 0,-6 8,0 0,1 0,0 0,1 1,0 0,0 0,1 0,1 0,-1 1,2 0,-1 0,2 0,-1-1,1 2,1 5,-1-9,-4 19,1 0,2 0,0 1,2-1,1 1,1-1,1 0,2 0,0 0,2-1,6 15,144 223,-148-247,-1 0,-1 0,-1 1,0 0,-1 1,-1-1,-1 1,-1 0,0 0,-2 16,0-32,1 0,-1 0,0 0,-1 0,1 0,0 0,-1 0,0 0,0-1,0 1,0 0,0 0,0-1,-1 1,1 0,-1-1,0 0,1 1,-1-1,-1 0,1 0,0 0,0 0,-1 0,1-1,-1 1,1-1,-1 1,0-1,0 0,1 0,-1 0,-3 0,-20 4,0-2,0-1,-1-1,1-1,-1-1,1-1,0-1,0-2,0-1,1 0,-1-2,-20-10,-9-5</inkml:trace>
  <inkml:trace contextRef="#ctx0" brushRef="#br0" timeOffset="136098.085">9033 11456,'0'-1,"0"1,0-1,0 1,-1-1,1 1,0-1,0 1,-1 0,1-1,0 1,-1-1,1 1,0 0,-1-1,1 1,-1 0,1 0,0-1,-1 1,1 0,-1 0,1 0,-1-1,1 1,-1 0,1 0,-1 0,1 0,-1 0,1 0,-1 0,1 0,-1 0,1 0,-1 0,1 1,-1-1,1 0,-1 0,1 0,-1 1,1-1,0 0,-1 0,1 1,-1-1,1 0,0 1,-1-1,1 1,0-1,0 0,-1 1,1-1,0 1,0-1,-1 1,1-1,0 1,0-1,0 1,-16 16,0 2,2 0,0 0,1 2,1-1,-7 19,-4 18,4 0,1 2,4 0,2 0,2 1,3 1,3 0,3 40,3 264,-2-360,-1 1,1-1,0 1,0-1,0 1,1-1,0 1,0-1,0 0,1 1,-1-1,1 0,1 0,-1 0,1 0,0 0,0-1,0 1,1-1,-1 0,1 0,0 0,0 0,0-1,1 0,0 0,-1 0,1 0,4 1,5-3,0 0,1-1,-1-1,0 0,0-1,0-1,0 0,-1 0,1-2,-1 1,0-2,0 0,-1 0,3-3,4 0,47-25,-1-3,-2-3,-2-2,-2-3,-2-3,26-30,-52 48</inkml:trace>
  <inkml:trace contextRef="#ctx0" brushRef="#br0" timeOffset="137408.311">9975 9915,'15'15,"23"28,40 32,36 32,18 22,15 33,17 18,-5-7,-10-14,-21-19,-27-28,-26-24,-35-42,-49-47,-28-34,-27-25,-17-46,6-5</inkml:trace>
  <inkml:trace contextRef="#ctx0" brushRef="#br0" timeOffset="137762.248">10603 9317,'0'14,"0"25,-5 29,-7 38,-10 39,-17 48,-16 41,-13 23,-5 7,6-31,13-27,12-38,8-44,5-32,7-32</inkml:trace>
  <inkml:trace contextRef="#ctx0" brushRef="#br0" timeOffset="138786.05">11915 9116,'0'0,"0"1,0-1,0 0,0 1,-1-1,1 0,0 0,0 1,0-1,0 0,-1 1,1-1,0 0,0 0,0 0,-1 1,1-1,0 0,0 0,-1 0,1 1,0-1,-1 0,1 0,0 0,-1 0,1 0,0 0,0 0,-1 0,1 0,0 0,-1 0,1 0,0 0,-1 0,1 0,0 0,-1 0,1 0,0 0,-1-1,-9 110,1 134,12 1,9-1,12-1,24 83,-1-101,10-3,28 55,-81-265,2 13,0 0,2-1,1 0,0 0,2-1,1 0,0-1,2 0,0-1,1-1,1 0,1-1,1-1,0 0,6 2,-6-11,0 0,1-1,0-1,0-1,0 0,0-2,1 0,0-1,-1-2,1 1,0-2,0-1,-1 0,1-2,3-1,93-20</inkml:trace>
  <inkml:trace contextRef="#ctx0" brushRef="#br0" timeOffset="139210.638">14912 8974,'6'-3,"1"1,-1 1,1-1,0 1,0 0,-1 1,1 0,0 0,0 0,0 1,0 0,-1 0,1 1,0-1,-1 2,1-1,-1 1,0 0,0 0,0 0,0 1,-1 0,4 3,67 45,-3 2,-2 4,-2 3,56 65,-20-21,-5 3,-5 5,-4 4,-6 4,-5 4,-6 3,-5 3,-6 2,7 40,-51-123,-3 2,-2 0,-2 0,-3 1,-2 1,-2-1,-3 1,-2 0,-2 0,-3-1,-2 1,-3-1,-1-1,-3 0,-2 0,-3-2,-1 0,-3-1,-2-2,-30 43,-4-18,-3-4,-2-2,-4-4,-3-2,-1-3,-4-4,-15 6,-30 13,-3-5,-3-6,-11-2,-100 32</inkml:trace>
  <inkml:trace contextRef="#ctx0" brushRef="#br0" timeOffset="141188.555">8575 12855,'5'2,"0"0,0 0,0-1,0 1,0-1,0-1,0 1,1-1,-1 1,0-2,0 1,0 0,0-1,1 0,-1 0,0-1,0 0,-1 1,1-1,0-1,-1 1,1-1,-1 0,0 0,1-1,10-9,0-1,-1-1,0 0,-1-1,-1 0,-1-1,0 0,3-10,0 5,6-13,-2-1,-1 0,-1-2,-3 1,-1-2,-1 1,4-38,5-50,-5 0,-2-72,-15-1320,3 1408,2-8,-5 0,-5 0,-6 1,-18-77,-13 32,-6 2,-67-143,-143-296,254 584,-6-21,-3 0,-1 1,-2 0,-1 2,-1 0,-13-13,30 41,-1 1,1 0,-1 0,0 0,-1 1,1-1,-1 1,1 0,-1 0,0 1,0-1,0 1,0 0,-1 1,1-1,-1 1,1 0,-1 0,1 1,-1-1,1 1,-1 1,1-1,-1 1,1 0,-1 0,1 0,0 1,-1 0,1 0,0 0,-2 2,-19 14,1 2,1 0,0 1,2 2,0 0,2 1,0 2,2 0,1 0,-10 22,-31 53,4 2,5 3,4 1,6 2,4 2,-14 81,-75 388,122-568,-66 344,-3 186,27-8,1-11,20 280,27 452,-1-1207,3-1,1 0,3-1,1 0,2 0,11 21,-6-14,20 43,3-1,5-3,4-2,43 58,-63-101,30 53,-44-77</inkml:trace>
  <inkml:trace contextRef="#ctx0" brushRef="#br0" timeOffset="142827.071">17737 11085,'-1'-499,"0"445,-3 1,-1 0,-3 0,-2 0,-3 2,-2-1,-2 2,-2 0,-2 1,-15-23,-13-7,-3 1,-4 3,-2 3,-4 2,-5 1,65 67,-203-205,-8 9,-149-100,167 164,-203-101,247 161,-2 7,-4 6,-2 8,-2 6,-2 8,-2 7,-8 6,-226-13,-2 18,-215 23,473-1,-182 0,-695 25,832-2,1 7,2 8,2 9,2 7,3 8,-132 69,153-60,3 6,4 7,4 7,-71 61,81-45,-99 102,-75 74,271-253,1 2,1 2,2 2,2 0,1 3,2 0,2 2,2 1,1 1,3 2,-4 15,-24 89,6 3,-1 46,29-132,-25 133,7 0,10 2,6 58,11 482,10-606,6 0,6 0,6-2,5 0,34 92,-26-141,3-2,4-1,4-3,13 15,49 89,-72-123,3-1,2-2,37 39,-62-80,0-1,1 0,1 0,1-2,-1 0,2-1,0-1,0-1,1-1,1 0,6 1,187 56,198 33,-284-81,0-6,1-6,-1-4,1-7,-54 3,-47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3T04:53:23.52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17011 1,'4'71,"3"0,3-1,8 26,-5-29,245 1254,-165-807,-23 5,-8 230,-28 153,42 731,-3-741,33 547,-34 700,-29-1088,83 1527,-77-1958,5-48,2-74,-4-106,-11-130,-11-146,-19-111,-3-37,10-139,9-120,5-35</inkml:trace>
  <inkml:trace contextRef="#ctx0" brushRef="#br0" timeOffset="1075.166">22404 1742,'0'107,"-2"34,6 0,6 0,12 37,9-12,-1-20,-7 1,-6 1,-2 106,-15-254,0 0,-1-1,1 1,0 0,0-1,0 1,0 0,0 0,0-1,0 1,0 0,-1 0,1-1,0 1,0 0,0 0,-1 0,1-1,0 1,0 0,-1 0,1 0,0 0,0-1,-1 1,1 0,0 0,0 0,-1 0,1 0,0 0,-1 0,1 0,0 0,0 0,-1 0,1 0,0 0,-1 0,1 0,0 0,0 0,-1 0,1 1,0-1,0 0,-1 0,1 0,0 0,0 0,-1 1,1-1,0 0,0 0,0 1,-15-30,-155-335,45 154,117 200,0 1,-1 0,-1 0,1 1,-1 0,-1 1,0 0,0 0,0 1,0 1,-1 0,0 0,0 1,0 1,-1 0,1 1,-1 0,0 1,1 0,-1 1,0 1,1 0,-1 0,0 1,1 1,0 0,-1 1,1 0,1 1,-1 0,1 1,0 0,0 1,-1 1,-4 8,1 0,1 1,0 0,1 1,1 1,1 0,0 0,2 1,-7 19,-29 77,5 1,5 3,6 0,4 2,6 1,6 1,3 56,9 351,3-469,2 0,2 0,4-1,2 0,3-1,2 0,15 29,-8-34,3 0,1-2,4-1,1-2,2-1,3-1,4 0,-15-20,1 0,1-2,1-1,1-2,1-1,1-1,1-2,1-1,1-2,0-2,19 5,-40-14,1-1,-1 0,1-1,0-1,0 0,0-1,0-1,0-1,0 0,-1-1,1 0,0-2,-1 0,1 0,-1-1,0-1,-1-1,0 0,0-1,0-1,11-8,12-16,-2-1,-1-2,-1-2,-3-1,-1-1,-1-1,-3-2,-1 0,-3-2,12-33,-6 7,-3-2,-4 0,-2-1,-4-1,-3-1,-2-25,1-131,-14-92,3 285,2-50,-5 0,-3 0,-5 1,-3 0,-4 2,-4 0,-18-40,11 59,-2 2,-4 2,-2 1,-3 1,-3 3,-2 1,-3 3,-2 2,-25-19,24 30</inkml:trace>
  <inkml:trace contextRef="#ctx0" brushRef="#br0" timeOffset="1847.545">22234 3054,'12'42,"-2"1,-3 0,0 1,-3 0,-2 20,0-32,12 1068,-15-1074,1-52,-7-106,-6 0,-6 0,-5 2,-6 0,-6 3,-5 0,-10-6,-53-93,104 224,-1 0,1 0,-1 0,1 0,-1 0,0 0,0 0,0 0,0 0,0 0,-1 0,1 1,0-1,-1 1,1-1,-1 1,0-1,1 1,-1 0,0 0,0 0,0 0,0 0,0 0,0 0,0 1,0-1,0 1,0-1,0 1,-1 0,1 0,0 0,0 0,0 0,0 1,0-1,-1 1,1-1,0 1,0 0,0 0,0 0,0 0,1 0,-1 0,0 0,0 0,1 1,-1-1,1 1,-1 0,0 0,-43 85,6 32,5 2,-9 76,-45 158,55-271,32-85,1 0,0 0,0 0,-1 0,1 0,-1 0,1 1,-1-1,1 0,-1 0,1 1,-1-1,0 0,0 1,1-1,-1 1,0-1,0 1,1-1,-1 1,0-1,0 1,0 0,0-1,0 1,0 0,0 0,1 0,-1 0,0 0,0 0,0 0,0 0,0 0,0 0,0 0,0 1,0-1,0 0,1 1,-1-1,0 1,0-1,0 1,1-1,-1 1,0-1,0 1,1 0,-1-1,1 1,-1 0,0 0,1-1,-1 2,-4-40,2 1,1-1,2 1,1-1,2 0,2 1,1 0,2 0,6-13,-13 39,1 0,1 1,0-1,0 1,1 0,0 0,1 0,0 0,1 1,0 0,0 0,1 0,0 1,1 0,-1 1,1-1,1 1,0 1,0 0,0 0,0 1,1 0,0 0,0 1,0 1,1 0,-1 0,1 1,0 0,9 0,2 7,-1 1,1 1,-1 1,-1 1,0 1,0 0,-1 2,0 0,-1 1,0 1,-1 1,-1 0,0 1,-1 1,3 6,-13-18,18 18,51 55,5-2,2-5,52 34,-118-95,1 0,0-1,0 0,1-1,0-1,0-1,17 4,-1-4</inkml:trace>
  <inkml:trace contextRef="#ctx0" brushRef="#br0" timeOffset="2249.781">22718 5680,'0'10,"0"22,0 35,0 41,0 39,0 16,0 18,0 7,0 2,0-8,0-31,0-30,0-31,0-26,-5-24,-11-19,-32-13,-8-8</inkml:trace>
  <inkml:trace contextRef="#ctx0" brushRef="#br0" timeOffset="2951.683">21862 7421,'1339'0,"-2203"0,845 0,14-1,1 0,0 0,0 1,-1 0,1 0,0 0,-1 0,1 1,0 0,0 0,-1 0,1 0,0 1,0-1,0 1,0 0,1 0,-1 1,1-1,-1 1,1 0,0-1,0 1,0 1,-1 0,-3 13,0 1,1 0,1 0,0 0,1 1,2 0,0 0,0-1,2 8,-1-12,-1 21,1 1,1-1,2 0,2 0,1-1,2 1,1-1,2 0,1-1,1 0,2-1,3 3,-16-32,-1-1,1 0,0 1,-1-1,1 1,0-1,0 0,1 0,-1 0,0 0,1 0,-1 0,1 0,0 0,-1 0,1-1,0 1,0-1,0 1,0-1,1 0,-1 0,0 0,0 0,1 0,-1 0,1-1,-1 1,0-1,1 0,-1 0,1 0,-1 0,1 0,-1 0,1 0,-1-1,1 0,-1 1,0-1,1 0,-1 0,0 0,0 0,0-1,0 1,0 0,0-1,0 0,0 1,0-1,-1 0,1 0,-1 0,1 0,-1 0,0 0,124-219,-98 173,-2-2,-2 0,-2-2,-3 0,9-42,5-55,-22 90</inkml:trace>
  <inkml:trace contextRef="#ctx0" brushRef="#br0" timeOffset="3701.403">22119 1514,'1245'0,"1557"0,-2554 2,-92 14,-151-15,1 1,0-1,-1 1,1 0,-1 0,1 0,-1 1,0 0,0 0,0 1,0-1,-1 1,0 0,1 0,-1 0,-1 1,1-1,-1 1,1 0,-1 0,-1 0,1 1,-1-1,0 1,0 0,6 146,-8-146,-53 603,15 673,39-1224</inkml:trace>
  <inkml:trace contextRef="#ctx0" brushRef="#br0" timeOffset="4164.621">25344 3768,'0'5,"29"1,29 0,20-1,24-1,55-2,48-1,38 0,26-1,2 0,-36-1,-48 1,-51 0,-39 0,-36 0</inkml:trace>
  <inkml:trace contextRef="#ctx0" brushRef="#br0" timeOffset="4500.804">25201 4567,'0'5,"20"1,20 1,19-2,37-2,61 0,52-2,40-1,25 0,6 0,-12 0,-31-1,-52 1,-52-5,-48-2</inkml:trace>
  <inkml:trace contextRef="#ctx0" brushRef="#br0" timeOffset="4834.635">26886 4709,'0'15,"0"24,0 24,0 17,0 24,4 37,3 35,-1 25,3 27,6 28,0 0,7-14,0-25,-4-39,-5-45,-4-40,-5-31,-2-27</inkml:trace>
  <inkml:trace contextRef="#ctx0" brushRef="#br0" timeOffset="5195.273">26114 7220,'15'0,"24"0,29 0,33 0,38 0,34 0,26 0,19 0,-5 0,-27 0,-42-4,-39-8,-48 5,-44 12,-57 20,-51 11,-8-1</inkml:trace>
  <inkml:trace contextRef="#ctx0" brushRef="#br0" timeOffset="5543.233">26315 7335,'29'46,"21"35,4-2,3-3,3-2,4-4,6 2,-61-63,1 0,0-1,0 0,0-1,1 0,0-1,1 0,-1-1,1 0,0-1,1 0,-1-1,1 0,-1-1,11 0,-1 1,0-1,0-2,0 0,0-1,0-2,-1 0,1-1,-1-1,0-1,0-1,0-1,-1-1,0 0,-1-2,0 0,13-11,-8-1,-2-1,-1 0,0-2,-2 0,-1-1,-1-1,-2-1,-1 0,-1-1,-1-1,5-23,-2-7</inkml:trace>
  <inkml:trace contextRef="#ctx0" brushRef="#br0" timeOffset="6044.35">28255 4111,'-1'0,"-3"-1,0 0,0 1,-1-1,1 1,0 0,-1 1,1-1,0 1,0 0,-1 0,1 0,0 0,0 1,0 0,0 0,1 0,-1 0,0 0,1 1,-1 0,1-1,0 1,0 0,0 1,1-1,-1 1,-1 1,-7 20,1 0,2 1,0 0,1 0,2 1,1-1,0 1,3 0,0 7,-1-15,-8 136,7 1,9 52,-3-174,1-1,2 1,2-1,1-1,1 1,2-2,1 1,1-2,2 0,1 0,2-2,0 0,2-1,1-1,-16-19,0 0,0 0,0 0,1-1,0 0,1 0,-1-1,1 0,0 0,0-1,1 0,-1 0,1-1,0 0,0-1,0 0,0 0,0-1,0 0,1-1,-1 0,0 0,0-1,1 0,-1-1,0 0,1 0,22-17,0-1,-1-2,-1 0,-1-2,-1-2,-2 0,0-2,-2-1,-1-1,-1 0,-2-2,7-16,4 0</inkml:trace>
  <inkml:trace contextRef="#ctx0" brushRef="#br0" timeOffset="6291.742">29340 4253,'0'0</inkml:trace>
  <inkml:trace contextRef="#ctx0" brushRef="#br0" timeOffset="14357.272">18838 12215,'1'2,"0"0,1-1,-1 1,1-1,-1 1,1-1,-1 1,1-1,0 0,0 0,0 0,0 0,0 0,0 0,0 0,0-1,0 1,0-1,0 1,0-1,0 0,1 0,-1 0,0 0,0 0,0 0,0-1,5 2,508 6,412-8,-758-5,-165 6,0 0,0-1,0 0,0 0,0 0,0 0,-1 0,1-1,0 1,-1-1,1 0,-1 0,0-1,0 1,0-1,0 0,0 1,0-1,-1 0,1-1,-1 1,0 0,0-1,0 1,0-1,-1 1,1-1,-1 0,0 0,0 0,-1 0,1 0,-1 0,0-2,-10-151,-91-270,52 247,21 72,-29-106,9-1,9-3,9-13,29 220,0 7,0 1,0-1,0 0,0 0,1 0,0 1,-1-1,1 0,1 0,-1 0,1 0,-1 1,1-1,0 0,0 1,1-1,-1 0,1 1,0 0,-1-1,2 1,-1 0,0 0,1 0,-1 0,1 0,0 1,0-1,0 1,0 0,0 0,1 0,0 0,156-13,530 16,-447-14,-2-11,86-25,48-51,-372 99,1 0,0 0,0 1,0-1,0 1,-1 0,1 1,0-1,0 0,0 1,-1 0,1 0,0 0,-1 1,1-1,-1 1,1 0,-1 0,0 0,1 0,-1 0,-1 1,1 0,0-1,0 1,-1 0,0 0,0 0,0 1,1 0,5 17,0 0,-1 0,-2 0,0 1,-1 0,-1 0,-1 1,-1-13,25 313,-14 1,-16 25,3-185,4 251,-4-407,1 0,-1 0,1 0,0 0,1 0,0 0,0 0,1 0,0 0,0 0,1-1,0 1,1-1,-1 1,1-1,1-1,-1 1,1 0,0-1,1 0,-1 0,1-1,0 0,1 0,-1 0,1 0,0-1,7 3,16 0,1 0,-1-3,1 0,0-2,0-1,6-1,510-3,158 59,-372-30,293-15,-607-11,-14 1,-1-1,1 1,0-1,-1 0,1 0,0 0,0-1,-1 0,1 0,0 0,-1 0,1-1,-1 0,0 0,0 0,1 0,-1-1,0 1,-1-1,1 0,0 0,0-2,1-4,-1 0,-1-1,0 1,0-1,-1 1,0-1,-1 0,0 0,0 0,-1-9,0 3,-1-74,-5 0,-3 0,-5 1,-24-85,18 77,-111-464,103 422,5-1,6-1,7-1,6 0,7-40,-3 177,-1 0,1 0,0-1,0 1,1 0,-1 0,1 0,0 0,0 0,1 0,0 0,0 1,0-1,0 0,1 1,-1 0,1-1,0 1,1 0,-1 0,1 1,-1-1,1 1,0 0,1 0,-1 0,0 0,1 1,0 0,-1 0,1 0,3 0,35-3,0 2,-1 2,1 2,0 2,0 2,-1 1,0 2,0 3,19 7,-54-16,130 30,2-5,1-7,110 1,407-22,-653 1,1-1,-1 1,0 0,0 1,0-1,1 1,-1 0,0 0,0 0,0 0,0 1,0 0,-1-1,1 1,0 1,-1-1,1 0,-1 1,0 0,0 0,0 0,0 0,-1 0,1 1,-1-1,0 1,0 0,1 2,8 20,-2 0,-1 1,-1 0,-1 0,-2 1,0 0,-2 13,2-9,14 254,-16 182,-4-294,1 238,1-402,14 103,-13-109,1 0,0 0,0 0,0-1,0 1,1-1,-1 0,1 1,0-1,0-1,0 1,0 0,0-1,1 1,-1-1,1 0,0 0,0 0,-1-1,1 1,0-1,0 0,1 0,-1-1,1 1,41 3,0-2,0-2,0-3,11-2,37-2,373-6,-420 13</inkml:trace>
  <inkml:trace contextRef="#ctx0" brushRef="#br0" timeOffset="18308.089">20521 12215,'22'-44,"-8"23,1 1,1 0,0 1,2 1,0 1,1 0,0 2,4-2,43-32,-2-3,-3-2,-2-3,-3-3,-2-2,29-45,-64 82,2 0,0 1,2 1,1 1,0 2,2 0,0 1,7-1,87-65,-4-4,1-9,-55 46,198-136,-235 170</inkml:trace>
  <inkml:trace contextRef="#ctx0" brushRef="#br0" timeOffset="19391.922">22433 10589,'-86'112,"-106"180,14-57,-116 108,262-303,-2-2,-2-1,-1-1,-25 16,-9 2,-3-3,-2-3,-4-3,-26-8,-14 50,100-74,25-31,22-17,1 1,2 1,2 2,1 0,1 3,1 1,39-22,46-32</inkml:trace>
  <inkml:trace contextRef="#ctx0" brushRef="#br0" timeOffset="20912.078">22347 10817,'-1'8,"0"-1,0 1,-1-1,0 1,-1-1,1 0,-1 0,-1 0,0 0,0 0,-3 3,6-7,-40 55,-2-2,-3-2,-2-1,-42 33,-5 10,-113 114,-332 362,512-539,-1 0,-1-2,-2-1,0-2,-3-1,-22 13,33-38,39-33,31-33,2 3,3 1,3 3,2 3,4-1,-25 23,100-94,83-78,63-87,4-6,-152 153,-116 111,-17 32,0 0,0 1,-1-1,1 1,0-1,-1 0,1 1,0-1,-1 1,1-1,0 1,-1-1,1 1,-1-1,1 1,-1 0,1-1,-1 1,0 0,1-1,-1 1,1 0,-1 0,0-1,1 1,-1 0,1 0,-1 0,0 0,1 0,-1 0,0 0,1 0,-1 0,0 0,1 0,-1 1,1-1,-1 0,0 0,1 1,-1-1,1 0,-1 1,1-1,-1 0,1 1,-1-1,1 1,-1-1,1 1,-1-1,1 1,0-1,-1 1,1-1,0 1,0 0,-1-1,1 1,0 0,0-1,-114 95,-102 85,-155 96,-350 215,652-446,-61 38,3 6,-49 49,144-111,29-33,85-108,15 8,5 5,47-33,-89 80,209-174,280-182,-165 149,-329 227,-41 37,-92 134,-24 2,-6-4,-108 101,169-186,-147 154,-9-9,-39 17,191-171</inkml:trace>
  <inkml:trace contextRef="#ctx0" brushRef="#br0" timeOffset="21802.578">21920 11016,'5'-3,"1"0,-1 0,1 0,-1 1,1 0,0 0,0 0,0 1,0 0,0 0,0 0,0 1,0 0,2 0,5-1,592-2,1240 4,-1816-1</inkml:trace>
  <inkml:trace contextRef="#ctx0" brushRef="#br0" timeOffset="23146.26">22262 11016,'0'-19,"1"17,0-1,0 0,0 1,-1-1,1 1,-1-1,0 0,0 1,0-1,0 0,0 1,-1-1,1 0,-1 1,1-1,-1 0,0 1,0-1,0 1,-1 0,1-1,0 1,-1 0,0 0,1 0,-1 0,0 0,0 0,0 0,0 1,-1-1,1 1,0-1,-1 1,1 0,0 0,-1 0,-1 0,-5 2,-1 0,1 1,-1 0,1 0,0 1,0 1,0-1,0 1,0 1,1 0,-5 3,-7 4,-474 258,-62 83,-41 4,577-347,23-19,31-30,42-31,3 4,2 3,4 4,53-26,-98 59,610-345,-455 266,61-67,-256 170,1 1,-1 0,1 0,0 0,-1 0,1 0,0 0,0 0,-1 0,1 0,0 1,0-1,0 0,0 0,0 1,0-1,0 0,0 1,1 0,-1-1,0 1,0-1,0 1,0 0,1 0,-1 0,0 0,0 0,1 0,-1 0,0 0,0 0,0 1,1-1,-1 0,0 1,0-1,0 1,0-1,0 1,0 0,0-1,0 1,0 0,0 0,0 0,0-1,0 1,-1 0,1 0,0 0,-1 1,1-1,-1 0,1 0,-1 0,0 0,1 0,-1 1,0-1,0 0,1 0,-1 0,0 1,-1-1,1 0,0 0,0 1,-1 8,0 0,0 1,-1-1,0 0,-1 0,0 0,-1 0,0-1,0 1,-5 6,-34 49,-2-2,-3-2,-3-2,-2-2,-3-3,-41 31,85-74,-492 414,347-324,110-82</inkml:trace>
  <inkml:trace contextRef="#ctx0" brushRef="#br0" timeOffset="23956.917">21834 11217,'16'-13,"0"0,0 2,1 0,0 1,1 0,0 2,1 0,-1 1,2 1,-1 1,10-2,35-12,601-163,-615 171,512-107,-359 93,0 9,124 8,828 10,-1126-2</inkml:trace>
  <inkml:trace contextRef="#ctx0" brushRef="#br0" timeOffset="24452.965">25373 10731,'3'2,"1"0,-1 0,0-1,1 0,-1 1,1-1,0-1,-1 1,1 0,0-1,0 0,-1 0,1 0,0 0,0-1,-1 1,1-1,0 0,-1 0,1 0,-1-1,1 1,1-2,-1 1,314-133,72-78,-237 132,103-36,-159 74,143-59,-177 77</inkml:trace>
  <inkml:trace contextRef="#ctx0" brushRef="#br0" timeOffset="24922.531">27056 9989,'10'0,"22"0,21 0,20 0,18-5,22-11,1-3,-8 2,-8 4,-16 4,-12-1,-18 0</inkml:trace>
  <inkml:trace contextRef="#ctx0" brushRef="#br0" timeOffset="-908.006">9076 3596,'-7'5,"-1"0,0 0,1 1,0 0,1 0,-1 0,1 1,0 0,1 1,0-1,0 1,1 0,-1 0,2 0,-1 1,1-1,-1 6,-16 53,3 2,2 0,4 1,2 0,4 0,3 1,5 43,-4-109,0 0,0 0,1 0,-1 0,1 0,1 0,-1 0,1 0,0 0,0 0,0-1,1 1,-1 0,1 0,0-1,1 0,-1 1,1-1,0 0,0 0,0 0,0 0,1-1,0 0,-1 1,1-1,0 0,1-1,-1 1,0-1,1 0,0 0,2 1,132-21,254-52,-308 62</inkml:trace>
  <inkml:trace contextRef="#ctx0" brushRef="#br0" timeOffset="-3496.096">6936 5165,'14'0,"20"0,28 0,24 0,5 0,18 0,9 0,4 0,-9 0,-19 0,-15 0,-12 0,-17 0</inkml:trace>
  <inkml:trace contextRef="#ctx0" brushRef="#br0" timeOffset="-3168.239">7478 5251,'0'25,"0"22,0 32,0 28,0 23,5 20,1 23,10 1,2 6,-2-19,-4-27,-4-26,-3-27,-3-22,-1-17,-1-10,-6-11,-1-8</inkml:trace>
  <inkml:trace contextRef="#ctx0" brushRef="#br0" timeOffset="-2847.972">6936 6965,'5'0,"16"0,34 4,41 17,34 4,38 9,10-3,-16-6,-25-7,-27-7,-26-5,-34-3,-63-3,-44-2,-13 1</inkml:trace>
  <inkml:trace contextRef="#ctx0" brushRef="#br0" timeOffset="-2541.199">7051 6992,'0'13,"-2"74,5 0,4 0,12 57,-7-80,3-2,3 0,3-1,2-1,11 16,-32-71,-1-1,1 1,1-1,-1 0,1 0,-1 0,1-1,0 1,1-1,-1 1,0-1,1 0,0 0,0 0,0-1,0 0,0 1,0-1,1-1,-1 1,1-1,-1 1,1-1,0-1,2 1,12-4,1-1,-1-1,0-1,0-1,-1 0,0-2,0 0,-1-1,0 0,-1-1,0-1,-1-1,0 0,-1-1,11-15,-11 17,-1-1,-1 0,0-1,-1 0,-1-1,0 0,-1-1,0 0,-2 0,0-1,0 1,-2-2,0 1,-1-1,0-6,-2-15</inkml:trace>
  <inkml:trace contextRef="#ctx0" brushRef="#br0" timeOffset="10574.286">1 12301,'1939'0,"-1938"0,2 0,0 1,0-1,0 1,1-1,-1 0,0 0,0-1,0 1,0 0,0-1,0 0,0 0,0 0,0 0,0 0,0-1,-1 1,1-1,0 0,-1 0,0 0,1 0,-1 0,0 0,0-1,0 1,0-1,0 1,0-2,9-123,-12 86,-4-1663,28 1304,-22 390,-1 7,-1-1,1 1,0 0,0-1,1 1,-1 0,0-1,1 1,0 0,0-1,0 1,0 0,1 0,-1 0,1 0,-1 0,1 1,0-1,0 0,1 1,-1-1,0 1,1 0,0 0,-1 0,1 0,0 0,0 1,0-1,0 1,0 0,0-1,3 1,168 18,-104-6,545 67,-318-61,160-15,-297-14,0-7,108-29,-226 37,-38 8,1 1,-1 0,1 0,0 0,0 0,0 1,0 0,0 0,0 0,0 1,0 0,0 0,0 0,1 1,-1-1,0 1,0 0,0 1,0-1,-1 1,1 0,0 0,-1 1,1-1,-1 1,0 0,0 0,0 0,3 4,2 10,0 1,-1 0,-1 1,-1-1,-1 1,0 0,-1 1,-1-1,-1 1,-1-1,-1 7,2 0,13 356,-17 39,0-231,1-32,7 0,9 25,27 145,-39-311,1-1,1 0,0 0,1 0,0 0,1-1,1 0,1 0,4 5,-5-13,0 0,0-1,1 0,-1-1,1 0,1 0,-1-1,0-1,1 1,0-1,0-1,0 0,0 0,0-1,1 0,-1-1,0 0,1-1,5-1,-2 3,959-7,-171 5,-797 2,1 0,0-1,-1 0,1 0,0 0,0-1,-1 0,1 0,-1 0,1-1,-1 0,1 0,-1 0,0-1,0 1,0-1,0-1,-1 1,1-1,-1 1,0-1,0-1,0 1,-1 0,1-1,-1 0,0 0,0 0,-1 0,0 0,0 0,0-1,0 1,0-3,0-241,-31-625,-85-107,113 975,-18-116,5 0,5-2,6-70,2 190,1 1,0 0,0-1,0 1,0 0,0 0,1-1,-1 1,1 0,0 0,0 0,0 0,1-1,-1 2,1-1,-1 0,1 0,0 0,0 1,0-1,1 1,-1 0,0-1,1 1,0 0,-1 1,1-1,0 0,0 1,0-1,0 1,141-6,-103 9,1598 10,-1521-14,0-4,96-19,-195 20,-17 4,1 0,-1 0,0 0,0 0,1 0,-1 0,1 1,-1-1,0 1,1 0,-1-1,1 1,-1 1,1-1,-1 0,1 0,-1 1,1-1,-1 1,0 0,1 0,-1 0,0 0,0 0,0 0,0 1,0-1,0 1,0-1,0 1,0 0,-1 0,1 0,-1 0,1 0,-1 0,0 0,1 1,14 164,-25 859,8-199,19-569,-18-254,0 0,0-1,0 1,1 0,-1-1,1 1,0 0,0-1,0 1,1-1,-1 0,1 1,0-1,0 0,0 0,0 0,1 0,-1 0,1-1,0 1,0-1,0 0,0 1,0-2,0 1,0 0,1 0,-1-1,1 0,0 1,119 2,1243-22,-1279 17,-46-5,-56-18,-36-7</inkml:trace>
  <inkml:trace contextRef="#ctx0" brushRef="#br0" timeOffset="-4170.423">972 2512,'266'94,"-128"-71,2-5,0-7,3-5,5 1,229 6,-370-14,-1 1,1-1,-1-1,1 1,-1-1,0-1,0 1,0-1,0 0,0 0,0-1,-1 1,0-1,1-1,-1 1,-1-1,1 1,-1-1,0-1,0 1,2-4,52-135,-47 110,104-365,-112 390,-1-2,1 1,0 0,1-1,0 2,1-1,0 0,0 1,1 0,0 0,1 1,2-3,-7 10,-1 0,1 0,-1 1,1-1,-1 0,1 1,-1-1,1 1,0 0,-1-1,1 1,0 0,0 0,-1 0,1 0,0 0,-1 1,1-1,0 0,-1 1,1-1,-1 1,1 0,0-1,-1 1,0 0,1 1,13 9,-2 2,0-1,0 2,-1 0,-1 0,0 1,-1 1,-1 0,0 0,2 7,-7-16,228 495,-87-217,-86-203,-57-80,0 0,0 0,1-1,-1 1,1 0,-1-1,1 0,-1 1,1-1,0 0,-1 0,1-1,0 1,0-1,0 1,0-1,0 0,-1 0,1 0,0 0,0-1,0 1,0-1,-1 1,1-1,0 0,0 0,-1-1,1 1,-1 0,1-1,-1 0,0 1,1-1,-1 0,0 0,0 0,0-1,-1 1,1 0,0-1,-1 1,0-1,1 1,-1-1,0 0,149-261,-16-7,-8 17,42-48,-159 286,0 2,0-1,2 1,0 1,0 0,1 0,1 1,4-3,-14 13,-1 0,1 1,1-1,-1 0,0 1,0 0,1 0,-1 0,1 0,-1 0,1 1,-1-1,1 1,-1 0,1 0,-1 0,1 1,-1-1,1 1,-1 0,0 0,1 0,-1 0,0 1,0-1,1 1,-1 0,-1 0,2 1,72 78,-23 1,-3 3,-4 2,2 16,78 142,-124-242,3 8,0-1,1 0,0 0,1-1,0 0,0 0,1-1,0 0,1 0,0-1,0 0,3 1,-8-7,0 0,0-1,0 1,0-1,1 0,-1 0,0-1,0 1,0-1,0 0,0 0,0 0,0-1,0 0,0 1,0-1,-1 0,1-1,-1 1,1-1,-1 1,0-1,0 0,0 0,-1-1,3-2,-5 6,253-317,-251 315,-1-1,1 1,0 0,-1 0,1 0,0 0,0 0,0 0,1 1,-1-1,0 1,1-1,-1 1,1 0,-1 0,1 0,-1 0,1 0,0 1,-1-1,1 1,0 0,0 0,-1 0,1 0,0 0,0 1,-1-1,1 1,0 0,-1-1,1 1,-1 0,1 1,-1-1,1 0,-1 1,0 0,0-1,1 1,-1 0,0 1,12 17,-2 2,0-1,-1 2,-1-1,-2 1,6 23,-9-33,16 64,-15-53,0 1,2-1,0-1,2 0,1 0,2 3,-6-17,1 0,-1-1,1 0,0-1,1 1,0-2,0 1,1-1,0-1,0 0,0 0,0-1,1 0,0-1,-1 0,1 0,3-1,194 13,81-26,99-23,-138 10,237-26,-475 49,-4-2,0 1,0 0,0 0,0 1,1 0,-1 1,1 0,-1 0,0 1,1 0,-1 0,0 1,0 0,0 0,0 1,0 0,0 1,-1 0,1 0,-1 0,0 1,-1 0,6 5,1 13,-1 0,-1 0,-1 1,-1 1,-1 0,-2 0,0 0,-1 1,-2 0,-1 0,-1 0,-1 0,-3 22,4-21,-11 1223,7-804,4-407</inkml:trace>
  <inkml:trace contextRef="#ctx0" brushRef="#br0" timeOffset="-3835.158">6737 4596,'14'0,"20"0,23 0,22 0,16 0,22 0,29 0,14 0,0 0,-23 0,-25 0,-31 0</inkml:trace>
  <inkml:trace contextRef="#ctx0" brushRef="#br0" timeOffset="-1518.196">4196 572,'2'35,"1"1,2-1,1-1,11 32,-6-17,98 416,-97-402,-15-46,-9-47,-8-61,3 0,5-2,4 1,3-65,4 127,-2-34,0 28,2 1,1 0,2-1,6-29,-6 60,0 0,0 0,0 0,1 0,0 1,0 0,0-1,0 1,1 0,0 0,0 1,0-1,0 1,0 0,1 0,-1 0,1 1,0-1,0 1,0 0,0 1,0-1,0 1,1 0,-1 0,0 1,1 0,-1 0,0 0,1 0,-1 1,0 0,0 0,1 0,-1 1,0 0,0 0,0 0,-1 0,1 1,0 0,-1 0,0 0,0 0,0 1,0 0,3 3,4 11,-1 0,-1 1,0 0,-2 1,0 0,-1 0,-1 1,-1-1,-1 1,0 0,-2 0,0 0,-2 4,-3 126,3-146,0 0,0-1,0 1,-1-1,0 1,0-1,0 0,-1 0,1 0,-1 0,0 0,0 0,-1-1,1 1,0-1,-1 0,0 0,0-1,0 1,0-1,0 0,-1 0,1 0,-1 0,-116 17,66-14,54-6,0 1,0-1,-1 1,1-1,0 1,0 0,0 0,0-1,-1 1,1 0,0 0,0 0,0 0,-1 0,1 1,0-1,0 0,0 1,-1-1,1 0,0 1,0-1,0 1,0 0,0-1,0 1,0 0,0 0,0-1,0 1,1 0,-1 0,0 0,0 0,1 0,-1 0,1 0,-1 1,1-1,-1 0,1 0,0 0,0 0,-1 1,1-1,0 0,0 0,0 0,0 1,0-1,1 0,-1 0,0 0,1 1,-1-1,0 0,1 0,-1 0,1 0,0 0,-1 0,1 0,0 1,136 77,-120-71,245 106,-57-27,90 58,-32 10,79 69,-265-169</inkml:trace>
  <inkml:trace contextRef="#ctx0" brushRef="#br0" timeOffset="11412.201">58 2826,'136'300,"-123"-275,399 791,-299-606,-13-57,-22-71,-76-80,0-1,1 1,-1-1,0 0,0 1,1-1,-1 0,0 0,1-1,-1 1,1 0,-1-1,1 0,0 1,-1-1,1 0,-1 0,1-1,-1 1,1 0,0-1,-1 0,0 0,1 1,-1-1,1-1,-1 1,0 0,0 0,0-1,0 1,0-1,0 0,0 0,0 0,0 0,-1 0,1 0,-1 0,0 0,0 0,0-1,0 1,0-1,0 1,0-1,-1 1,1-1,-1 1,0-1,12-37,-1 1,-3-2,-1 1,-2-1,0-39,11-381,-13 234,10 0,26-123,-37 334,1 0,0 0,1 1,0 0,2 0,0 0,0 0,1 1,9-12,18-10</inkml:trace>
  <inkml:trace contextRef="#ctx0" brushRef="#br0" timeOffset="27896.642">10903 10503,'1'-26,"-1"0,-1 0,-2 1,0-1,-2 0,-1 1,-1 0,-1 1,-1-1,-2 0,-36-58,-4 2,-3 2,-4 3,-3 2,-16-10,-97-105,-9 8,-7 8,-8 9,-6 8,-112-58,64 70,-6 10,-6 12,-158-45,165 73,-4 12,-4 11,-199-24,179 53,-1 13,-2 12,0 13,1 12,-1 13,2 12,-135 39,154-10,4 12,2 10,5 12,4 11,-161 99,314-153,4 5,2 4,3 3,2 5,4 3,3 4,4 4,3 2,4 4,-45 74,30-3,8 4,7 3,6 3,9 2,6 3,5 18,-170 894,153-724,16 2,8 178,35-454,3 0,5 0,3 0,4-1,4 0,4-2,3 0,4-1,3-2,9 9,1-15,3-1,3-3,3-2,3-2,3-2,3-3,3-3,2-2,2-4,24 13,15 3,3-5,3-4,3-5,1-5,3-6,94 22,237 37,130-19,144-22,131-22,117-17,88-14,1012-54,-1480 0,-2-25,280-82,-528 71,69-37,-188 42,149-74,-255 95,-2-5,97-69,-147 84,-2-3,-3-2,-2-3,7-13,-27 24,-2-1,-1-2,-3-2,-2 0,-2-2,-2-1,-3-2,-2 0,-1-1,-4 0,-1-2,-3 1,-3-2,-2 1,-1-11,-2-46,-4 0,-5 0,-4 1,-6 0,-4 1,-17-41,-15-26,-8 3,-7 2,-49-81,-3 22,-10 5,-10 6,-10 7,-8 6,-171-171,160 211,-6 7,-7 8,-7 8,-6 9,-5 8,-6 9,-186-77,125 82,-5 12,-3 12,-4 11,-4 13,-2 13,-78 3,-167 7,125 32,-1 17,0 17,3 19,1 17,3 17,5 18,3 16,6 18,-359 174,225-36,73 12,82 2,80-6,69-9,170-204,3 1,3 3,3 1,3 1,2 2,4 1,3 1,3 1,1 13,2 54,6 0,7 0,10 113,1-100,7-1,6-1,7-1,6 1,-10-66,4-1,4-2,3 0,3-3,4-1,4-2,35 46,-48-76,2-2,1-1,2-2,2-1,2-2,1-2,46 29,-72-56,0 0,1-1,1-1,-1-1,1-1,0 0,1-1,-1-1,13 0,13-1</inkml:trace>
  <inkml:trace contextRef="#ctx0" brushRef="#br0" timeOffset="29064.401">5881 13129,'5'72,"4"0,2 0,4-1,3-1,3-1,19 41,295 757,-250-660,436 1005,-412-975,85 185,-180-369,-16-28</inkml:trace>
  <inkml:trace contextRef="#ctx0" brushRef="#br0" timeOffset="29555.14">5937 15042,'27'69,"106"214,165 257,-87-216,-124-228,-84-93,1-1,0 1,0-1,0 0,0 0,0-1,0 1,0-1,0 0,1 0,-1 0,0 0,1-1,-1 0,1 0,-1 0,1-1,-1 1,0-1,1 0,-1 0,0-1,0 1,0-1,0 0,0 0,0 0,1-2,33-26,-2-2,-2-2,0-1,-3-2,-1-1,-2-1,-1-2,7-18,266-453,-196 289,-86 181</inkml:trace>
  <inkml:trace contextRef="#ctx0" brushRef="#br0" timeOffset="30513.807">6337 13529,'12'583,"26"-120,20-1,20-4,94 289,-157-681,3 0,2-1,4-2,2 0,2-1,4-2,2-1,24 30,-47-78,-13-21</inkml:trace>
  <inkml:trace contextRef="#ctx0" brushRef="#br0" timeOffset="30956.582">5994 15098,'275'391,"-140"-204,280 362,-410-539,1 0,1-1,-1 0,2-1,-1 1,1-1,0-1,1 1,-1-1,2-1,-1 0,1 0,0-1,0 0,0 0,0-1,1-1,0 0,0 0,0-1,0-1,0 0,11 0,-12-5,0 0,-1 0,1-1,-1 0,1-1,-1 0,-1 0,0-1,0 0,0-1,0 0,-1 0,-1-1,0 1,0-1,1-3,40-66,-5-2,-3-2,8-30,17-34,-14 40,-9 19</inkml:trace>
  <inkml:trace contextRef="#ctx0" brushRef="#br0" timeOffset="32054.473">9248 13014,'-8'6,"1"1,0 0,0 0,0 0,1 1,0 0,0 0,1 1,1-1,-2 5,1-4,-22 43,3 2,2 0,3 2,2 0,3 1,2 0,1 9,-9 111,3 122,12 707,17-798,-11-204,0 1,0 0,1-1,0 1,0-1,0 1,1-1,-1 0,1 0,0 0,0 0,1-1,-1 1,1-1,0 0,0 0,0 0,0 0,0-1,0 0,1 0,-1 0,1 0,0-1,2 1,60 13</inkml:trace>
  <inkml:trace contextRef="#ctx0" brushRef="#br0" timeOffset="32432.26">14814 13014,'19'15,"26"33,10 34,11 36,-2 27,-7 4,-12 1,-15-6,-12-3,-9 3,-7 7,-12 2,-29 8,-38 7,-38-6,-1-31</inkml:trace>
  <inkml:trace contextRef="#ctx0" brushRef="#br0" timeOffset="33464.784">8505 16810,'181'-3,"176"-26,15-15,47 15,1174 16,-162 6,524-89,-1521 62,1294-61,-1493 100,-212-4</inkml:trace>
  <inkml:trace contextRef="#ctx0" brushRef="#br0" timeOffset="35954.439">9049 16639,'64'-87,"4"4,4 2,3 4,14-6,103-109,189-197,-379 385,0 1,1 0,0 0,0 0,0 0,0 1,1-1,-1 1,0 0,1 0,0 0,0 0,-1 1,1-1,0 1,0 0,0 0,0 1,0-1,1 1,-1 0,0 0,0 0,0 1,0-1,0 1,0 0,0 0,0 0,0 1,0-1,-1 1,1 0,1 1,4 6,0-1,0 2,-1-1,0 1,-1 0,0 1,-1-1,0 1,-1 1,3 3,413 800,-416-807,3 12,2-2,0 1,1-1,1-1,0 0,2-1,0 0,0-1,2 0,2 0,-7-10,-1-1,1 0,0-1,1 0,-1-1,0-1,1 1,-1-2,1 1,-1-2,1 1,-1-2,1 0,-1 0,34-2,306-2,-337 6,0 1,0 0,-1 1,1 1,0 0,-1 1,0 0,0 1,0 1,0 0,-1 0,0 1,0 1,-1 0,0 1,-1 0,1 0,-2 1,1 0,-2 1,8 12,125 222,-140-242,0 0,0 0,1 0,-1 0,1 0,0-1,0 1,0 0,0-1,0 1,0-1,1 0,-1 0,1 0,0 0,-1 0,1-1,0 1,0-1,0 0,0 0,0 0,1 0,-1 0,0-1,0 0,0 1,1-1,-1 0,0 0,1-1,-1 1,0-1,0 0,0 1,0-1,0-1,0 1,0 0,0-1,0 0,0 1,-1-1,1 0,-1 0,1-1,-1 1,2-3,15-17,-1-2,-1 0,-2-2,0 1,-1-2,-2 0,2-8,210-507,-95 290,49-55,-94 164,-64 109,-14 19,1 0,1 1,1 0,0 0,1 1,0 0,1 1,0 0,1 0,0 1,1 1,0 0,8-3,-17 12,-1 0,1 0,-1 0,1 0,0 1,-1 0,1-1,0 2,-1-1,1 0,0 1,-1-1,1 1,-1 0,1 0,-1 1,1-1,-1 1,0-1,1 1,-1 0,0 0,0 1,-1-1,1 1,0-1,-1 1,0 0,2 3,61 102,-63-103,53 125,-6 3,20 93,-21-66,-28-94,-9-23,3 0,1 0,3-2,1 0,13 21,-30-59,0 0,0 1,0-1,1 0,-1 0,1 0,0 0,-1 0,1-1,0 1,1-1,-1 0,0 0,1 0,-1 0,1-1,0 1,-1-1,1 0,0 0,0-1,0 1,0-1,0 1,0-1,0 0,-1-1,1 1,0-1,0 0,0 0,0 0,-1 0,1-1,0 1,-1-1,1 0,-1 0,1-1,22-17,-1-2,0 0,-2-2,0-1,-2 0,-1-2,-1 0,0-4,-17 28,85-133,-7-3,-6-4,13-47,39-58,-76 184,-48 63,-1-1,1 1,0 0,0 0,-1-1,1 2,0-1,0 0,0 0,0 0,0 1,1 0,-1-1,0 1,0 0,0 0,0 0,0 0,1 0,-1 0,0 1,0-1,0 1,0-1,0 1,0 0,0 0,0 0,0 0,-1 0,1 1,0-1,-1 0,1 1,1 1,10 12,-1 1,-1 1,0 0,-1 1,-1 0,-1 0,0 1,2 10,-6-19,341 958,-188-545,-127-359,-30-62,1-1,-1 0,1 0,-1 0,1 1,0-1,-1 0,1 0,0 0,0 0,0 0,0-1,0 1,0 0,0 0,0 0,0-1,1 1,-1-1,0 1,0-1,0 1,1-1,-1 0,0 0,1 1,-1-1,0 0,1 0,-1 0,0-1,0 1,1 0,-1 0,0-1,1 1,-1 0,0-1,0 0,0 1,1-1,-1 0,0 1,0-1,0 0,0 0,0 0,-1 0,1 0,0 0,0 0,0 0,-1 0,1 0,-1-1,1 1,-1 0,1 0,-1-1,0 1,0 0,1-1,-1 1,0 0,99-185,3-22,-9-3,28-113,-31 27,-55 234,-34 62,1 0,0 0,-1 0,1 0,0 1,0-1,-1 1,1-1,0 1,0 0,0 0,-1 0,1 0,0 0,0 0,0 0,0 0,-1 1,1-1,0 1,0-1,-1 1,1 0,0 0,-1 0,1 0,-1 0,1 0,-1 0,0 0,1 1,-1-1,0 0,0 1,1 1,129 165,-5 30,-9 6,69 171,-164-326,103 193,-124-238,1 0,0 0,-1 0,1-1,0 1,1 0,-1-1,1 0,-1 0,1 1,0-2,0 1,1 0,-1-1,0 1,1-1,0 0,-1 0,1 0,0-1,0 1,0-1,0 0,0 0,0 0,0-1,1 0,-1 1,0-2,0 1,0 0,0-1,1 0,-1 1,0-2,0 1,0 0,-1-1,3 0,8-11,-1 0,0 0,0-1,-2-1,0 0,0-1,-2 0,0 0,0-1,1-7,51-116,-7-3,16-75,1-3,47-78,-117 295,0 1,1-1,-1 0,1 0,-1 1,1-1,0 1,0-1,1 1,-1 0,1 0,0 0,-1 0,1 0,1 1,-1-1,0 1,1 0,-1 0,1 0,-1 0,1 1,0 0,0-1,0 1,0 1,-1-1,1 0,0 1,1 0,-1 0,0 0,1 1,4 4,0 1,0 1,0 0,-1 0,0 0,0 1,-1 0,0 1,0 0,-1 0,0 0,-1 1,1 1,2 3,30 48</inkml:trace>
  <inkml:trace contextRef="#ctx0" brushRef="#br0" timeOffset="40366.539">14157 3282,'-6'1,"0"1,-1 0,1 0,0 0,1 0,-1 1,0 0,1 0,0 1,-1 0,1-1,1 2,-3 1,-4 3,-36 33,3 2,1 2,3 2,2 1,2 2,-10 21,-124 161,-54-22,139-137,72-63,0-1,1 2,1 0,0 0,0 1,1 0,1 1,0 0,1 1,1 0,0 0,1 0,1 1,0 0,1 0,1 8,2-1,1 1,1-1,1 1,1-1,1 0,1 0,1 0,0-1,2 1,1-2,1 1,3 2,20 38,4-2,2-2,34 38,69 76,154 141,-273-290</inkml:trace>
  <inkml:trace contextRef="#ctx0" brushRef="#br0" timeOffset="40959.653">12901 4339,'54'13,"98"16,1-6,1-7,0-7,1-6,109-14,33-5,55-10,672-80,169-15,-787 95,-56 11,-59 7,453 12,-740-4,77-6,-79 6,0-1,-1 0,1 1,0-1,-1 0,1 0,-1 0,1 0,-1 0,0 0,1 0,-1 0,0 0,0-1,0 1,0 0,0-1,0 1,0-1,0 0,-1 1,1-1,0 1,-1-1,0 0,1 0,-1 1,0-1,0 0,0 0,0 1,0-1,0 0,0 1,-1-1,1 0,-1 0,1 1,-1-1,0 1,0-1,0-1,-73-117,23 54</inkml:trace>
  <inkml:trace contextRef="#ctx0" brushRef="#br0" timeOffset="41422.16">17639 2997,'56'37,"280"219,462 304,-632-423,-156-123,-1 1,0 0,-2 0,1 0,-2 1,0 0,-1 0,-1 1,0-1,-1 1,-1 0,-1 0,0 0,-1 0,-1 0,0 0,-4 15,4-17,-2 54,-3 0,-3-1,-3 0,-3 0,-3-2,-3 0,-3-1,-3 1,-16 14,-2-1,-5-2,-2-3,-4-2,-3-2,-18 12,-52 44,-5-5,-95 62,29-47,185-128,-1-1,0-1,1 0,-2-1,1 0,-1-2,-13 2,-22 22,31-4</inkml:trace>
  <inkml:trace contextRef="#ctx0" brushRef="#br0" timeOffset="50622.433">11845 5195,'0'-5,"0"13,14 48,11 31,4 23,4 33,5 15,1 11,8 11,2-2,-4-11,-3-25,-10-31,-10-34</inkml:trace>
  <inkml:trace contextRef="#ctx0" brushRef="#br0" timeOffset="51122.883">9390 6992,'29'0,"34"0,26 0,36-4,56-13,64-6,88-20,123-8,130-4,91-2,37-2,-5 9,-46 14,-77 12,-129 11,-137 7,-123 5</inkml:trace>
  <inkml:trace contextRef="#ctx0" brushRef="#br0" timeOffset="51704.797">10589 7136,'0'5,"0"16,5 28,6 21,2 13,3 17,-1 5,2-4,-2-6,1-9,-2-14,-4-10,2-10,-1-15</inkml:trace>
  <inkml:trace contextRef="#ctx0" brushRef="#br0" timeOffset="52383.656">11217 7764,'1'-138,"0"135,-1 0,1 0,1 0,-1 0,0 0,1 0,-1 0,1 1,0-1,0 1,0-1,0 1,0 0,1 0,-1 0,1 0,-1 0,1 0,0 1,-1-1,1 1,0 0,0 0,0 0,0 0,0 0,1 1,-1 0,0-1,0 1,0 0,0 0,2 1,70-6,0 3,0 4,0 2,51 12,13-1,252 43,-333-47</inkml:trace>
  <inkml:trace contextRef="#ctx0" brushRef="#br0" timeOffset="52702.617">11845 7193,'0'19,"0"36,0 28,0 38,5 23,1 7,5 2,6-11,4-20,-2-16,-3-20,0-22,7-15,10-17,3-14,11-9,-4-7</inkml:trace>
  <inkml:trace contextRef="#ctx0" brushRef="#br0" timeOffset="53228.164">12816 7421,'-6'-1,"0"0,0 1,0 0,0 0,0 0,0 1,0 0,0 0,0 0,1 1,-1 0,0 0,1 0,-1 1,1 0,0 0,0 0,0 1,0-1,1 1,0 0,-1 1,1-1,1 1,-1 0,1 0,-3 4,-5 19,0 2,2-1,1 1,2 1,0-1,2 1,2 0,1 0,2 26,1-21,2 0,1 0,2-1,2 0,1-1,1 0,2 0,2-1,0-1,3-1,0 0,2-1,12 13,34 38,4-3,3-3,80 63,-80-57,-73-78,0-1,0 1,0 0,-1-1,1 1,0-1,-1 1,0 0,0-1,0 1,0-1,0 0,0 1,-1-1,1 0,-1 0,0 0,1 0,-1 0,0 0,0 0,0 0,0-1,-1 1,1-1,0 0,-1 0,1 0,-1 0,1 0,-1 0,1-1,-1 1,0-1,1 1,-1-1,0 0,1 0,-1-1,-2 1,-24 5,0-2,0-1,0-1,0-1,-1-2,1-1,0-1,0-1,-21-8,-21-26,47 18</inkml:trace>
  <inkml:trace contextRef="#ctx0" brushRef="#br0" timeOffset="54182.761">13443 7735,'2'-1,"0"1,-1-1,1 1,-1 0,1-1,0 1,-1 0,1 0,0 0,-1 0,1 0,0 1,-1-1,1 1,0-1,-1 1,1-1,-1 1,1 0,-1-1,1 1,-1 0,0 0,1 0,-1 0,0 1,0-1,0 0,0 0,0 1,0-1,0 1,0-1,0 1,0 0,22 35,-2 1,-1 1,-3 1,0 0,-3 1,-1 0,3 26,-15-61,145 554,-121-492,-25-68,1 0,-1-1,0 1,0 0,0 0,0-1,0 1,0 0,0 0,1 0,-1-1,0 1,0 0,0 0,1 0,-1-1,0 1,0 0,0 0,1 0,-1 0,0 0,0-1,1 1,-1 0,0 0,1 0,-1 0,0 0,0 0,1 0,-1 0,0 0,0 0,1 0,-1 0,0 0,1 0,-1 0,0 1,0-1,1 0,-1 0,0 0,0 0,0 0,1 1,-1-1,0 0,-6-198,-49-691,59 767,-2 117,0 1,0 0,1 0,0 0,0 0,0 1,0-1,1 1,-1 0,1 0,0 0,0 0,0 1,0-1,0 1,0 0,1 0,-1 1,1-1,-1 1,1 0,0 0,0 1,-1-1,1 1,0 0,0 1,-1-1,1 1,0 0,-1 0,1 0,0 0,-1 1,2 1,9 1,1 0,-1 1,0 1,-1 0,0 2,0-1,0 2,-1-1,0 2,-1 0,0 0,0 1,-1 1,-1 0,0 0,-1 1,0 0,2 6,5 10,-1 1,-2 1,0 0,-3 0,0 1,-2 0,-2 1,1 9,0 30,-2 1,-4 0,-2-1,-6 24,7-91,0 0,0 0,0 0,-1-1,0 1,0 0,0 0,0-1,-1 1,1-1,-1 1,-1-1,1 0,0 1,-1-1,0-1,0 1,0 0,-1-1,1 1,-1-1,1 0,-1 0,0-1,-1 1,1-1,0 0,-1 0,3-2,0-1,0 1,0-1,0 0,0 0,0 0,0 0,0-1,1 1,-1 0,0-1,1 1,-1-1,1 0,-1 1,1-1,0 0,0 0,0 0,0 0,0 0,0 0,1 0,-1 0,1 0,-1 0,1 0,0-1,0 1,-1 0,2 0,-1 0,0 0,0-1,1 1,-1 0,1 0,0 0,0 0,-1 0,1 0,1 0,-1 0,0 0,0 1,1-1,-1 0,1 0,7-4,0 1,0 0,0 0,1 1,-1 0,1 1,0 0,0 0,0 1,0 1,1 0,-1 0,0 1,1 0,3-1,58-1,0 4,0 2,0 4,0 3,-2 3,29 12,-87-22,0 1,0-1,0-1,1 0,-1-1,1 0,0-1,0-1,-1 0,1 0,0-2,-1 1,1-1,-1-1,1-1,-1 1,0-2,0 0,-1 0,0-1,1 0,-2-1,1-1,-1 1,0-2,-1 1,2-3,40-75,-32 43</inkml:trace>
  <inkml:trace contextRef="#ctx0" brushRef="#br0" timeOffset="54512.714">15442 7421,'-1'-1,"1"1,0-1,-1 0,1 1,0-1,-1 1,1-1,-1 1,1-1,-1 1,1-1,-1 1,1-1,-1 1,0 0,1-1,-1 1,1 0,-1-1,0 1,1 0,-1 0,0 0,0 0,1 0,-1 0,0 0,1 0,-1 0,0 0,1 0,-1 0,0 0,1 0,-1 1,0-1,1 0,-1 0,0 1,1-1,-1 1,1-1,-1 0,1 1,-1-1,1 1,-1 0,-3 4,0 0,1 0,0 0,0 0,0 1,1-1,0 1,0 0,0 0,0-1,1 1,0 0,1 0,-1 1,0 1,-11 83,4 0,4 62,3-110,0 47,3 0,5-1,3 0,4 0,4-1,4-1,3-1,13 19,-29-82,1 0,1-2,1 1,1-1,1-1,0-1,2 0,2 2,-13-15,1-1,0 1,1-1,-1 0,1 0,0-1,0 0,0 0,1-1,-1 1,1-2,0 1,0-1,0 0,0-1,0 0,0 0,0-1,1 0,-1 0,0-1,0 0,0-1,0 0,4-1,104-70,-64 27</inkml:trace>
  <inkml:trace contextRef="#ctx0" brushRef="#br0" timeOffset="55338.824">28826 1056,'5'0,"21"14,5 16,9 11,11 23,6 11,4 7,1 9,5 3,0 11,18 21,-6-7,-5-3,-17-17,-12-20,-14-24</inkml:trace>
  <inkml:trace contextRef="#ctx0" brushRef="#br0" timeOffset="55755.34">28083 3027,'0'4,"0"7,5 2,21-2,35-3,47-2,18-3,28-1,45-1,66-11,76-13,58-8,48-13,35-18,9-14,-11-8,-39 1,-95 14</inkml:trace>
  <inkml:trace contextRef="#ctx0" brushRef="#br0" timeOffset="56692.609">30224 4339,'5'-76,"4"1,2 0,4 1,4 0,2 1,10-15,42-113,49-165,-106 266,-16 99,0 1,1-1,-1 1,0-1,0 1,0-1,1 1,-1-1,0 1,0-1,0 1,0-1,0 0,0 1,0-1,0 1,0-1,-1 1,1-1,0 1,0-1,0 1,0-1,-1 1,1-1,0 1,-1-1,1 1,0-1,-1 1,1 0,-1-1,1 1,0 0,-1-1,1 1,-1 0,1 0,-1-1,1 1,-1 0,1 0,-1 0,1 0,-1-1,0 1,1 0,-1 0,1 0,-1 0,1 0,-1 0,1 1,-1-1,1 0,-1 0,1 0,-1 0,1 1,-1-1,1 0,-1 1,1-1,-28 26,16-6,1 1,1 0,1 1,1 0,1 1,1-1,1 1,1 0,1 1,1-1,1 1,2 20,0-19,0 0,2 0,1 0,1-1,1 0,1 1,1-2,1 1,1-1,1-1,1 0,1-1,1 0,1-1,1 0,16 15,35 34,4-4,1-3,9 1,-74-58,0 0,0 0,0 1,-1 0,0 0,0 1,-1-1,1 1,-1 0,-1 1,0-1,0 1,0 0,-1 0,0 0,0 1,-1-1,-1 1,1-1,-1 1,0-1,-1 1,0 0,-1-1,0 1,-1 7,-1-13,0 1,0 0,0-1,0 1,0-1,-1 0,0 0,0-1,0 1,0-1,0 0,0 0,0 0,-1 0,1-1,-1 0,1 0,-1 0,1 0,-1-1,0 1,1-1,-1-1,0 1,1-1,-4 0,-18 0</inkml:trace>
  <inkml:trace contextRef="#ctx0" brushRef="#br0" timeOffset="57273.725">31395 3397,'-6'0,"0"0,0 0,-1 1,1 0,0 0,0 1,0 0,0 0,1 0,-1 0,1 1,-1 0,1 0,0 1,0-1,0 1,0 0,1 1,-1-1,1 1,0 0,1 0,-1 0,1 0,0 0,0 1,1 1,-19 39,2 2,2 1,3 0,1 0,3 2,2-1,2 1,1 36,2-45,2 0,1 0,3 0,1 0,2 0,2-1,1 0,3 0,1-1,2-1,6 10,-17-40,0 0,1 0,0 0,0 0,1-1,0 0,0 0,1-1,0 0,1 0,-1 0,1-1,1 0,-1-1,1 0,0 0,0-1,0 0,3 0,15 1,0-1,1-1,-1-2,0-1,1-1,-1-1,0-2,0 0,0-2,-1-1,0-1,0-1,14-8,1-3,0-2,-2-2,-1-1,0-2,-3-2,0-1,29-33,-10 6</inkml:trace>
  <inkml:trace contextRef="#ctx0" brushRef="#br0" timeOffset="89457.205">20749 13700,'-5'-33,"-1"0,-1 0,-2 0,-1 1,-2 0,-1 1,-1 1,-2 0,-1 1,-1 0,-1 2,-5-4,23 30,-25-42,-2 2,-2 1,-2 1,-1 2,-2 1,-2 2,-14-10,49 42,-1-1,0 1,-1-1,1 1,0 0,-1 0,1 1,-1-1,1 1,-1-1,0 1,1 0,-1 1,0-1,0 1,0-1,0 1,0 0,0 1,0-1,1 1,-1-1,0 1,0 0,1 1,-1-1,0 1,1-1,-1 1,1 0,0 1,0-1,0 0,0 1,0 0,0-1,1 1,-1 0,1 1,0-1,0 0,0 1,0-1,0 3,-8 22,2 0,0 0,2 0,2 1,0 0,2 0,1 0,2 2,2 25,2 1,3-1,3-1,2 1,2-2,3 0,2-1,2-1,3-1,6 6,22 41,4-2,5-3,3-3,4-2,19 11,-2-1,-86-97,0 0,0 0,-1 0,1 0,0 0,-1 0,1 0,0 0,-1 0,1 0,-1 0,0 0,1 0,-1 0,0-1,1 1,-1 0,0 0,0-1,1 1,-1-1,0 1,0-1,0 1,0-1,0 1,0-1,0 0,0 1,0-1,0 0,0 0,0 0,0 0,0 0,0 0,0 0,0 0,0-1,0 1,0 0,0 0,0-1,-1 0,1 1,-169-22,121 5,40 9</inkml:trace>
  <inkml:trace contextRef="#ctx0" brushRef="#br0" timeOffset="90103.196">21063 13784,'17'28,"25"131,216 624,-242-725,-16-58,0 0,0 0,0 0,-1 0,1 0,0 0,0 0,0 0,-1-1,1 1,0 0,0 0,-1 0,1 0,0 0,0 0,-1 0,1 0,0 1,0-1,0 0,-1 0,1 0,0 0,0 0,-1 0,1 0,0 0,0 1,0-1,0 0,-1 0,1 0,0 0,0 1,0-1,0 0,-1 0,1 0,0 1,0-1,-65-168,32 41,6 0,5-2,6-1,5-24,9 126,-3-2,2 0,2 0,0 0,2 0,1 0,2 0,0 0,3 1,0-1,2 1,4-10,-11 34,1-1,-1 0,1 1,-1-1,2 1,-1 0,0 0,1 0,0 1,0-1,1 1,-1 0,1 0,0 0,0 1,0 0,0 0,1 0,-1 1,1-1,0 1,0 1,0-1,0 1,0 0,0 0,0 1,0-1,0 2,0-1,0 0,0 1,0 1,0-1,0 1,0-1,-1 2,1-1,0 1,-1 0,3 2,3 8,-2 1,1 1,-2 0,0 0,-1 1,0-1,-1 2,-1-1,-1 1,0-1,-1 1,-1 0,0 9,5 22,-2 1,-2-1,-3 1,-1-1,-5 22,5-64,0 0,0-1,0 1,-1-1,0 1,0-1,-1 0,1 0,-1 0,0 0,-1 0,1-1,-1 1,0-1,0 0,0 0,-1 0,1-1,-1 0,0 0,0 0,0 0,0-1,0 0,-1 0,1 0,-1 0,1-1,-1 0,-5 0,-70 9,80-10,1 1,-1 0,0 0,0 0,1 0,-1 0,1 0,-1 0,1 0,-1 0,1 0,0 0,-1 0,1 0,0 1,0-1,0 0,0 0,0 0,0 0,0 0,0 1,1-1,-1 0,0 0,1 0,-1 0,1 0,-1 0,1 0,-1 0,1 0,0 0,-1 0,1 0,0-1,0 1,0 0,-1 0,1-1,0 1,0-1,0 1,0 0,0-1,1 0,-1 1,0-1,0 0,35 23,0-2,1-1,1-2,1-2,1-1,0-2,0-2,2-2,-1-1,1-3,0-1,34-1,-55-2,-1 0,0-2,0 0,1-1,-1-1,0-1,0-1,-1 0,0-2,0 0,0-1,-1-1,13-8,55-41</inkml:trace>
  <inkml:trace contextRef="#ctx0" brushRef="#br0" timeOffset="90399.638">22462 13328,'-11'7,"-34"111,17-4,6 1,4 1,6 1,2 92,8-141,2 0,4-1,2 1,3-1,3 0,4 2,-15-64,0 1,0 0,0 0,0-1,1 1,0 0,1-1,-1 0,1 0,0 1,0-2,0 1,1 0,0-1,0 1,0-1,0 0,1 0,-1-1,1 0,0 1,0-2,0 1,1 0,-1-1,1 0,-1 0,1-1,0 0,2 1,76-7,-44 0</inkml:trace>
  <inkml:trace contextRef="#ctx0" brushRef="#br0" timeOffset="90903.372">19750 15098,'767'2,"1119"-10,-1478-3,-74-6,-85-6,39-29,-134-3,-132 46</inkml:trace>
  <inkml:trace contextRef="#ctx0" brushRef="#br0" timeOffset="91358.554">20292 15783,'-5'0,"-1"14,-5 25,0 30,1 32,3 18,-2 28,-1 3,3-9,2-23,1-23,-2-17,-1-27,1-37,2-25,1-21,1-5</inkml:trace>
  <inkml:trace contextRef="#ctx0" brushRef="#br0" timeOffset="91653.443">20407 16525,'15'0,"19"0,28 0,23 0,21 0,12 0,-4 0,-12 0,-14 0,-16 0,-17 0,-16-5,-16-6,-12-12,-12-1,-6 3</inkml:trace>
  <inkml:trace contextRef="#ctx0" brushRef="#br0" timeOffset="91940.288">21035 16011,'0'5,"0"26,0 22,0 16,0 12,0 1,0-3,0-1,0-9,0-10,10-17,3-14</inkml:trace>
  <inkml:trace contextRef="#ctx0" brushRef="#br0" timeOffset="92483.481">22090 15611,'0'-1,"-1"0,0 0,1 1,-1-1,0 0,1 0,-1 1,0-1,0 0,0 1,0-1,1 1,-1-1,0 1,0-1,0 1,0 0,0-1,0 1,0 0,0 0,0 0,0 0,0 0,-1 0,1 0,0 0,0 0,0 0,0 1,0-1,0 0,0 1,0-1,0 1,1-1,-1 1,0-1,0 1,0-1,0 1,1 0,-9 3,0 0,1 1,-1 0,1 0,1 1,-1 0,1 0,0 1,0 0,1 0,0 0,0 1,1 0,0 0,0 1,1-1,0 1,1 0,0 0,0 0,1 1,0-1,0 1,1-1,1 1,-1-1,2 1,-1 0,1-1,1 1,0-1,2 8,73 145,-63-139,0 0,-2 1,-1 1,0 0,-2 1,-1-1,1 14,-6-31,0 0,-1 0,0 0,-1 0,0 0,0 0,0 0,-1 0,-1 1,1-1,-1 0,-1 0,0 0,0 0,0 0,-1 0,0-1,0 1,-1-1,0 0,-1 0,1 0,-1-1,-1 1,1-1,-1 0,0-1,0 0,-1 0,1 0,-3 0,-40 12,0-8</inkml:trace>
  <inkml:trace contextRef="#ctx0" brushRef="#br0" timeOffset="93218.376">22605 15640,'1'0,"0"-1,1 1,-1 0,0-1,1 1,-1 0,1 0,-1 0,0 0,1 0,-1 0,1 0,-1 1,0-1,1 0,-1 1,0-1,1 1,-1-1,0 1,0 0,1 0,-1-1,0 1,0 0,0 0,0 0,0 0,0 0,-1 1,1-1,0 0,0 0,-1 0,1 1,-1-1,1 0,-1 1,1-1,-1 0,0 1,0-1,0 1,0-1,0 0,0 1,0-1,0 1,12 44,-2 1,-2 0,-1 0,-3 1,-2-1,-2 1,0-29,0 33,-4-34,-3-39,-12-354,19 374,-2-44,3 1,1-1,2 1,9-42,-10 76,-1-1,1 0,1 1,0-1,1 1,0 0,0 1,1-1,0 1,1 0,0 1,0-1,1 1,0 1,0-1,1 2,0-1,0 1,1 0,-1 1,1 0,4-1,-6 2,0 1,-1-1,2 1,-1 0,0 1,1 0,-1 1,1 0,-1 0,1 0,-1 1,1 1,0-1,-1 1,1 1,-1 0,1 0,-1 0,0 1,0 0,0 1,0 0,-1 0,0 1,1 0,-2 0,1 0,0 1,-1 0,0 1,-1-1,0 1,0 0,4 7,-4 3,0 1,-1-1,-1 1,-1 0,0 0,-1 0,-1 0,-3 14,3-30,1 4,-1 1,0-1,-1 0,0 1,0-1,0 0,0 0,-1 1,0-1,-1 0,1-1,-1 1,0 0,-1-1,1 0,-1 0,0 0,0 0,-1 0,0-1,1 0,-1 0,-1 0,1-1,-3 2,6-4,-2 0,1 0,-1 0,1 0,-1 0,1 0,0 1,0 0,0 0,0-1,0 2,0-1,0 0,1 0,-1 1,1 0,0-1,0 1,0 0,0 0,0 0,0 1,1-1,-1 0,1 0,0 1,0-1,1 1,-1-1,1 1,-1-1,1 1,0-1,0 1,1 0,-1-1,1 1,1 2,7 10,1 0,1 0,1-1,0-1,1 0,0 0,1-2,1 1,0-2,0 0,1-1,1 0,0-2,0 0,1 0,12 2,16 3,1-2,-1-2,2-2,-1-2,1-2,-1-3,48-4,-14-7,-12-3</inkml:trace>
  <inkml:trace contextRef="#ctx0" brushRef="#br0" timeOffset="93517.222">24117 15356,'-14'24,"-6"27,-8 30,0 25,5 14,6 10,6 13,6-4,2-15,3-15,6-21,11-10,13-19,16-19,10-17,5-12,6-8,-7-4</inkml:trace>
  <inkml:trace contextRef="#ctx0" brushRef="#br0" timeOffset="95563.608">25001 13870,'-27'-53,"-2"2,-2 0,-2 2,-3 2,-1 1,-2 2,-43-37,77 76,-82-80,-3 3,-4 5,-3 3,-12 0,-68-40,-5 9,-5 7,-154-54,203 106,-2 6,-2 6,-138-14,-66 10,-2 16,-295 21,494 3,91-2,0 2,1 3,-1 3,2 2,-1 2,-19 9,-6 14,1 3,2 4,2 3,2 4,3 3,1 2,3 4,2 3,13-12,2 2,2 2,3 2,2 3,2 1,4 1,1 3,-9 28,-163 421,122-286,24-68,7 3,6 2,-1 45,20 23,10 1,11 0,14 150,-1-207,-4-88,4-1,4 0,4-1,13 45,10-15,5-1,5-3,5-1,5-3,26 35,-33-65,4-2,2-2,4-2,2-3,4-3,35 27,-45-43,2-1,2-3,2-3,1-2,3-3,1-3,19 6,45 3,2-6,1-5,121 12,236 23,3-23,1-20,29-23,-397-2,0-5,0-6,-1-6,36-12,-114 19,0-2,-1-2,-1-1,0-3,-2-1,0-2,-1-2,-1-1,-2-3,0 0,-2-3,-1-1,0-3,40-60,-4-3,-5-3,-4-3,33-79,61-148,-14-7,13-91,-115 309,-4-2,-6-1,-5-2,4-98,-18 89,-5-1,-7 1,-5-1,-19-97,-8 83,-6 1,-7 3,-6 1,-6 3,-6 2,-7 4,-8-2,28 49,-4 4,-4 1,-3 4,-4 2,-3 3,-3 3,-3 4,-3 3,-63-39,30 34,-2 5,-3 5,-2 5,-3 6,-2 4,-1 6,-117-18,142 39,-1 4,0 5,0 4,-1 4,1 5,0 4,1 5,0 4,1 4,-47 20,-51 32,2 9,5 8,-38 32,76-39,5 8,3 5,4 7,-124 121,217-178,2 2,2 2,2 1,3 3,2 1,2 1,-8 27,-3 7,3 2,5 2,5 2,3 1,-9 70,13 61,10 1,13 166,3-289,-2-24,-1-13,4 0,2 0,14 64,4-61,3-2,3 0,3-2,3-1,3-2,3-1,3-3,3-1,2-2,22 18,18 15,4-3,4-5,3-5,3-3,4-6,3-4,42 16,7-9,3-7,3-7,2-8,2-6,2-8,2-8,0-7,5-7,240 13,100-17,-430-11,1-3,-1-5,14-5,-67 7,-1-2,-1-1,1-1,-1-2,-1-1,0-2,-1-1,-1-1,18-15,-5-1,-3-2,0-2,-3-1,-1-2,-2-2,-2-1,10-18,28-59,-4-2,7-33,15-62,-10-4,-9-2,-10-4,-11-2,-9-1,-10-3,-10 0,-11 0,-10-12,-1 64,-8 1,-8 0,-8 2,-7 0,-8 3,-31-71,26 116,-5 2,-6 2,-5 3,-5 3,-6 3,-4 3,-73-76,123 155,-1 1,-2 2,-1 1,-1 1,-2 3,0 0,-2 3,-1 1,-1 1,-1 3,0 1,-2 2,0 2,-31-5,-9 10,0 4,-1 3,0 4,-41 9,35-4,0 5,1 3,1 5,0 3,2 4,1 3,1 5,2 3,2 3,-11 12,67-38,1 1,1 2,0 0,1 1,1 1,1 0,1 2,1 0,1 1,-4 9,-36 61,42-72</inkml:trace>
  <inkml:trace contextRef="#ctx0" brushRef="#br0" timeOffset="96703.261">18267 12158,'6'0,"0"1,0-1,0 1,0 0,0 0,0 0,0 1,-1 0,1 1,0-1,-1 1,0 0,5 3,1 0,71 46,-2 4,66 60,-85-66,124 100,52 37,64 36,56 27,236 151,611 425,-502-307,-24 30,-17 35,-444-373,24 43,-95-102,139 24,-263-162,59 36,-3 4,-3 2,8 13,13 35,42 35,-138-138,1 0,0 0,-1-1,1 1,0 0,0-1,-1 1,1 0,0-1,0 1,0-1,0 1,0-1,0 1,0-1,0 0,0 1,0-1,0 0,0 0,0 0,0 0,0 0,0 0,0 0,0 0,0 0,0-1,0 1,0 0,0-1,0 1,0 0,-1-1,1 1,0-1,0 0,0 1,0-1,-1 0,1 0,2-50,-64-167,15 80</inkml:trace>
  <inkml:trace contextRef="#ctx0" brushRef="#br0" timeOffset="98024.546">24687 12472,'-1'-2,"1"0,-1 0,0 0,1 0,-1 1,0-1,0 0,0 0,-1 1,1-1,0 0,-1 1,1 0,-1-1,1 1,-1 0,0-1,0 1,1 0,-1 0,0 1,0-1,0 0,0 1,0-1,0 1,0-1,0 1,0 0,0 0,0 0,0 0,0 0,0 1,-1-1,1 1,0-1,1 1,-2 0,-22 5,0 1,1 1,0 1,0 1,1 1,0 2,-18 13,-205 132,8 10,-190 177,-399 429,-3 132,580-622,-421 512,629-749,-33 38,3 3,4 4,-3 13,53-75,9-31,15-98,12 47,2 0,3 1,1 1,3 1,2 1,2 2,2 1,34-36,325-371,19 16,336-265,-532 501,1420-1308,-1544 1427,-46 51,-34 32,-20 24,-142 162,-43 3,-9-10,-8-7,121-100,39-32,-496 411,-470 505,543-409,-207 331,514-656,-9-7,-136 125,275-306,-2-1,-1-2,-1-2,-25 13,63-41,0 0,0 0,-1 0,1-1,-1 0,0 1,0-1,0-1,0 1,0 0,0-1,0 0,-1 0,1 0,0-1,0 1,-1-1,1 0,-1-1,1 1,0-1,-1 1,1-1,0 0,0-1,0 1,0-1,0 0,0 0,0 0,1 0,-4-3,0-9,0-1,0 0,1-1,1 1,1-1,0 0,1 0,0 0,2-1,0-13,-6-82</inkml:trace>
  <inkml:trace contextRef="#ctx0" brushRef="#br0" timeOffset="98475.129">19579 12843,'11'-7,"1"12,-1 0,1 0,-1 1,0 1,-1 0,0 0,0 1,0 0,2 4,3 1,251 247,-135-124,1061 1066,-694-729,1222 1215,-1547-1506,-68-80,-62-81,-59-69,-40-51,-5 2,-65-78,89 125,-92-124</inkml:trace>
  <inkml:trace contextRef="#ctx0" brushRef="#br0" timeOffset="99873.587">9591 9361,'5'7,"0"1,1-1,0 0,0-1,1 0,0 0,0 0,0-1,1 0,-1 0,1-1,0 0,8 3,-15-7,1 1,-1-1,0 0,1 0,-1 1,1-1,-1 0,0 0,1 0,-1-1,0 1,1 0,-1 0,0-1,1 1,-1-1,0 1,1-1,-1 0,0 1,0-1,0 0,0 0,0 0,0 0,0 0,0 0,0 0,0 0,0 0,-1 0,1-1,0 1,-1 0,1 0,-1-1,1 1,-1 0,0-1,0 1,1 0,-1-1,0 1,0-1,0 1,-1-2,-27-159,20 132,-162-720,100 394,-62-320,-3-288,93 138,41 822,0-50,1 1,3 0,2-1,6-24,-8 69,-1 0,1 1,0-1,1 1,0-1,0 1,1 0,0 0,0 1,1 0,0 0,0 0,1 1,-1-1,1 2,1-1,-1 1,1 0,0 0,0 1,1 0,-1 1,1 0,0 0,0 1,0 0,0 1,5-1,40-5,1 2,-1 2,39 4,-70-1,192 4,59 2,62 0,55-1,1492 2,-1581-11,-1-12,-1-14,-1-13,57-25,-43-20,-5-15,50-34,-141 59,-210 75,1 1,-1-1,1 2,0-1,0 1,0 0,0 0,-1 1,1 1,0-1,0 1,0 0,0 1,0 0,-1 0,1 0,1 2,13 10,0 1,-2 2,0 0,0 0,-2 2,0 1,-2 0,12 18,-23-32,107 154,-7 6,-8 4,56 137,73 190,-22 10,-22 7,6 114,-87-248,-17 4,-16 7,-55-294,-3-1,-4 72,-5-160,-1-1,1 0,-1 0,-1 1,0-1,0 0,0 0,-1 0,0 0,0 0,-1 0,1 0,-2-1,1 0,-1 1,0-1,0 0,0-1,-1 1,0-1,-4 3,-13 5,-2-1,1-2,-1 0,-1-2,1 0,-1-2,-1 0,1-2,-1-1,0-1,0-2,-15-1,26 2,-948 58,534-33,-88-3,-78-6,-71-6,388-8,-2500 58,2472-44,121 2,83-1</inkml:trace>
  <inkml:trace contextRef="#ctx0" brushRef="#br0" timeOffset="100443.672">12416 8049,'10'19,"-1"0,-1 0,-1 1,0 1,-2-1,3 19,3 10,138 484,37 160,-133-428,4 132,-54-370,0-13,-1 1,0-1,-1 1,-1-1,0 1,-1-1,-1 1,0-1,0 1,-2-1,-3 10,5-22,0 1,0-1,0 0,0 0,-1-1,1 1,-1 0,1-1,-1 1,0-1,1 0,-1 0,0 0,0 0,0 0,0-1,0 0,0 1,0-1,0 0,0 0,0 0,1-1,-1 1,0-1,0 0,0 0,0 0,0 0,1 0,-1 0,0-1,1 1,-1-1,1 0,0 0,0 0,-1 0,1 0,-1-2,-99-78,-41-61,5-6,-33-57,31 30</inkml:trace>
  <inkml:trace contextRef="#ctx0" brushRef="#br0" timeOffset="100734.747">11702 8819,'69'85,"261"349,463 640,-770-1043,-10-11,2 0,0 0,2-2,0 0,0-1,19 13,-33-28,-1 0,1 0,0-1,0 1,0-1,0 0,0 0,0 0,1 0,-1 0,0-1,0 1,1-1,-1 0,0 0,0 0,1-1,-1 1,0-1,0 0,0 0,1 0,-1 0,0 0,0-1,-1 1,1-1,0 0,0 0,-1 0,2-1,58-87,138-297,-154 309,-8 15</inkml:trace>
  <inkml:trace contextRef="#ctx0" brushRef="#br0" timeOffset="101255.241">13329 9989,'0'895,"11"-746,-10-145,0 0,0 0,1 0,-1 0,1-1,0 1,0 0,0-1,1 1,-1-1,1 0,0 0,0 0,0 0,0-1,1 1,-1-1,1 1,-1-1,1-1,0 1,0 0,0-1,0 0,0 0,0 0,4 0,111-15,-65-4,-2-3,0-2,-1-2,-2-3,32-23,-72 46,0-1,-1 0,0 0,0-1,0 0,-1-1,0 1,-1-1,1-1,-2 1,1-1,-1 0,0 0,-1-1,0 1,-1-1,0 0,0 0,0-7,0-26</inkml:trace>
  <inkml:trace contextRef="#ctx0" brushRef="#br0" timeOffset="101854.645">13985 10074,'15'24,"-2"1,-1 0,-1 0,-2 1,0 0,-2 1,1 6,5 14,50 222,-3 55,-36-222,-17-113,-15-231,4 166,-5-477,32 405,-22 143,1 0,0 0,0 1,1-1,-1 1,1 0,0-1,0 1,0 0,1 1,-1-1,1 1,0-1,0 1,0 0,0 1,1-1,-1 1,1-1,0 2,-1-1,1 0,0 1,0 0,0 0,0 0,2 1,-2-1,0 1,-1 0,1 0,0 0,0 1,-1 0,1 0,0 0,-1 0,1 1,-1 0,0 0,1 0,-1 0,0 1,0 0,0-1,-1 1,1 1,-1-1,1 1,-1-1,0 1,-1 0,1 0,-1 0,1 0,-1 0,0 1,-1-1,1 1,-1 0,0 0,5 21,-1 1,-2-1,-1 1,-1 0,-1 0,-1 0,-2 8,1-29,1 0,-1 0,0 0,0 0,0-1,-1 1,0-1,0 0,-1 1,1-1,-1-1,0 1,0 0,-1-1,1 0,-1 0,0 0,0-1,0 0,-1 0,1 0,-1 0,0-1,0 0,0 0,0-1,0 0,0 0,0 0,0 0,0-1,-2 0,-28 2</inkml:trace>
  <inkml:trace contextRef="#ctx0" brushRef="#br0" timeOffset="102164.584">14728 10018,'0'9,"5"24,6 24,6 38,1 16,1 4,13 3,0-15,0-15,-5-18,-13-20,-13-29,-7-27,-2-28,-1-7</inkml:trace>
  <inkml:trace contextRef="#ctx0" brushRef="#br0" timeOffset="102493.446">14841 10332,'0'-5,"0"-7,5-5,16-1,15-6,15 1,8-1,0 3,9-8,3-5,3 4,-5 2,-10 0,-15 6</inkml:trace>
  <inkml:trace contextRef="#ctx0" brushRef="#br0" timeOffset="102874.106">15069 10532,'5'5,"12"-3,21-17,20-11,9-10,23-4,0-1,-9 8,-15 8,-18 10</inkml:trace>
  <inkml:trace contextRef="#ctx0" brushRef="#br0" timeOffset="103162.134">16040 10303,'5'0,"7"9,0 14,-1 27,-3 19,-2 13,-3 6,-1-1,-2-6,0-2,0-10,-1-12,1-6,-5-6,-2-11</inkml:trace>
  <inkml:trace contextRef="#ctx0" brushRef="#br0" timeOffset="103607.565">14498 11388,'10'15,"13"14,7 7,4 2,-4 0,-8-2,-7-2,-1-2,-3-6</inkml:trace>
  <inkml:trace contextRef="#ctx0" brushRef="#br0" timeOffset="103980.274">14756 11188,'0'-5,"0"-6,0-11,0-2</inkml:trace>
  <inkml:trace contextRef="#ctx0" brushRef="#br0" timeOffset="104824.664">15128 11702,'28'116,"-28"-116,0-1,0 1,0-1,0 1,0-1,0 1,1-1,-1 1,0 0,0-1,0 1,1-1,-1 1,0 0,1-1,-1 1,0 0,1-1,-1 1,0 0,1-1,-1 1,0 0,1 0,-1 0,1-1,-1 1,1 0,-1 0,0 0,1 0,-1 0,1 0,-1 0,1 0,-1 0,1 0,-1 0,1 0,-1 0,0 0,1 0,-1 0,1 1,-1-1,1 0,-1 0,0 0,1 1,-1-1,1 0,-1 1,0-1,0 0,1 1,-1-1,11-191,-13 158,2 0,2 0,0 1,3-1,5-23,-9 52,0 0,1 0,-1 0,1 0,0 0,0 0,0 1,1-1,-1 1,1-1,0 1,0 0,0 0,0 0,0 0,1 1,-1 0,1-1,0 1,0 0,0 1,0-1,0 1,0 0,0 0,0 0,1 0,-1 1,0-1,0 1,1 0,-1 1,7 0,-1 0,1 1,-1 0,0 1,1 0,-1 1,-1 0,1 0,-1 1,1 0,-1 1,5 4,17 19,-1 1,-2 1,-1 2,-1 0,-2 2,15 28,37 52,-72-110,-4-4,0 0,1 1,-1-1,0 0,1 1,0-1,-1 0,1 1,0-1,-1 0,1 0,0 0,0 0,0 0,0 0,0 0,0 0,0 0,1 0,-1-1,0 1,0 0,1-1,-1 1,0-1,1 0,-1 1,0-1,1 0,-1 0,1 0,-1 0,0 0,1 0,-1 0,1 0,-1 0,0-1,1 1,-1-1,0 1,1-1,15-105,-23-389,11 462,5 87,-9-48,65 299,39 84,-98-365,50 151,-42-152,-8-26,-10-40,-76-126,49 119</inkml:trace>
  <inkml:trace contextRef="#ctx0" brushRef="#br0" timeOffset="107473.488">15869 11616,'282'-16,"-237"8,-22 6,-1-2,1-1,-1-1,0 0,0-2,14-7,-31 12,-1 0,0-1,0 1,0-1,0 0,-1 0,1 0,-1 0,0 0,0-1,-1 1,1-1,-1 0,0 0,0 0,-1 0,0 0,1 0,-2 0,1-1,-1 1,1 0,-1-1,-1 1,1 0,-2-3,-4 65,1 381,6-486,2 14,-3 0,0 0,-3 0,-1 0,-1 0,-1 1,-7-16,13 49,1-1,-1 0,0 0,0 0,0 0,0 0,0 0,-1 0,1 0,0 0,0 0,-1 0,1 0,0 0,-1 0,1 0,-1 1,1-1,-1 0,0 0,1 1,-1-1,0 0,1 1,-1-1,0 0,0 1,0-1,1 1,-1-1,0 1,0 0,0-1,0 1,0 0,0 0,0 0,0 0,0-1,0 1,0 1,0-1,0 0,0 0,0 0,0 0,-17 48,10 13,3 1,2 0,4 36,-1-92,-1 0,1 0,0 0,1 0,-1 0,1 0,0 0,1 0,-1 0,1-1,0 1,1 0,0-1,-1 0,2 1,-1-1,1 0,-1-1,1 1,1-1,-1 1,0-1,1-1,0 1,3 1,2-3,0-1,0-1,0 1,0-2,0 1,0-1,0-1,-1 0,1 0,0-1,-1 0,0-1,0 0,0 0,0-1,0 0,-1-1,0 0,3-3,11-11,-1-1,-1-1,-1-1,0-1,-2 0,-1-2,-1 1,-1-2,-1 0,-2-1,-1 0,-1-1,-1 0,-1 0,0-15,5-89,-13 118,0 29,-5 495,8-864,8 300,-10 55,1-1,-1 1,0-1,0 1,0-1,1 1,-1-1,0 1,0 0,1-1,-1 1,0 0,1-1,-1 1,1 0,-1-1,0 1,1 0,-1-1,1 1,-1 0,1 0,-1 0,1 0,-1-1,1 1,-1 0,1 0,-1 0,1 0,-1 0,1 0,-1 0,1 0,-1 0,1 1,-1-1,1 0,-1 0,1 0,-1 1,1-1,-1 0,0 0,1 1,-1-1,1 0,-1 1,0-1,1 0,-1 1,0-1,1 1,-1-1,29 61,15 93,-7 2,-7 2,-1 47,13 100,-13 2,-11 182,-37-302,17-180,0 1,0-1,-1 0,0 0,0-1,0 1,-1 0,0-1,0 0,-1 0,1 0,-2-1,1 0,0 0,-1 0,0 0,0-1,0 0,-1 0,1-1,-1 0,0 0,-6 1,-3-1,0 0,0-2,0 0,0-1,0-1,0 0,0-1,0-1,-5-1,16 1,0 1,0-1,0 0,0 0,1-1,-1 1,1-1,0 0,0 0,0-1,1 1,-1-1,1 0,0 0,0 0,1 0,0 0,0-1,0 1,0-1,1 1,0-1,0 1,0-1,1 0,0 0,0 1,1-1,0-3,0-31,3 0,1 1,1-1,3 2,1-1,2 1,1 0,2 1,2 1,1 1,13-19,32-75,-9 2,-5-3,-6-1,-6-3,-6-1,-6-1,-4-10,4-188,-13-118,0 279,-12 174,0-1,1 0,-1 1,1-1,-1 1,1-1,-1 0,1 0,-1 1,1-1,-1 0,1 0,-1 1,1-1,0 0,-1 0,1 0,-1 0,1 0,0 0,-1 0,1 0,-1 0,1 0,-1 0,1-1,0 1,-1 0,1 0,-1 0,1-1,-1 1,1 0,-1-1,1 1,-1 0,1-1,-1 1,0-1,1 1,-1-1,0 1,1-1,-1 1,0-1,1 1,-1-1,0 1,0-1,50 190,11 8,47 95,64 217,-169-503,41 81,-43-85,0 0,1-1,-1 1,0 0,1 0,-1-1,1 1,0 0,-1-1,1 0,0 1,0-1,0 0,0 0,0 0,0 0,0-1,0 1,0 0,1-1,-1 1,0-1,0 0,1 0,-1 0,0 0,0 0,1-1,-1 1,0-1,0 1,0-1,0 0,0 1,1-1,-1-1,-1 1,3-1,5-7,0 0,0-1,-1-1,-1 1,1-1,-2 0,1-1,-2 0,0 0,0 0,0-3,22-76,-3-2,-5-1,-4 0,-4-1,-1-60,-18 678,18-406,-10-118,0 1,0-1,0 1,0-1,0 1,0-1,0 0,0 1,1-1,-1 1,0-1,0 1,1-1,-1 1,0 0,1-1,-1 1,0-1,1 1,-1-1,1 1,-1 0,1-1,-1 1,1 0,-1 0,1-1,-1 1,1 0,-1 0,1 0,-1 0,1 0,0 0,-1 0,1 0,-1 0,1 0,-1 0,1 0,0 0,-1 0,1 0,-1 0,1 1,-1-1,1 0,-1 0,1 1,-1-1,1 0,-1 1,0-1,1 0,-1 1,1-1,-1 1,0-1,1 1,74-347,-55 316,-2 44,5 54,-9-3,-11-40,2 0,0 0,2-1,1 0,1-1,1 0,1 0,5 8,-15-30,-1 0,1 1,-1-1,1 0,0 1,0-1,0 0,0 0,0 0,0 0,0 0,0 0,0 0,0 0,1 0,-1 0,0-1,1 1,-1-1,0 1,1-1,-1 1,1-1,-1 0,1 1,-1-1,1 0,-1 0,1 0,-1 0,1-1,-1 1,1 0,-1-1,0 1,1-1,-1 1,1-1,-1 1,0-1,0 0,1 0,-1 0,0 0,0 0,0 0,41-65,-37 56,16-48,-2 0,-3-2,-3 1,-2-2,-3 0,-2 0,-3 0,-4-26,2 77,2-333,-15 1,-21-67,10 225,14 169,3 39,6 247,3-220,64 589,-60-579,2 0,4-1,1-1,4 0,1-1,4-2,29 55,-51-107,0 0,0-1,1 1,-1 0,1-1,0 1,0-1,0 0,1 0,-1 1,1-2,0 1,-1 0,1 0,0-1,1 0,-1 1,0-1,1-1,-1 1,1 0,0-1,-1 0,1 0,0 0,0 0,0 0,0-1,0 0,0 0,0 0,0 0,-1-1,1 1,0-1,0 0,0 0,0 0,-1-1,1 1,-1-1,1 0,14-20</inkml:trace>
  <inkml:trace contextRef="#ctx0" brushRef="#br0" timeOffset="108295.674">19066 11188,'-10'0,"-13"0,-26 14,-11 6,1 3,6-1,6-1,7-3,5-5,3-5,3 2,7 3,6 1</inkml:trace>
  <inkml:trace contextRef="#ctx0" brushRef="#br0" timeOffset="108781.224">19265 11330,'-46'35,"33"-16,1 2,1-1,1 2,0-1,2 1,1 1,0-1,2 1,0 0,2 1,0-1,2 0,1 24,0-37,-4 431,4-426,-2-11,1 1,1-1,-1 0,1 1,-1-1,1 1,0-1,1 1,-1-1,1 1,0-1,0 0,1 1,-1-1,1 0,0 0,0 0,0 0,0 0,1-1,-1 1,1-1,0 1,0-1,1 0,-1 0,1 0,0 0,0-5,-1 1,1-1,-1 0,1 0,-1 0,0 0,0-1,0 1,0-1,0 0,-1 0,1 0,-1 0,0 0,0-1,0 1,0 0,-1-1,1 0,-1 1,0-1,0 0,0 0,-1 0,1 1,-1-3,5-25,-1 0,-1 0,-2 0,-1-1,-2 1,-1 0,-1-1,-2 2,-1-1,-1 1,-11-24,-11-35</inkml:trace>
  <inkml:trace contextRef="#ctx0" brushRef="#br0" timeOffset="109149.076">19493 11188,'26'61,"-2"1,-4 1,-2 1,-2 0,-4 2,-3-1,-1 16,-5 75,-3-157,0 0,-1 1,1-1,0 0,0 0,-1 1,1-1,0 0,-1 1,1-1,0 0,-1 1,1-1,-1 1,1-1,-1 1,0-1,1 1,-1-1,1 1,-1 0,0-1,1 1,-1 0,0-1,0 1,1 0,-1 0,0 0,1 0,-1-1,0 1,0 0,1 0,-1 1,0-1,0 0,1 0,-1 0,0 0,0 1,1-1,-1 0,0 1,1-1,-1 0,0 1,1-1,-1 1,1-1,-1 1,1-1,-1 1,1 0,-1-1,1 1,0-1,-1 2,-9-38,2 0,1 0,1 0,3-1,0-10,1 20,-5-58,3-1,4 0,8-48,-2 93</inkml:trace>
  <inkml:trace contextRef="#ctx0" brushRef="#br0" timeOffset="112468.978">7536 1685,'-6'-17,"-1"-1,-1 1,0 0,-1 1,-1 0,-1 1,0 0,-1 0,0 1,-1 1,-1 0,-7-10,-114-123,-5 6,-94-68,155 145,-3 4,-2 3,-3 4,-2 4,-1 4,-8 2,-90-20,-2 9,-3 8,-102-7,196 35,-120-24,-1 10,-1 10,-107 7,274 17,0 3,1 2,0 2,0 2,2 3,-1 1,2 3,-36 20,-5 8,2 5,2 3,3 3,-7 12,50-38,1 1,2 1,1 3,1 0,3 3,1 1,2 1,2 1,1 2,3 1,2 0,2 2,1 2,-7 68,6 2,4 0,6 1,5 0,11 117,-5-146,6 463,-6-505,3 1,2-1,1-1,3 1,2-1,3-1,1-1,2 0,21 35,6-9,3-2,4-3,2-2,3-3,3-2,2-2,3-4,2-2,3-3,2-4,34 16,-23-23,1-4,2-3,2-4,0-4,2-4,0-4,1-3,0-5,1-4,0-3,-1-5,35-8,100-14,-2-11,-1-9,-3-10,109-47,-122 34,-2-9,157-87,-308 138,-2-2,-1-2,-2-3,-1-1,-1-3,-3-2,-1-1,-2-3,-2-1,-2-2,-2-1,-2-2,-2-1,-3-2,17-43,-13-16,-4-1,-5-2,-6 0,-4-1,-5 0,-6-1,-8-61,5 101,-3-1,-3 1,-4 0,-3 1,-4 1,-2 0,-4 1,-3 2,-4 0,-2 3,-33-51,34 70,-1 0,-3 2,-2 2,-2 2,-2 1,-2 2,-1 2,-2 2,-2 3,-1 1,-1 3,-2 1,-53-19,-1 20,-1 4,-1 5,0 4,-1 6,-1 4,-78 8,158-3,-67 0,-88-2,-1 9,-31 11,160-8,1 2,1 3,0 3,1 2,1 2,1 3,1 1,2 4,-12 9,-30 24</inkml:trace>
  <inkml:trace contextRef="#ctx0" brushRef="#br0" timeOffset="116193.867">14642 3196,'-297'237,"-363"277,640-498,0 2,1 0,0 1,2 1,1 1,0 0,-4 11,-148 306,155-314,2 1,1 1,1 0,1 0,1 1,1 0,2 0,1 0,0 0,3 23,5-23,2 0,1-1,1 0,1-1,1 0,2 0,0-1,2-1,0 0,2-1,0-1,1 0,5 2,55 60,4-4,3-3,4-4,2-5,22 9,-15-13,2-4,3-5,3-5,1-4,2-4,60 10,-51-32,-114-19,0 0,0-1,1 0,-1 1,0-2,0 1,0 0,0-1,0 0,0 0,0 0,-1 0,1 0,-1-1,0 0,1 0,-1 0,0 0,-1 0,1 0,-1-1,1 1,-1-1,0 0,0 0,20-58</inkml:trace>
  <inkml:trace contextRef="#ctx0" brushRef="#br0" timeOffset="116733.836">14243 4881,'260'1,"507"-13,182-58,519-87,-528 67,-565 33,-359 54,0 1,0-1,0-1,0 0,0-2,-1 1,0-2,0 0,5-4,-18 9,0 0,0 1,-1-1,1-1,-1 1,1 0,-1 0,0-1,0 1,0 0,0-1,0 1,0-1,-1 1,1-1,-1 0,0 1,0-1,0 1,0-1,0 0,0 1,-1-1,1 1,-1-1,0 1,0-1,0 1,0-1,0 1,0 0,-1 0,1-1,-1 1,1 0,-1 0,0 1,0-1,0 0,0 0,0 1,0 0,-1-1,1 1,0 0,-1 0,-1 0,-141-96,66 47</inkml:trace>
  <inkml:trace contextRef="#ctx0" brushRef="#br0" timeOffset="117334.698">17296 2941,'54'23,"329"121,-117-20,499 252,-538-242,84 74,-298-200,5 2,0 0,0 2,-1 0,-1 1,0 0,-1 1,0 1,-1 1,-1 0,0 0,-1 1,-1 1,-1 0,0 1,-2 0,0 0,-1 1,1 6,-4 240,-6-228,-3 0,-1-1,-1 1,-3-1,0-1,-3 0,-1 0,-1-1,-5 4,-241 443,-55 34,233-361,72-116,20-27,100-63,-10 3,7-4</inkml:trace>
  <inkml:trace contextRef="#ctx0" brushRef="#br0" timeOffset="120423.708">28997 1085,'4'54,"1"-1,3 1,3-1,7 22,-2-8,13 58,-6 1,-5 1,-2 62,-41-368,-41-360,66 527,-2 8,1 0,-1-1,1 1,1-1,-1 1,1-1,-1 1,1-1,1 1,-1-1,1 0,-1 1,1-1,1 1,-1 0,1-1,-1 1,1 0,0 0,1 0,-1 0,1 0,0 1,-1-1,2 1,-1 0,0 0,1 0,-1 0,1 0,3-1,3 5,0 0,0 0,0 1,-1 1,1-1,0 2,-1-1,1 1,-1 1,0 0,8 5,27 22,-2 1,0 2,-3 1,-1 3,-2 1,-1 1,12 22,-14-22,172 240,-6 12,-149-215,-51-58,-10-8</inkml:trace>
  <inkml:trace contextRef="#ctx0" brushRef="#br0" timeOffset="120821.83">29140 2313,'5'0,"11"0,18 0,26 0,24 0,36 0,16 0,20 0,12 0,-3-5,-20-6,-15-7,-20 0,-29-1,-13-8,-9 1,-10 5,-12 6</inkml:trace>
  <inkml:trace contextRef="#ctx0" brushRef="#br0" timeOffset="121433.809">32165 2797,'136'0,"50"0,-3 5,-31 6,-48 7,-55 4,-36-1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9988-C33A-45D8-81D6-5F3C18516332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B8C3-5750-4B0B-952D-5E2DC301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6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3427-432F-4650-A882-E577BBBFE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E6FAB-F605-4408-A90B-34EBA7017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23AC7-860D-42B3-B7F1-55AC342A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6E70-A444-411F-8F0B-1BBBE7BA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E794-F6F7-4400-B881-669EF27E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Texas Instruments | Electronic Design">
            <a:extLst>
              <a:ext uri="{FF2B5EF4-FFF2-40B4-BE49-F238E27FC236}">
                <a16:creationId xmlns:a16="http://schemas.microsoft.com/office/drawing/2014/main" id="{154A5028-F548-4B1F-B348-BF010181218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6" b="26405"/>
          <a:stretch/>
        </p:blipFill>
        <p:spPr bwMode="auto">
          <a:xfrm>
            <a:off x="10074965" y="6191451"/>
            <a:ext cx="1951383" cy="5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56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1DF9-1A1C-4A4C-8F24-877050C7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9508-609C-4291-A886-51F0769D5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77CD-3EE3-48C7-A8F8-210F697C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8E3F-1378-43D4-9858-0D2040F4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B8401-9354-4582-BF8B-8251B021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0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3C93-8924-4F9E-BC6B-7E2B4E787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7C0FD-2679-45BB-97CD-8C5E1F1B9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3EEC-2F73-4214-868B-C174A4D7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AECCA-2D7A-424A-BA20-D991CFF3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6D78B-138A-46D9-AA5C-E7B7F9DF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0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C7F0-A5FD-4783-9471-4B34DA2E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67878-A270-4279-A0FD-2894EE071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09080-7D4B-41AC-902C-319C0CE65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C0744-719C-4DEA-8F91-3A95B7F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886D9-E4E6-4B28-B5D2-88FC6B1D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A2836-57F9-4F3F-880B-ADC85760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7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44E3-6EDD-482D-8399-7188DACB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00277-1DA9-43BA-8A54-5058A95F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2BC2F-73B8-4463-9F45-D6BD8B27E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1E77B-9326-4B29-9107-095E2D810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427A6-2330-4545-BDF3-8DF48A300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DD895-2712-4911-8096-F93F1F5E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98D30-A354-4F9A-96B4-63C5DFAD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B02B2-7B97-4275-9439-B873ECE4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7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D252-EEA8-4B71-B4C4-FA89485B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CB978-21CB-456D-991D-083B4D8A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70E4A-3EE6-4673-B4C0-1F6356AB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489F9-44CB-4630-90E2-3F14EAE3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4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80709-75D5-418C-984D-B787F399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34E4C-A427-43C9-8E67-DD9FED31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87E8-3524-4250-BC12-627E8480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Texas Instruments | Electronic Design">
            <a:extLst>
              <a:ext uri="{FF2B5EF4-FFF2-40B4-BE49-F238E27FC236}">
                <a16:creationId xmlns:a16="http://schemas.microsoft.com/office/drawing/2014/main" id="{CA7BEA51-7A45-47B5-ADD2-8C184AFC3B0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6" b="26405"/>
          <a:stretch/>
        </p:blipFill>
        <p:spPr bwMode="auto">
          <a:xfrm>
            <a:off x="9982200" y="6191451"/>
            <a:ext cx="1951383" cy="5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08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4143-E082-46F0-8CB7-18C0F4A5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CDEB-8452-4E8A-8182-B5E859616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9A5E-2A2C-42A0-BF4F-E24076520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31A3D-D5F5-4509-8255-297591E7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972F1-13A4-4868-B416-2FF265CC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18213-11EC-45B0-9400-91379BD0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8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92CD-A756-4BA6-A5FF-10A96526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4B634-FB59-471F-99D2-6443F78A5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6B381-C1E6-4005-AB7F-07FAFA16E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012F0-01E4-46CC-9F2B-550AF0EE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14A87-21B9-4451-8FC5-CA51AA4E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31858-2DCB-4CF5-8D70-4F1389F5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3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A275-2250-4AC3-A4FA-5FA93E1D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96B0D-3D45-47D3-A880-F39A35E85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7598-9DE2-4B71-8AFE-EF6038A2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C96AF-761A-489D-8FDB-62E102E7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01410-5742-4295-B691-A9031A46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076D2-A02F-4A9D-BC6C-A05071B9B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C433D-78F3-456F-A446-E256ECFA0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4AE1D-0BDC-4C9A-A805-6C555296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E0292-83EA-411E-8D47-0B771787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DF89-54CA-46AE-B3C5-BB18D3DF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6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EA409-944F-4BCC-B25D-6E7AB4E4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F91BD-9189-4045-9460-9CE53CCF1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08C7-CD4B-44E6-928D-BA54C817C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01E0B-D136-4D04-8D92-941FA6EC0496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FB55B-79D0-4FDE-A69D-D03E36323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DFD5-300C-4303-AC2E-FF24D3B84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0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6.png"/><Relationship Id="rId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5.png"/><Relationship Id="rId4" Type="http://schemas.openxmlformats.org/officeDocument/2006/relationships/customXml" Target="../ink/ink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5760-9EF8-47C0-9934-25C8CE4F2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146277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Day 8</a:t>
            </a:r>
            <a:br>
              <a:rPr lang="en-US" sz="5400" dirty="0"/>
            </a:br>
            <a:r>
              <a:rPr lang="en-US" sz="5400" dirty="0"/>
              <a:t>12 June, 2024</a:t>
            </a:r>
          </a:p>
        </p:txBody>
      </p:sp>
    </p:spTree>
    <p:extLst>
      <p:ext uri="{BB962C8B-B14F-4D97-AF65-F5344CB8AC3E}">
        <p14:creationId xmlns:p14="http://schemas.microsoft.com/office/powerpoint/2010/main" val="347362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BB29D4-9617-4DDE-BA56-D285E622E3E6}"/>
              </a:ext>
            </a:extLst>
          </p:cNvPr>
          <p:cNvSpPr txBox="1"/>
          <p:nvPr/>
        </p:nvSpPr>
        <p:spPr>
          <a:xfrm>
            <a:off x="66675" y="200025"/>
            <a:ext cx="4505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RC Circuit response to pulse inputs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44CFF5-F9D5-4E69-9095-72D92A9F7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1" y="1197947"/>
            <a:ext cx="5958084" cy="3031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2CCDC-DD10-4B94-ABA5-F291DFE89951}"/>
              </a:ext>
            </a:extLst>
          </p:cNvPr>
          <p:cNvSpPr txBox="1"/>
          <p:nvPr/>
        </p:nvSpPr>
        <p:spPr>
          <a:xfrm>
            <a:off x="66675" y="714375"/>
            <a:ext cx="709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Case 1: T (of the pulse) &gt;&gt; time constant of the RC 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906B8-70EB-4F1D-A8E0-FFF01C833F91}"/>
              </a:ext>
            </a:extLst>
          </p:cNvPr>
          <p:cNvSpPr txBox="1"/>
          <p:nvPr/>
        </p:nvSpPr>
        <p:spPr>
          <a:xfrm>
            <a:off x="6848474" y="1083706"/>
            <a:ext cx="47910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time constant of the RC network is quite small compared to the time period of the input pulse, hence it quickly charges to 10 V in the on cycle of the pulse, and discharges to 0 V in the off cycle of the pulse.</a:t>
            </a:r>
          </a:p>
          <a:p>
            <a:pPr marL="285750" indent="-285750">
              <a:buFontTx/>
              <a:buChar char="-"/>
            </a:pPr>
            <a:r>
              <a:rPr lang="en-US" dirty="0"/>
              <a:t>Since it’s a low pass filter, sharp transitions in the input are rejected by the filter.</a:t>
            </a:r>
          </a:p>
          <a:p>
            <a:pPr marL="285750" indent="-285750">
              <a:buFontTx/>
              <a:buChar char="-"/>
            </a:pPr>
            <a:r>
              <a:rPr lang="en-US" dirty="0"/>
              <a:t>Here, T&gt;&gt;RC </a:t>
            </a:r>
            <a:r>
              <a:rPr lang="en-US" dirty="0">
                <a:sym typeface="Wingdings" panose="05000000000000000000" pitchFamily="2" charset="2"/>
              </a:rPr>
              <a:t> 1/T &lt;&lt; 1/RC  Most of the harmonic components appear below the cutoff frequency of the LPF, hence, the output resembles the input quite well. (1/1+sRC is 1 for most of frequencies)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Across the resistor, the TF is sRC/1+sRC. It acts like a differentiator.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FAD1D3-D4F0-4AC7-B0A0-E4ED8313BD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8" r="2051" b="1639"/>
          <a:stretch/>
        </p:blipFill>
        <p:spPr>
          <a:xfrm>
            <a:off x="187101" y="4229101"/>
            <a:ext cx="5466874" cy="259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7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CBFDD6-FE83-410F-AA69-1D1118F4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6" y="721505"/>
            <a:ext cx="11254198" cy="5414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91BCE4-7634-4D1A-A644-232A92D2FCA5}"/>
              </a:ext>
            </a:extLst>
          </p:cNvPr>
          <p:cNvSpPr txBox="1"/>
          <p:nvPr/>
        </p:nvSpPr>
        <p:spPr>
          <a:xfrm>
            <a:off x="123826" y="250105"/>
            <a:ext cx="1924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Result obtained:</a:t>
            </a:r>
          </a:p>
        </p:txBody>
      </p:sp>
    </p:spTree>
    <p:extLst>
      <p:ext uri="{BB962C8B-B14F-4D97-AF65-F5344CB8AC3E}">
        <p14:creationId xmlns:p14="http://schemas.microsoft.com/office/powerpoint/2010/main" val="413812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F82917-E317-4206-98C0-4988C459078F}"/>
              </a:ext>
            </a:extLst>
          </p:cNvPr>
          <p:cNvSpPr/>
          <p:nvPr/>
        </p:nvSpPr>
        <p:spPr>
          <a:xfrm>
            <a:off x="0" y="148709"/>
            <a:ext cx="5943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2) Case 2: T (of the pulse) &lt;&lt; time constant of the RC network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0A042-79FC-42C0-AC69-36A999CF3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5" y="603766"/>
            <a:ext cx="6376821" cy="2910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72609C-6794-4900-82D8-9EFD08A16847}"/>
              </a:ext>
            </a:extLst>
          </p:cNvPr>
          <p:cNvSpPr txBox="1"/>
          <p:nvPr/>
        </p:nvSpPr>
        <p:spPr>
          <a:xfrm>
            <a:off x="6673965" y="771525"/>
            <a:ext cx="5410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Here, the time constant of the RC network is quite higher than the time period of the pulse, Hence complete charging to 10 V, or discharging to 0 V doesn’t happen.</a:t>
            </a:r>
          </a:p>
          <a:p>
            <a:pPr marL="285750" indent="-285750">
              <a:buFontTx/>
              <a:buChar char="-"/>
            </a:pPr>
            <a:r>
              <a:rPr lang="en-US" dirty="0"/>
              <a:t>Let’s calculate the expected values for first 2 cycles: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First half cycle , it rises to : 10(1 – e^(-0.1)) = 0.95 V.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Then, cap discharges from 0.95 V to 0.85 V in next 0.1ms.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then acts as initial voltage on cap, it charges to 1.72 V.</a:t>
            </a:r>
          </a:p>
          <a:p>
            <a:pPr marL="285750" indent="-285750">
              <a:buFontTx/>
              <a:buChar char="-"/>
            </a:pPr>
            <a:r>
              <a:rPr lang="en-US" dirty="0"/>
              <a:t>Rate of charging keeps decreasing, rate of discharging keeps increasing, and the two become equal in steady state.</a:t>
            </a:r>
          </a:p>
          <a:p>
            <a:pPr marL="285750" indent="-285750">
              <a:buFontTx/>
              <a:buChar char="-"/>
            </a:pPr>
            <a:r>
              <a:rPr lang="en-US" dirty="0"/>
              <a:t>Here, 1/T &gt;&gt; 1/RC, so in steady state, only the dc component should be passed well. (integrator for other freq. components)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43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F1B36E-1FBC-4FF0-A573-334CCE9FDA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0" r="3158" b="2688"/>
          <a:stretch/>
        </p:blipFill>
        <p:spPr>
          <a:xfrm>
            <a:off x="138556" y="625354"/>
            <a:ext cx="7124700" cy="6096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9CDE06-D175-4965-9FC8-922EB51CB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1" y="373803"/>
            <a:ext cx="4760583" cy="2936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1552AB-9233-4599-AB87-81D332B412A4}"/>
              </a:ext>
            </a:extLst>
          </p:cNvPr>
          <p:cNvSpPr txBox="1"/>
          <p:nvPr/>
        </p:nvSpPr>
        <p:spPr>
          <a:xfrm>
            <a:off x="138556" y="173748"/>
            <a:ext cx="1566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Result: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1B19A5-F7CA-40E7-AFD8-3549E67BB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861" y="3429000"/>
            <a:ext cx="4509644" cy="280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9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EDFC96-CD71-4536-B706-E8434FA1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07" y="695266"/>
            <a:ext cx="10625018" cy="53499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BAA6D3-3A91-48B6-83CF-09EFE1754040}"/>
              </a:ext>
            </a:extLst>
          </p:cNvPr>
          <p:cNvSpPr txBox="1"/>
          <p:nvPr/>
        </p:nvSpPr>
        <p:spPr>
          <a:xfrm>
            <a:off x="166807" y="180975"/>
            <a:ext cx="704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happens on changing the duty cycle of the waveform?</a:t>
            </a:r>
          </a:p>
        </p:txBody>
      </p:sp>
    </p:spTree>
    <p:extLst>
      <p:ext uri="{BB962C8B-B14F-4D97-AF65-F5344CB8AC3E}">
        <p14:creationId xmlns:p14="http://schemas.microsoft.com/office/powerpoint/2010/main" val="323812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558B4E-B927-4EDC-9783-1620377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24" y="504686"/>
            <a:ext cx="8912326" cy="60805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8D689-9AE0-4F31-9B7F-54F4B6535D0A}"/>
              </a:ext>
            </a:extLst>
          </p:cNvPr>
          <p:cNvSpPr txBox="1"/>
          <p:nvPr/>
        </p:nvSpPr>
        <p:spPr>
          <a:xfrm>
            <a:off x="9344025" y="1476375"/>
            <a:ext cx="2457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Steady state average value changes!</a:t>
            </a:r>
          </a:p>
        </p:txBody>
      </p:sp>
    </p:spTree>
    <p:extLst>
      <p:ext uri="{BB962C8B-B14F-4D97-AF65-F5344CB8AC3E}">
        <p14:creationId xmlns:p14="http://schemas.microsoft.com/office/powerpoint/2010/main" val="366210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415244D-D517-4F66-8CB0-6325C7F8AABD}"/>
                  </a:ext>
                </a:extLst>
              </p14:cNvPr>
              <p14:cNvContentPartPr/>
              <p14:nvPr/>
            </p14:nvContentPartPr>
            <p14:xfrm>
              <a:off x="420969" y="-55610"/>
              <a:ext cx="11797920" cy="6182058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415244D-D517-4F66-8CB0-6325C7F8AA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969" y="-64251"/>
                <a:ext cx="11815560" cy="61996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030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4A38082-A1A3-4F99-8CF8-73318FCDBF80}"/>
                  </a:ext>
                </a:extLst>
              </p14:cNvPr>
              <p14:cNvContentPartPr/>
              <p14:nvPr/>
            </p14:nvContentPartPr>
            <p14:xfrm>
              <a:off x="1006689" y="-43730"/>
              <a:ext cx="11045520" cy="6123378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4A38082-A1A3-4F99-8CF8-73318FCDBF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049" y="-52730"/>
                <a:ext cx="11063160" cy="61410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4842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C1C933D-DAA2-4991-B71E-FA5EE78B5B82}"/>
                  </a:ext>
                </a:extLst>
              </p14:cNvPr>
              <p14:cNvContentPartPr/>
              <p14:nvPr/>
            </p14:nvContentPartPr>
            <p14:xfrm>
              <a:off x="1006329" y="184870"/>
              <a:ext cx="11401920" cy="64299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C1C933D-DAA2-4991-B71E-FA5EE78B5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7689" y="176230"/>
                <a:ext cx="11419560" cy="644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915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702AF303-E377-4DFA-84C4-0B960BD4A468}"/>
                  </a:ext>
                </a:extLst>
              </p14:cNvPr>
              <p14:cNvContentPartPr/>
              <p14:nvPr/>
            </p14:nvContentPartPr>
            <p14:xfrm>
              <a:off x="-241071" y="-71810"/>
              <a:ext cx="12427560" cy="6561138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702AF303-E377-4DFA-84C4-0B960BD4A4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50071" y="-80810"/>
                <a:ext cx="12445199" cy="65787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5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7366B1-E0CA-4138-8C81-60B6A40E27A4}"/>
                  </a:ext>
                </a:extLst>
              </p14:cNvPr>
              <p14:cNvContentPartPr/>
              <p14:nvPr/>
            </p14:nvContentPartPr>
            <p14:xfrm>
              <a:off x="729489" y="433990"/>
              <a:ext cx="7887240" cy="202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7366B1-E0CA-4138-8C81-60B6A40E27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849" y="424990"/>
                <a:ext cx="7904880" cy="20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A206349-22F0-4018-B291-DEBCE690DA17}"/>
                  </a:ext>
                </a:extLst>
              </p14:cNvPr>
              <p14:cNvContentPartPr/>
              <p14:nvPr/>
            </p14:nvContentPartPr>
            <p14:xfrm>
              <a:off x="684129" y="3087910"/>
              <a:ext cx="1978560" cy="1579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A206349-22F0-4018-B291-DEBCE690DA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5489" y="3079270"/>
                <a:ext cx="1996200" cy="15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1EEB67D-A9D1-4AFD-A529-BD1A254D49E0}"/>
                  </a:ext>
                </a:extLst>
              </p14:cNvPr>
              <p14:cNvContentPartPr/>
              <p14:nvPr/>
            </p14:nvContentPartPr>
            <p14:xfrm>
              <a:off x="3587169" y="2789470"/>
              <a:ext cx="10173960" cy="3596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1EEB67D-A9D1-4AFD-A529-BD1A254D49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78529" y="2780829"/>
                <a:ext cx="10191600" cy="36144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953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5B46A94-86EE-4C1F-8552-26F9692D49D7}"/>
                  </a:ext>
                </a:extLst>
              </p14:cNvPr>
              <p14:cNvContentPartPr/>
              <p14:nvPr/>
            </p14:nvContentPartPr>
            <p14:xfrm>
              <a:off x="986529" y="215830"/>
              <a:ext cx="10954800" cy="63036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5B46A94-86EE-4C1F-8552-26F9692D49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7529" y="206831"/>
                <a:ext cx="10972440" cy="63212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168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4AAF254-38E7-4756-9C7F-5DA64570680E}"/>
                  </a:ext>
                </a:extLst>
              </p14:cNvPr>
              <p14:cNvContentPartPr/>
              <p14:nvPr/>
            </p14:nvContentPartPr>
            <p14:xfrm>
              <a:off x="1263729" y="1166230"/>
              <a:ext cx="10702800" cy="5698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4AAF254-38E7-4756-9C7F-5DA6457068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4729" y="1157590"/>
                <a:ext cx="10720439" cy="571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5922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784FF17-E667-4C9A-BEE3-AF86307707E4}"/>
                  </a:ext>
                </a:extLst>
              </p14:cNvPr>
              <p14:cNvContentPartPr/>
              <p14:nvPr/>
            </p14:nvContentPartPr>
            <p14:xfrm>
              <a:off x="1325289" y="3146368"/>
              <a:ext cx="4358160" cy="966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784FF17-E667-4C9A-BEE3-AF86307707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6648" y="3137368"/>
                <a:ext cx="4375801" cy="9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23A7272-435C-4B48-B313-F615B7FAB5B2}"/>
                  </a:ext>
                </a:extLst>
              </p14:cNvPr>
              <p14:cNvContentPartPr/>
              <p14:nvPr/>
            </p14:nvContentPartPr>
            <p14:xfrm>
              <a:off x="1273449" y="4310968"/>
              <a:ext cx="4255200" cy="21337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23A7272-435C-4B48-B313-F615B7FAB5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4808" y="4302328"/>
                <a:ext cx="4272841" cy="21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99FABF1-6A22-4048-87CE-DFB5A4BD18EB}"/>
                  </a:ext>
                </a:extLst>
              </p14:cNvPr>
              <p14:cNvContentPartPr/>
              <p14:nvPr/>
            </p14:nvContentPartPr>
            <p14:xfrm>
              <a:off x="143409" y="81910"/>
              <a:ext cx="5080680" cy="2874378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99FABF1-6A22-4048-87CE-DFB5A4BD18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768" y="72911"/>
                <a:ext cx="5098321" cy="2892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E39E1DB-4C84-4474-91D3-C65FE59FDDEA}"/>
                  </a:ext>
                </a:extLst>
              </p14:cNvPr>
              <p14:cNvContentPartPr/>
              <p14:nvPr/>
            </p14:nvContentPartPr>
            <p14:xfrm>
              <a:off x="6036969" y="-257930"/>
              <a:ext cx="5974200" cy="7064778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E39E1DB-4C84-4474-91D3-C65FE59FDD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28329" y="-266930"/>
                <a:ext cx="5991840" cy="70824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538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F9621C4-3868-42D5-BDC8-8F2A72FC5CC9}"/>
                  </a:ext>
                </a:extLst>
              </p14:cNvPr>
              <p14:cNvContentPartPr/>
              <p14:nvPr/>
            </p14:nvContentPartPr>
            <p14:xfrm>
              <a:off x="399369" y="211150"/>
              <a:ext cx="10590480" cy="64911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F9621C4-3868-42D5-BDC8-8F2A72FC5C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369" y="202510"/>
                <a:ext cx="10608120" cy="65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21B38BA-F823-43C0-BC3E-A73E90BE5731}"/>
                  </a:ext>
                </a:extLst>
              </p14:cNvPr>
              <p14:cNvContentPartPr/>
              <p14:nvPr/>
            </p14:nvContentPartPr>
            <p14:xfrm>
              <a:off x="1011009" y="3468790"/>
              <a:ext cx="573120" cy="10753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21B38BA-F823-43C0-BC3E-A73E90BE57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2369" y="3459790"/>
                <a:ext cx="590760" cy="10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CD51E94-C6C0-463F-9C91-1EA68F144BD4}"/>
                  </a:ext>
                </a:extLst>
              </p14:cNvPr>
              <p14:cNvContentPartPr/>
              <p14:nvPr/>
            </p14:nvContentPartPr>
            <p14:xfrm>
              <a:off x="8189769" y="3398230"/>
              <a:ext cx="2569680" cy="33696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CD51E94-C6C0-463F-9C91-1EA68F144B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80769" y="3389230"/>
                <a:ext cx="2587320" cy="33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61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3FEBD0D-7BA0-4709-8CBD-5D7FF269A70B}"/>
                  </a:ext>
                </a:extLst>
              </p14:cNvPr>
              <p14:cNvContentPartPr/>
              <p14:nvPr/>
            </p14:nvContentPartPr>
            <p14:xfrm>
              <a:off x="2147169" y="5437990"/>
              <a:ext cx="514800" cy="417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3FEBD0D-7BA0-4709-8CBD-5D7FF269A7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8529" y="5429350"/>
                <a:ext cx="53244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4EAC1BA-42A3-4EFC-A37F-25F501AADDA8}"/>
                  </a:ext>
                </a:extLst>
              </p14:cNvPr>
              <p14:cNvContentPartPr/>
              <p14:nvPr/>
            </p14:nvContentPartPr>
            <p14:xfrm>
              <a:off x="1294689" y="2021590"/>
              <a:ext cx="9171720" cy="3288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4EAC1BA-42A3-4EFC-A37F-25F501AADD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5689" y="2012590"/>
                <a:ext cx="9189360" cy="330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214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EC9DF51-E734-46BC-9329-AF6A60F92531}"/>
                  </a:ext>
                </a:extLst>
              </p14:cNvPr>
              <p14:cNvContentPartPr/>
              <p14:nvPr/>
            </p14:nvContentPartPr>
            <p14:xfrm>
              <a:off x="985364" y="342190"/>
              <a:ext cx="7570440" cy="3587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EC9DF51-E734-46BC-9329-AF6A60F925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6364" y="333190"/>
                <a:ext cx="7588080" cy="36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80DA7D7-B145-4116-A993-C8A9F8E005B6}"/>
                  </a:ext>
                </a:extLst>
              </p14:cNvPr>
              <p14:cNvContentPartPr/>
              <p14:nvPr/>
            </p14:nvContentPartPr>
            <p14:xfrm>
              <a:off x="9185444" y="100630"/>
              <a:ext cx="2098440" cy="2438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80DA7D7-B145-4116-A993-C8A9F8E00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6444" y="91630"/>
                <a:ext cx="2116080" cy="245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144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28A35D0-ACFE-4567-9959-06441317285C}"/>
                  </a:ext>
                </a:extLst>
              </p14:cNvPr>
              <p14:cNvContentPartPr/>
              <p14:nvPr/>
            </p14:nvContentPartPr>
            <p14:xfrm>
              <a:off x="1166084" y="139510"/>
              <a:ext cx="11646720" cy="5349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28A35D0-ACFE-4567-9959-0644131728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7084" y="130870"/>
                <a:ext cx="11664360" cy="536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985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A894F8E-FE15-4170-899A-C27679E7C2E5}"/>
                  </a:ext>
                </a:extLst>
              </p14:cNvPr>
              <p14:cNvContentPartPr/>
              <p14:nvPr/>
            </p14:nvContentPartPr>
            <p14:xfrm>
              <a:off x="595484" y="40870"/>
              <a:ext cx="11876040" cy="66196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A894F8E-FE15-4170-899A-C27679E7C2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844" y="32230"/>
                <a:ext cx="11893681" cy="66373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92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350</Words>
  <Application>Microsoft Office PowerPoint</Application>
  <PresentationFormat>Widescreen</PresentationFormat>
  <Paragraphs>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Day 8 12 June,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Srivastava, Jaya</dc:creator>
  <cp:lastModifiedBy>Srivastava, Jaya</cp:lastModifiedBy>
  <cp:revision>82</cp:revision>
  <dcterms:created xsi:type="dcterms:W3CDTF">2024-05-27T03:37:31Z</dcterms:created>
  <dcterms:modified xsi:type="dcterms:W3CDTF">2024-06-14T05:01:54Z</dcterms:modified>
</cp:coreProperties>
</file>