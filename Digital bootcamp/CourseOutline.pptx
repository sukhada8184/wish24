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51" r:id="rId4"/>
    <p:sldMasterId id="2147483764" r:id="rId5"/>
    <p:sldMasterId id="2147483777" r:id="rId6"/>
  </p:sldMasterIdLst>
  <p:notesMasterIdLst>
    <p:notesMasterId r:id="rId9"/>
  </p:notesMasterIdLst>
  <p:handoutMasterIdLst>
    <p:handoutMasterId r:id="rId10"/>
  </p:handoutMasterIdLst>
  <p:sldIdLst>
    <p:sldId id="1435" r:id="rId7"/>
    <p:sldId id="2371" r:id="rId8"/>
  </p:sldIdLst>
  <p:sldSz cx="9144000" cy="5143500" type="screen16x9"/>
  <p:notesSz cx="7315200" cy="96012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285362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666253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047146" algn="l" defTabSz="76179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">
          <p15:clr>
            <a:srgbClr val="A4A3A4"/>
          </p15:clr>
        </p15:guide>
        <p15:guide id="2" orient="horz" pos="409">
          <p15:clr>
            <a:srgbClr val="A4A3A4"/>
          </p15:clr>
        </p15:guide>
        <p15:guide id="3" pos="2883">
          <p15:clr>
            <a:srgbClr val="A4A3A4"/>
          </p15:clr>
        </p15:guide>
        <p15:guide id="4" pos="143">
          <p15:clr>
            <a:srgbClr val="A4A3A4"/>
          </p15:clr>
        </p15:guide>
        <p15:guide id="5" pos="72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 userDrawn="1">
          <p15:clr>
            <a:srgbClr val="A4A3A4"/>
          </p15:clr>
        </p15:guide>
        <p15:guide id="2" pos="2303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eClaire, Linda Tressa" initials="LTL" lastIdx="18" clrIdx="0"/>
  <p:cmAuthor id="1" name="Surman, Karly" initials="SK" lastIdx="5" clrIdx="1"/>
  <p:cmAuthor id="2" name="Scibilia, Roberto" initials="SR" lastIdx="2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99"/>
    <a:srgbClr val="0000FF"/>
    <a:srgbClr val="FF33CC"/>
    <a:srgbClr val="333333"/>
    <a:srgbClr val="5C5C5C"/>
    <a:srgbClr val="FF0000"/>
    <a:srgbClr val="009242"/>
    <a:srgbClr val="DFDFDF"/>
    <a:srgbClr val="FFCCCC"/>
    <a:srgbClr val="B3B3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37" autoAdjust="0"/>
    <p:restoredTop sz="82627" autoAdjust="0"/>
  </p:normalViewPr>
  <p:slideViewPr>
    <p:cSldViewPr>
      <p:cViewPr varScale="1">
        <p:scale>
          <a:sx n="88" d="100"/>
          <a:sy n="88" d="100"/>
        </p:scale>
        <p:origin x="888" y="72"/>
      </p:cViewPr>
      <p:guideLst>
        <p:guide orient="horz" pos="296"/>
        <p:guide orient="horz" pos="409"/>
        <p:guide pos="2883"/>
        <p:guide pos="143"/>
        <p:guide pos="724"/>
      </p:guideLst>
    </p:cSldViewPr>
  </p:slideViewPr>
  <p:outlineViewPr>
    <p:cViewPr>
      <p:scale>
        <a:sx n="33" d="100"/>
        <a:sy n="33" d="100"/>
      </p:scale>
      <p:origin x="0" y="-1151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>
      <p:cViewPr>
        <p:scale>
          <a:sx n="87" d="100"/>
          <a:sy n="87" d="100"/>
        </p:scale>
        <p:origin x="1788" y="-1108"/>
      </p:cViewPr>
      <p:guideLst>
        <p:guide orient="horz" pos="3024"/>
        <p:guide pos="23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1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69530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3998" y="1"/>
            <a:ext cx="3169529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20149"/>
            <a:ext cx="3169530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143998" y="9120149"/>
            <a:ext cx="3169529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8D56EAE8-38CB-4EE5-8A34-F5F49B68F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0079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3169530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3998" y="1"/>
            <a:ext cx="3169529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57200" y="719138"/>
            <a:ext cx="64008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1689" y="4560902"/>
            <a:ext cx="5851824" cy="4319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49"/>
            <a:ext cx="3169530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998" y="9120149"/>
            <a:ext cx="3169529" cy="479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26" tIns="47863" rIns="95726" bIns="4786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BED2394B-E06C-4DC9-BCC2-551C3DED9AA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354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1pPr>
    <a:lvl2pPr marL="380895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2pPr>
    <a:lvl3pPr marL="76179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3pPr>
    <a:lvl4pPr marL="114268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4pPr>
    <a:lvl5pPr marL="1523573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charset="0"/>
        <a:ea typeface="+mn-ea"/>
        <a:cs typeface="+mn-cs"/>
      </a:defRPr>
    </a:lvl5pPr>
    <a:lvl6pPr marL="1904467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2285362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2666253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3047146" algn="l" defTabSz="76179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Timeline_of_electrical_and_electronic_engineering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computerhistory.org/siliconengine/timeline/" TargetMode="External"/><Relationship Id="rId4" Type="http://schemas.openxmlformats.org/officeDocument/2006/relationships/hyperlink" Target="https://www.scienceandsociety.co.uk/index.asp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https://en.wikipedia.org/wiki/Timeline_of_electrical_and_electronic_engineering</a:t>
            </a:r>
            <a:endParaRPr lang="en-US" dirty="0"/>
          </a:p>
          <a:p>
            <a:r>
              <a:rPr lang="en-US" dirty="0">
                <a:hlinkClick r:id="rId4"/>
              </a:rPr>
              <a:t>https://www.scienceandsociety.co.uk/index.asp</a:t>
            </a:r>
            <a:r>
              <a:rPr lang="en-US" dirty="0"/>
              <a:t>   </a:t>
            </a:r>
          </a:p>
          <a:p>
            <a:r>
              <a:rPr lang="en-US" dirty="0">
                <a:hlinkClick r:id="rId5"/>
              </a:rPr>
              <a:t>https://www.computerhistory.org/siliconengine/timeline/</a:t>
            </a:r>
            <a:endParaRPr lang="en-US" dirty="0"/>
          </a:p>
          <a:p>
            <a:r>
              <a:rPr lang="en-US" dirty="0"/>
              <a:t>https://en.wikipedia.org/wiki/History_of_electronic_engineering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ED2394B-E06C-4DC9-BCC2-551C3DED9AA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4052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4" t="13567" r="5653" b="10336"/>
          <a:stretch/>
        </p:blipFill>
        <p:spPr bwMode="auto">
          <a:xfrm>
            <a:off x="0" y="-171450"/>
            <a:ext cx="9144000" cy="5143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Rectangle 12"/>
          <p:cNvSpPr/>
          <p:nvPr userDrawn="1"/>
        </p:nvSpPr>
        <p:spPr>
          <a:xfrm>
            <a:off x="5" y="4741069"/>
            <a:ext cx="8810625" cy="349758"/>
          </a:xfrm>
          <a:prstGeom prst="rect">
            <a:avLst/>
          </a:prstGeom>
          <a:solidFill>
            <a:srgbClr val="FF0000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9" name="Picture 4"/>
          <p:cNvPicPr>
            <a:picLocks noChangeAspect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" y="3638550"/>
            <a:ext cx="3148013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 descr="ti_hz_1c_rev_cmyk.eps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4814517"/>
            <a:ext cx="1753620" cy="219204"/>
          </a:xfrm>
          <a:prstGeom prst="rect">
            <a:avLst/>
          </a:prstGeom>
        </p:spPr>
      </p:pic>
      <p:sp>
        <p:nvSpPr>
          <p:cNvPr id="8" name="Rectangle 7"/>
          <p:cNvSpPr/>
          <p:nvPr userDrawn="1"/>
        </p:nvSpPr>
        <p:spPr>
          <a:xfrm>
            <a:off x="139700" y="4551246"/>
            <a:ext cx="164660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TI Information – Selective Disclosure</a:t>
            </a:r>
            <a:endParaRPr lang="en-US" sz="70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FFE6B6D-A976-E9B0-1334-B48CDE0D7A8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152400" y="133350"/>
            <a:ext cx="3581400" cy="1102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36576" rIns="91440" bIns="36576" numCol="1" anchor="ctr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lang="en-US" sz="2700" b="1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</a:defRPr>
            </a:lvl2pPr>
            <a:lvl3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</a:defRPr>
            </a:lvl3pPr>
            <a:lvl4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</a:defRPr>
            </a:lvl4pPr>
            <a:lvl5pPr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Verdana" pitchFamily="34" charset="0"/>
              </a:defRPr>
            </a:lvl5pPr>
            <a:lvl6pPr marL="4572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6pPr>
            <a:lvl7pPr marL="9144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7pPr>
            <a:lvl8pPr marL="13716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8pPr>
            <a:lvl9pPr marL="1828800" algn="l" rtl="0" eaLnBrk="1" fontAlgn="base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FF0000"/>
                </a:solidFill>
                <a:latin typeface="Arial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sz="3200" kern="0" dirty="0" err="1">
                <a:solidFill>
                  <a:schemeClr val="tx2">
                    <a:lumMod val="75000"/>
                  </a:schemeClr>
                </a:solidFill>
              </a:rPr>
              <a:t>WiSH</a:t>
            </a:r>
            <a:r>
              <a:rPr lang="en-US" sz="3200" kern="0" dirty="0">
                <a:solidFill>
                  <a:schemeClr val="tx2">
                    <a:lumMod val="75000"/>
                  </a:schemeClr>
                </a:solidFill>
              </a:rPr>
              <a:t> </a:t>
            </a:r>
          </a:p>
          <a:p>
            <a:pPr>
              <a:lnSpc>
                <a:spcPct val="90000"/>
              </a:lnSpc>
            </a:pPr>
            <a:r>
              <a:rPr lang="en-US" sz="3200" kern="0" dirty="0">
                <a:solidFill>
                  <a:schemeClr val="tx2">
                    <a:lumMod val="75000"/>
                  </a:schemeClr>
                </a:solidFill>
              </a:rPr>
              <a:t>Digital Bootcamp</a:t>
            </a:r>
            <a:endParaRPr lang="en-US" sz="3200" kern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14AC39E-F08A-0DC5-AE0C-5E211B28B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2400" y="2715006"/>
            <a:ext cx="2895600" cy="762000"/>
          </a:xfrm>
        </p:spPr>
        <p:txBody>
          <a:bodyPr lIns="9144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Author:</a:t>
            </a:r>
          </a:p>
        </p:txBody>
      </p:sp>
    </p:spTree>
    <p:extLst>
      <p:ext uri="{BB962C8B-B14F-4D97-AF65-F5344CB8AC3E}">
        <p14:creationId xmlns:p14="http://schemas.microsoft.com/office/powerpoint/2010/main" val="1428071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72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selected_powerpoint_bg_1_grey.jpg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4"/>
          <p:cNvSpPr/>
          <p:nvPr/>
        </p:nvSpPr>
        <p:spPr>
          <a:xfrm>
            <a:off x="0" y="4743450"/>
            <a:ext cx="8782050" cy="342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" y="4741069"/>
            <a:ext cx="8810625" cy="349758"/>
          </a:xfrm>
          <a:prstGeom prst="rect">
            <a:avLst/>
          </a:prstGeom>
          <a:solidFill>
            <a:schemeClr val="bg1"/>
          </a:solidFill>
          <a:ln w="9525">
            <a:solidFill>
              <a:srgbClr val="AAAA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srgbClr val="FFFFFF"/>
              </a:solidFill>
            </a:endParaRPr>
          </a:p>
        </p:txBody>
      </p:sp>
      <p:pic>
        <p:nvPicPr>
          <p:cNvPr id="10" name="Picture 27" descr="ti_logo_powerpoint_1_line.pn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75443" y="4830369"/>
            <a:ext cx="1874837" cy="173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42900" y="1457327"/>
            <a:ext cx="8458200" cy="1102519"/>
          </a:xfrm>
        </p:spPr>
        <p:txBody>
          <a:bodyPr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42900" y="2774156"/>
            <a:ext cx="8458200" cy="1114425"/>
          </a:xfrm>
          <a:ln/>
        </p:spPr>
        <p:txBody>
          <a:bodyPr/>
          <a:lstStyle>
            <a:lvl1pPr marL="0" indent="0">
              <a:buFontTx/>
              <a:buNone/>
              <a:defRPr b="1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24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642100" y="4529140"/>
            <a:ext cx="2133600" cy="154781"/>
          </a:xfrm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pic>
        <p:nvPicPr>
          <p:cNvPr id="15" name="Picture 4"/>
          <p:cNvPicPr>
            <a:picLocks noChangeAspect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57200" y="3409951"/>
            <a:ext cx="2534251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22604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87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765"/>
            <a:ext cx="7061200" cy="6107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81307" y="4558906"/>
            <a:ext cx="2133600" cy="154781"/>
          </a:xfrm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855-E28B-4BCC-AFC8-FD25AAAB77C7}"/>
              </a:ext>
            </a:extLst>
          </p:cNvPr>
          <p:cNvSpPr/>
          <p:nvPr userDrawn="1"/>
        </p:nvSpPr>
        <p:spPr>
          <a:xfrm>
            <a:off x="228601" y="605651"/>
            <a:ext cx="4656083" cy="1981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FF0E9E-932F-467D-99E0-8CDC1280EE38}"/>
              </a:ext>
            </a:extLst>
          </p:cNvPr>
          <p:cNvSpPr/>
          <p:nvPr userDrawn="1"/>
        </p:nvSpPr>
        <p:spPr>
          <a:xfrm>
            <a:off x="228601" y="2663051"/>
            <a:ext cx="4656083" cy="19299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E71012-F9FC-4E54-9C9E-E7379BA92F8A}"/>
              </a:ext>
            </a:extLst>
          </p:cNvPr>
          <p:cNvSpPr/>
          <p:nvPr userDrawn="1"/>
        </p:nvSpPr>
        <p:spPr>
          <a:xfrm>
            <a:off x="4960884" y="604026"/>
            <a:ext cx="3817523" cy="3971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C7BA7F-B85C-41C6-8CA9-BAF608EFB688}"/>
              </a:ext>
            </a:extLst>
          </p:cNvPr>
          <p:cNvSpPr/>
          <p:nvPr userDrawn="1"/>
        </p:nvSpPr>
        <p:spPr>
          <a:xfrm>
            <a:off x="4960884" y="606071"/>
            <a:ext cx="3817522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Application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371B1E-EA1A-4967-8E66-6B7B2A8304A0}"/>
              </a:ext>
            </a:extLst>
          </p:cNvPr>
          <p:cNvSpPr/>
          <p:nvPr userDrawn="1"/>
        </p:nvSpPr>
        <p:spPr>
          <a:xfrm rot="16200000">
            <a:off x="-585285" y="1417913"/>
            <a:ext cx="1981202" cy="3534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1B9670-504C-4351-9870-DD3226123C8C}"/>
              </a:ext>
            </a:extLst>
          </p:cNvPr>
          <p:cNvSpPr/>
          <p:nvPr userDrawn="1"/>
        </p:nvSpPr>
        <p:spPr>
          <a:xfrm rot="16200000">
            <a:off x="-559652" y="3434269"/>
            <a:ext cx="1929936" cy="3534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420859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765"/>
            <a:ext cx="7061200" cy="6107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81307" y="4558906"/>
            <a:ext cx="2133600" cy="154781"/>
          </a:xfrm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855-E28B-4BCC-AFC8-FD25AAAB77C7}"/>
              </a:ext>
            </a:extLst>
          </p:cNvPr>
          <p:cNvSpPr/>
          <p:nvPr userDrawn="1"/>
        </p:nvSpPr>
        <p:spPr>
          <a:xfrm>
            <a:off x="228601" y="605651"/>
            <a:ext cx="4656083" cy="16612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FF0E9E-932F-467D-99E0-8CDC1280EE38}"/>
              </a:ext>
            </a:extLst>
          </p:cNvPr>
          <p:cNvSpPr/>
          <p:nvPr userDrawn="1"/>
        </p:nvSpPr>
        <p:spPr>
          <a:xfrm>
            <a:off x="228601" y="2343151"/>
            <a:ext cx="4656083" cy="22498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E71012-F9FC-4E54-9C9E-E7379BA92F8A}"/>
              </a:ext>
            </a:extLst>
          </p:cNvPr>
          <p:cNvSpPr/>
          <p:nvPr userDrawn="1"/>
        </p:nvSpPr>
        <p:spPr>
          <a:xfrm>
            <a:off x="4960884" y="604026"/>
            <a:ext cx="3817523" cy="3971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C7BA7F-B85C-41C6-8CA9-BAF608EFB688}"/>
              </a:ext>
            </a:extLst>
          </p:cNvPr>
          <p:cNvSpPr/>
          <p:nvPr userDrawn="1"/>
        </p:nvSpPr>
        <p:spPr>
          <a:xfrm>
            <a:off x="4960884" y="606071"/>
            <a:ext cx="3817522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Application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371B1E-EA1A-4967-8E66-6B7B2A8304A0}"/>
              </a:ext>
            </a:extLst>
          </p:cNvPr>
          <p:cNvSpPr/>
          <p:nvPr userDrawn="1"/>
        </p:nvSpPr>
        <p:spPr>
          <a:xfrm rot="16200000">
            <a:off x="-425333" y="1257962"/>
            <a:ext cx="1661300" cy="3534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1B9670-504C-4351-9870-DD3226123C8C}"/>
              </a:ext>
            </a:extLst>
          </p:cNvPr>
          <p:cNvSpPr/>
          <p:nvPr userDrawn="1"/>
        </p:nvSpPr>
        <p:spPr>
          <a:xfrm rot="16200000">
            <a:off x="-711084" y="3282836"/>
            <a:ext cx="2232802" cy="3534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881338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6765"/>
            <a:ext cx="7061200" cy="61079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6581307" y="4558906"/>
            <a:ext cx="2133600" cy="154781"/>
          </a:xfrm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855-E28B-4BCC-AFC8-FD25AAAB77C7}"/>
              </a:ext>
            </a:extLst>
          </p:cNvPr>
          <p:cNvSpPr/>
          <p:nvPr userDrawn="1"/>
        </p:nvSpPr>
        <p:spPr>
          <a:xfrm>
            <a:off x="228601" y="605651"/>
            <a:ext cx="4656083" cy="1508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9FF0E9E-932F-467D-99E0-8CDC1280EE38}"/>
              </a:ext>
            </a:extLst>
          </p:cNvPr>
          <p:cNvSpPr/>
          <p:nvPr userDrawn="1"/>
        </p:nvSpPr>
        <p:spPr>
          <a:xfrm>
            <a:off x="228601" y="2190750"/>
            <a:ext cx="4656083" cy="24022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E71012-F9FC-4E54-9C9E-E7379BA92F8A}"/>
              </a:ext>
            </a:extLst>
          </p:cNvPr>
          <p:cNvSpPr/>
          <p:nvPr userDrawn="1"/>
        </p:nvSpPr>
        <p:spPr>
          <a:xfrm>
            <a:off x="4960884" y="604026"/>
            <a:ext cx="3817523" cy="3971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C7BA7F-B85C-41C6-8CA9-BAF608EFB688}"/>
              </a:ext>
            </a:extLst>
          </p:cNvPr>
          <p:cNvSpPr/>
          <p:nvPr userDrawn="1"/>
        </p:nvSpPr>
        <p:spPr>
          <a:xfrm>
            <a:off x="4960884" y="606071"/>
            <a:ext cx="3817522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Application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0371B1E-EA1A-4967-8E66-6B7B2A8304A0}"/>
              </a:ext>
            </a:extLst>
          </p:cNvPr>
          <p:cNvSpPr/>
          <p:nvPr userDrawn="1"/>
        </p:nvSpPr>
        <p:spPr>
          <a:xfrm rot="16200000">
            <a:off x="-349132" y="1181762"/>
            <a:ext cx="1508900" cy="3534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History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1B9670-504C-4351-9870-DD3226123C8C}"/>
              </a:ext>
            </a:extLst>
          </p:cNvPr>
          <p:cNvSpPr/>
          <p:nvPr userDrawn="1"/>
        </p:nvSpPr>
        <p:spPr>
          <a:xfrm rot="16200000">
            <a:off x="-787284" y="3206636"/>
            <a:ext cx="2385203" cy="353431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Concept</a:t>
            </a:r>
          </a:p>
        </p:txBody>
      </p:sp>
    </p:spTree>
    <p:extLst>
      <p:ext uri="{BB962C8B-B14F-4D97-AF65-F5344CB8AC3E}">
        <p14:creationId xmlns:p14="http://schemas.microsoft.com/office/powerpoint/2010/main" val="2594406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104D6BB6-D9B5-4A33-B645-420D6B1F4473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33380" y="889399"/>
            <a:ext cx="4157663" cy="3519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7D6E84A-86EF-4908-8A0F-AB47A16555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643438" y="889399"/>
            <a:ext cx="4157662" cy="3519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D36445-9A7F-4885-A39A-E7E42DB78ED0}"/>
              </a:ext>
            </a:extLst>
          </p:cNvPr>
          <p:cNvSpPr/>
          <p:nvPr userDrawn="1"/>
        </p:nvSpPr>
        <p:spPr>
          <a:xfrm>
            <a:off x="220717" y="666750"/>
            <a:ext cx="4157663" cy="39703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8BC93C-F912-47AD-8500-D01B3F44700D}"/>
              </a:ext>
            </a:extLst>
          </p:cNvPr>
          <p:cNvSpPr/>
          <p:nvPr userDrawn="1"/>
        </p:nvSpPr>
        <p:spPr>
          <a:xfrm>
            <a:off x="4485044" y="665125"/>
            <a:ext cx="4285479" cy="3971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E49C3C-F29F-4114-93F7-CEF08F7E0FAA}"/>
              </a:ext>
            </a:extLst>
          </p:cNvPr>
          <p:cNvSpPr/>
          <p:nvPr userDrawn="1"/>
        </p:nvSpPr>
        <p:spPr>
          <a:xfrm>
            <a:off x="4491043" y="667170"/>
            <a:ext cx="4279480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Concept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B78EC7-F9C6-4E8D-9F18-2D50548F5AAC}"/>
              </a:ext>
            </a:extLst>
          </p:cNvPr>
          <p:cNvSpPr/>
          <p:nvPr userDrawn="1"/>
        </p:nvSpPr>
        <p:spPr>
          <a:xfrm>
            <a:off x="226716" y="661234"/>
            <a:ext cx="4157662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355449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737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7150BF-3F54-4910-BA92-FF3BBC14CCD0}"/>
              </a:ext>
            </a:extLst>
          </p:cNvPr>
          <p:cNvSpPr/>
          <p:nvPr userDrawn="1"/>
        </p:nvSpPr>
        <p:spPr>
          <a:xfrm>
            <a:off x="0" y="0"/>
            <a:ext cx="9141840" cy="5143500"/>
          </a:xfrm>
          <a:prstGeom prst="rect">
            <a:avLst/>
          </a:prstGeom>
          <a:solidFill>
            <a:schemeClr val="bg1">
              <a:lumMod val="50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9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6BB44F1-F4C3-4C36-9A5A-6CE4F58F51EB}"/>
              </a:ext>
            </a:extLst>
          </p:cNvPr>
          <p:cNvSpPr/>
          <p:nvPr userDrawn="1"/>
        </p:nvSpPr>
        <p:spPr>
          <a:xfrm>
            <a:off x="4561455" y="514351"/>
            <a:ext cx="4350194" cy="419099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B575DD2-3D86-47A5-A1A1-E7ECDB32B0AE}"/>
              </a:ext>
            </a:extLst>
          </p:cNvPr>
          <p:cNvSpPr/>
          <p:nvPr userDrawn="1"/>
        </p:nvSpPr>
        <p:spPr>
          <a:xfrm>
            <a:off x="161159" y="514350"/>
            <a:ext cx="4411102" cy="4190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23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30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044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6423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317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5" y="204787"/>
            <a:ext cx="3008313" cy="871538"/>
          </a:xfrm>
        </p:spPr>
        <p:txBody>
          <a:bodyPr anchor="b"/>
          <a:lstStyle>
            <a:lvl1pPr algn="l">
              <a:defRPr sz="2000" b="1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90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8846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5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172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4778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876800" y="107158"/>
            <a:ext cx="990600" cy="430172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31775" y="107158"/>
            <a:ext cx="4568825" cy="430172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8A05A2-FC1D-444D-8D04-3E8223EAD708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727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63995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2BA7E-AF37-4158-A401-11903E84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1961-4672-4FF9-B8D3-2E490A578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7A3B5-65F7-480B-B07F-DA5AD03260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4D578E-706A-4DBD-B368-94C9D1DB3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AF534-C826-45CB-B817-737FC3C5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3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73738-6ACC-482F-879C-C5369414B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7B5AAA-3C76-4959-B161-B4A1B6F4E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AE478-5E96-4AB2-829F-8064559BE1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F9897-5C19-4207-9C99-5A9FA965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EE8A6-CE02-46A8-ADE2-7A84D605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64803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BD5B7-8D26-4920-92BE-65A02F58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0F751-DE48-41ED-A14A-AF2D10A891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E0BEE5-794E-4DFC-8CCB-3D12F601D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5D5E1-A19A-4C2D-9D8E-82CB27BC3A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B2613-265F-442F-BE2E-3DDD6508A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D4A8FD-A113-4456-AFF1-7C939A65D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81826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CDC65-4347-43CC-B6FA-B59FDAE46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745FD8-B597-4268-B5B2-41D592B82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E6C900-D5D7-4FAE-A470-39B45B14C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0845ED-4AFE-4F2F-A6B9-8BC3AF17B5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ED568D-31EB-4C6E-8520-BAA6301CC3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B64566-C75F-4FD6-99DD-ABCE2EDF10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01656A-A60D-49DF-BE23-63021F4F4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A18EB2-941E-4848-8950-FE5E2CE9C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89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329E2-9B28-4E91-A4C8-6F4DCE231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BD6FCE-26A3-42DD-AC4C-7833A708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74BA8D-5BEC-4578-BFA0-608D900D1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B85A07-2CDC-425C-9ED6-BBBACC136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195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FF9A98-716E-4FAD-93DC-7391A3E07C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9DEC2-1B7A-46FB-818D-E84273F66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89DB0-2B30-47A1-BB70-48D79C76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68496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20C87-FCB8-4169-AE2A-2DDBC3780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3AFB-9A6C-46BD-897E-DB81D27A4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EF38D3-256C-4A21-A010-67786C4E9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B01AD-5D29-4BB5-A485-B07784195C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68FB8C-F5BD-453C-9357-BBDFCFB73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E971D8-4605-4D8C-8513-0E153CE80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2179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8D11-E0D6-43B1-975F-A8E9CFD54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29084E-2CE9-4161-8FCD-1B2E46DD08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1D77C7-F2C0-4960-A284-FFA197816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8781C3-7608-4D3C-9C90-B0A7652A18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62177-1B89-45BA-9604-C47755EDA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445DC-2D91-44E0-A4E9-90FEAF1E2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5033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91C09-5AF4-4465-B210-AFE8A8E0C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88E15F-E29F-40C9-BEF8-E938D7D4A1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D0A921-AC33-4119-8FBE-B1EA34F781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B42FE7-D019-4ADB-8D48-3E88CC849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2431B8-DF55-4C35-A0B4-0FA155D07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979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3560C2-560D-4587-A303-F3C42ADA4F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E6CE93-6DD2-48AB-B697-E60D4C0766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4DEC36-F52F-4AA8-B5F5-32621CC9CE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6CCF9F13-20E2-4B11-9DF8-ED9CC91B738E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A7869E-47B7-49B3-A456-BF2A3D983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BF4C9-612D-44C2-A4FB-EC081C698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/>
          <a:lstStyle/>
          <a:p>
            <a:fld id="{34E059E8-7F5C-45E5-9E31-48FDDE42A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889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B58BD7C-5E1A-49AB-8B0E-C30D23E1566F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33380" y="889399"/>
            <a:ext cx="4157663" cy="3519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37028359-C058-4A4D-BD8F-CCBEDC2F3F3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643438" y="889399"/>
            <a:ext cx="4157662" cy="35194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B7EF7D-BE08-43EF-AD30-F44339E7C2FF}"/>
              </a:ext>
            </a:extLst>
          </p:cNvPr>
          <p:cNvSpPr/>
          <p:nvPr userDrawn="1"/>
        </p:nvSpPr>
        <p:spPr>
          <a:xfrm>
            <a:off x="220717" y="666750"/>
            <a:ext cx="4157663" cy="397030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CEBF1B-9DAA-468C-99D6-94DA628F3C85}"/>
              </a:ext>
            </a:extLst>
          </p:cNvPr>
          <p:cNvSpPr/>
          <p:nvPr userDrawn="1"/>
        </p:nvSpPr>
        <p:spPr>
          <a:xfrm>
            <a:off x="4485044" y="665125"/>
            <a:ext cx="4285479" cy="397192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93CE7C-463D-4E13-8009-961680DAA989}"/>
              </a:ext>
            </a:extLst>
          </p:cNvPr>
          <p:cNvSpPr/>
          <p:nvPr userDrawn="1"/>
        </p:nvSpPr>
        <p:spPr>
          <a:xfrm>
            <a:off x="4491043" y="667170"/>
            <a:ext cx="4279480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Concept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7042B6-588F-43BF-92B3-A07E75BC9374}"/>
              </a:ext>
            </a:extLst>
          </p:cNvPr>
          <p:cNvSpPr/>
          <p:nvPr userDrawn="1"/>
        </p:nvSpPr>
        <p:spPr>
          <a:xfrm>
            <a:off x="226716" y="661234"/>
            <a:ext cx="4157662" cy="409584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Bahnschrift SemiBold SemiConden" panose="020B0502040204020203" pitchFamily="34" charset="0"/>
              </a:rPr>
              <a:t>History</a:t>
            </a:r>
          </a:p>
        </p:txBody>
      </p:sp>
    </p:spTree>
    <p:extLst>
      <p:ext uri="{BB962C8B-B14F-4D97-AF65-F5344CB8AC3E}">
        <p14:creationId xmlns:p14="http://schemas.microsoft.com/office/powerpoint/2010/main" val="423913954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F1A66-6CFE-44F1-8E22-A01957237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5A46-5E1C-4B7B-9357-4237FE0B7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D2528D-F1B6-4474-BEE3-B22F788E7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B9ACE2-D4FF-4873-AE24-3A1756E0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D4474-C551-49FF-AF2D-5E5213831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0899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1AE18-B14C-4B28-9A83-197B5F2F3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700"/>
            <a:ext cx="7886700" cy="21399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37D36D-D14A-4340-990D-7BF127F6D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1700"/>
            <a:ext cx="7886700" cy="1125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090E9-7DE2-41E0-9BFE-6C2018C16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7B2D1-DEE7-4133-95FB-E39924A3D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FCCEE-2399-4299-9904-97CC2E4FF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9911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DCE62-8640-430D-A39A-E7B35A221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D26DE-9EB1-41F1-BCD3-4B0351286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4A83A9-275E-44F9-ACB9-2E6706412B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370013"/>
            <a:ext cx="3867150" cy="32623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3EC8A-7E12-4FAA-A9FD-100AD4BFA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E40D28-3E19-4103-B24C-D38D837E8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0144B-4EEC-4A9F-A8F0-D60EF81D9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6612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5825-678D-4A1E-B35F-D4794D5B1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274638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2F0E9-C99E-4AC8-B9A4-D7749403AF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260475"/>
            <a:ext cx="3868737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77254-EC3C-478D-9040-FA1D3678A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1879600"/>
            <a:ext cx="3868737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C9FAA-8944-4835-BABE-5CF35DDD8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5588B-31E3-46CE-9468-2C5495C408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7F4064-3E17-46A4-BA8E-D0ECD5AB9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86D3CA-632A-4E4F-9622-A27D05DA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1E034-9473-4288-BEBA-0CF59A130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2076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6A5C-B1CB-491D-9DB2-08466AAA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215642-26AC-4F7F-B53C-30F2C3600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EB2B3B-574A-436E-B05C-C28443EB7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A05D5D-D129-45F1-826A-8B2D72CB5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010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C215CB5-C1A3-40CD-B086-23F179C87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2FEB84-3ADF-48B3-A1A0-4E9A0705E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C3F3C-4E8C-493C-A8A2-A5B828A6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68927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FD3E-8F2E-4D96-84D3-F2595B601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E17C5-CEE0-4418-B218-FEAEF2BCFE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BAD4C1-EAC5-4770-A484-FCE7F9DAB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F1368-F9AD-4A88-89F8-9A1F5B07B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97BB7-CA34-47B0-B37A-13703B85A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BC5896-6E2A-4D56-828F-A10EFC04A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2616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F872F-6D1D-4DB0-B0C3-AEF9E7478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00B263-56D3-47DF-8185-AD850D35CA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741363"/>
            <a:ext cx="4629150" cy="36544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930FFE-E0EC-407A-9993-8D84D577FF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9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FD6F0-86E5-438E-96AF-3A75D4C9F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E0D24B-A914-4C16-862B-97EC5283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1F3F8-5210-4EF8-B2AF-39C0ABCA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448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77DF9-0DAB-4FC0-B9C8-B514EA166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3CD9A-7741-46D7-81E4-4C2BBEA3E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E364F-FD90-4F2D-B75A-7CB05E5F7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D1107D-2A9C-47CA-A996-F458A30D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09036F-FD2A-4674-A8A3-52BBF3C48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4835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ED7B04-37B7-404B-8059-D7C68B08FE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4638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E5EFC4-1EB1-407D-9F5C-158CF7CC49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4638"/>
            <a:ext cx="5762625" cy="435768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BB8D7-E79C-4BF6-8B39-17CE0D3E7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21D52-06CE-4BA7-8407-BCF11A38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63C2AB-70F8-4DBE-84C7-93FC2FC8F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509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6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1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5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9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-6765"/>
            <a:ext cx="7061200" cy="6107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0" tIns="36576" rIns="73152" bIns="36576" numCol="1" anchor="ctr" anchorCtr="0" compatLnSpc="1">
            <a:prstTxWarp prst="textNoShape">
              <a:avLst/>
            </a:prstTxWarp>
          </a:bodyPr>
          <a:lstStyle/>
          <a:p>
            <a:pPr lvl="0" algn="l" rtl="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639317"/>
            <a:ext cx="8815388" cy="391957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548640" tIns="36576" rIns="73152" bIns="3657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42100" y="4558906"/>
            <a:ext cx="2133600" cy="1547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 smtClean="0">
                <a:latin typeface="Verdana" pitchFamily="34" charset="0"/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AE8A05A2-FC1D-444D-8D04-3E8223EAD708}" type="slidenum">
              <a:rPr lang="en-US">
                <a:solidFill>
                  <a:srgbClr val="000000"/>
                </a:solidFill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grpSp>
        <p:nvGrpSpPr>
          <p:cNvPr id="10" name="Group 16"/>
          <p:cNvGrpSpPr>
            <a:grpSpLocks/>
          </p:cNvGrpSpPr>
          <p:nvPr/>
        </p:nvGrpSpPr>
        <p:grpSpPr bwMode="auto">
          <a:xfrm>
            <a:off x="-7938" y="4742262"/>
            <a:ext cx="8815388" cy="350044"/>
            <a:chOff x="-7620" y="6323077"/>
            <a:chExt cx="8814816" cy="466344"/>
          </a:xfrm>
        </p:grpSpPr>
        <p:cxnSp>
          <p:nvCxnSpPr>
            <p:cNvPr id="11" name="Straight Connector 10"/>
            <p:cNvCxnSpPr/>
            <p:nvPr userDrawn="1"/>
          </p:nvCxnSpPr>
          <p:spPr>
            <a:xfrm>
              <a:off x="-7620" y="6789421"/>
              <a:ext cx="8814816" cy="0"/>
            </a:xfrm>
            <a:prstGeom prst="line">
              <a:avLst/>
            </a:prstGeom>
            <a:ln>
              <a:solidFill>
                <a:srgbClr val="AAAAAA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 userDrawn="1"/>
          </p:nvCxnSpPr>
          <p:spPr>
            <a:xfrm>
              <a:off x="-7620" y="6324663"/>
              <a:ext cx="8814816" cy="0"/>
            </a:xfrm>
            <a:prstGeom prst="line">
              <a:avLst/>
            </a:prstGeom>
            <a:ln>
              <a:solidFill>
                <a:srgbClr val="AAAAAA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 userDrawn="1"/>
          </p:nvCxnSpPr>
          <p:spPr>
            <a:xfrm rot="16200000">
              <a:off x="8570849" y="6556249"/>
              <a:ext cx="466344" cy="0"/>
            </a:xfrm>
            <a:prstGeom prst="line">
              <a:avLst/>
            </a:prstGeom>
            <a:ln>
              <a:solidFill>
                <a:srgbClr val="AAAAAA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pic>
        <p:nvPicPr>
          <p:cNvPr id="15" name="Picture 14" descr="ti_hz_2c_pos_cmyk.eps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688468"/>
            <a:ext cx="2046037" cy="474082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139700" y="4551246"/>
            <a:ext cx="1646605" cy="2000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700" kern="1200">
                <a:solidFill>
                  <a:schemeClr val="tx1"/>
                </a:solidFill>
                <a:effectLst/>
                <a:latin typeface="Arial" charset="0"/>
                <a:ea typeface="+mn-ea"/>
                <a:cs typeface="+mn-cs"/>
              </a:rPr>
              <a:t>TI Information – Selective Disclosure</a:t>
            </a:r>
            <a:endParaRPr lang="en-US" sz="700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FF4A6BC6-B948-0E5A-29C3-BCE60A5A309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1200" y="61070"/>
            <a:ext cx="1981200" cy="300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2502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90" r:id="rId6"/>
    <p:sldLayoutId id="2147483789" r:id="rId7"/>
    <p:sldLayoutId id="2147483776" r:id="rId8"/>
    <p:sldLayoutId id="2147483791" r:id="rId9"/>
    <p:sldLayoutId id="2147483793" r:id="rId10"/>
    <p:sldLayoutId id="2147483792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lang="en-US" sz="2700" b="1" dirty="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Verdana" pitchFamily="34" charset="0"/>
        </a:defRPr>
      </a:lvl5pPr>
      <a:lvl6pPr marL="4572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6pPr>
      <a:lvl7pPr marL="9144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7pPr>
      <a:lvl8pPr marL="13716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8pPr>
      <a:lvl9pPr marL="182880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200" b="1">
          <a:solidFill>
            <a:srgbClr val="FF0000"/>
          </a:solidFill>
          <a:latin typeface="Arial" charset="0"/>
        </a:defRPr>
      </a:lvl9pPr>
    </p:titleStyle>
    <p:bodyStyle>
      <a:lvl1pPr marL="227013" indent="-227013" algn="l" rtl="0" eaLnBrk="1" fontAlgn="base" hangingPunct="1">
        <a:spcBef>
          <a:spcPct val="65000"/>
        </a:spcBef>
        <a:spcAft>
          <a:spcPct val="0"/>
        </a:spcAft>
        <a:buChar char="•"/>
        <a:defRPr sz="2000">
          <a:solidFill>
            <a:schemeClr val="tx1"/>
          </a:solidFill>
          <a:latin typeface="+mj-lt"/>
          <a:ea typeface="+mn-ea"/>
          <a:cs typeface="Verdana"/>
        </a:defRPr>
      </a:lvl1pPr>
      <a:lvl2pPr marL="574675" indent="-23336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j-lt"/>
          <a:cs typeface="Verdana"/>
        </a:defRPr>
      </a:lvl2pPr>
      <a:lvl3pPr marL="854075" indent="-165100" algn="l" rtl="0" eaLnBrk="1" fontAlgn="base" hangingPunct="1">
        <a:spcBef>
          <a:spcPct val="15000"/>
        </a:spcBef>
        <a:spcAft>
          <a:spcPct val="0"/>
        </a:spcAft>
        <a:buChar char="•"/>
        <a:defRPr sz="1600">
          <a:solidFill>
            <a:schemeClr val="tx1"/>
          </a:solidFill>
          <a:latin typeface="+mj-lt"/>
          <a:cs typeface="Verdana"/>
        </a:defRPr>
      </a:lvl3pPr>
      <a:lvl4pPr marL="1201738" indent="-233363" algn="l" rtl="0" eaLnBrk="1" fontAlgn="base" hangingPunct="1">
        <a:spcBef>
          <a:spcPct val="5000"/>
        </a:spcBef>
        <a:spcAft>
          <a:spcPct val="0"/>
        </a:spcAft>
        <a:buChar char="–"/>
        <a:defRPr sz="1600">
          <a:solidFill>
            <a:schemeClr val="tx1"/>
          </a:solidFill>
          <a:latin typeface="+mj-lt"/>
          <a:cs typeface="Verdana"/>
        </a:defRPr>
      </a:lvl4pPr>
      <a:lvl5pPr marL="1489075" indent="-173038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j-lt"/>
          <a:cs typeface="Verdana"/>
        </a:defRPr>
      </a:lvl5pPr>
      <a:lvl6pPr marL="1946275" indent="-173038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6pPr>
      <a:lvl7pPr marL="2403475" indent="-173038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7pPr>
      <a:lvl8pPr marL="2860675" indent="-173038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8pPr>
      <a:lvl9pPr marL="3317875" indent="-173038" algn="l" rtl="0" eaLnBrk="1" fontAlgn="base" hangingPunct="1">
        <a:spcBef>
          <a:spcPct val="0"/>
        </a:spcBef>
        <a:spcAft>
          <a:spcPct val="0"/>
        </a:spcAft>
        <a:buChar char="»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5A39B5A-EF0B-4414-BC0A-491D0C9A9C32}"/>
              </a:ext>
            </a:extLst>
          </p:cNvPr>
          <p:cNvSpPr/>
          <p:nvPr userDrawn="1"/>
        </p:nvSpPr>
        <p:spPr>
          <a:xfrm>
            <a:off x="1143000" y="565794"/>
            <a:ext cx="1905000" cy="1133356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812AAE-AF33-44EA-9BA1-B407B639E2DC}"/>
              </a:ext>
            </a:extLst>
          </p:cNvPr>
          <p:cNvSpPr/>
          <p:nvPr userDrawn="1"/>
        </p:nvSpPr>
        <p:spPr>
          <a:xfrm>
            <a:off x="4953000" y="556438"/>
            <a:ext cx="3886199" cy="1177112"/>
          </a:xfrm>
          <a:prstGeom prst="rect">
            <a:avLst/>
          </a:pr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F1C143-9D88-443F-AACF-4FAC6052813B}"/>
              </a:ext>
            </a:extLst>
          </p:cNvPr>
          <p:cNvSpPr/>
          <p:nvPr userDrawn="1"/>
        </p:nvSpPr>
        <p:spPr>
          <a:xfrm>
            <a:off x="3624577" y="1722704"/>
            <a:ext cx="879791" cy="474601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1CC661-B558-4ABE-B850-262757C3DB0C}"/>
              </a:ext>
            </a:extLst>
          </p:cNvPr>
          <p:cNvSpPr/>
          <p:nvPr userDrawn="1"/>
        </p:nvSpPr>
        <p:spPr>
          <a:xfrm>
            <a:off x="3637274" y="1720809"/>
            <a:ext cx="858526" cy="492924"/>
          </a:xfrm>
          <a:prstGeom prst="rect">
            <a:avLst/>
          </a:pr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C08F966-CBB2-43BD-A1F2-A916CE34A8DF}"/>
              </a:ext>
            </a:extLst>
          </p:cNvPr>
          <p:cNvSpPr/>
          <p:nvPr userDrawn="1"/>
        </p:nvSpPr>
        <p:spPr>
          <a:xfrm>
            <a:off x="2095500" y="2310994"/>
            <a:ext cx="3619500" cy="2089555"/>
          </a:xfrm>
          <a:prstGeom prst="rect">
            <a:avLst/>
          </a:prstGeom>
          <a:solidFill>
            <a:srgbClr val="FFFF0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11E388-B95B-43DB-AEE3-A8B414E7F550}"/>
              </a:ext>
            </a:extLst>
          </p:cNvPr>
          <p:cNvSpPr/>
          <p:nvPr userDrawn="1"/>
        </p:nvSpPr>
        <p:spPr>
          <a:xfrm>
            <a:off x="2095500" y="2313687"/>
            <a:ext cx="3619499" cy="2086861"/>
          </a:xfrm>
          <a:prstGeom prst="rect">
            <a:avLst/>
          </a:prstGeom>
          <a:solidFill>
            <a:srgbClr val="00B0F0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35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F1AD83-4CAF-4B40-969F-E694DFF6D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C4014-28E3-4A2F-912D-150BDFE195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EB717-C26F-4400-83C3-3ABB900F08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2DCE22-7EE1-4E63-BB02-E1E6E8FE92B9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B2A6-AF6A-49C7-8B67-05B5A8C5E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6E66-4A2F-4A2C-A162-2D2BCE4D7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DA0CF-3189-45EA-9F8F-E190E54E0E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31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C4DB1F-0C48-3E01-977A-2D7474682F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2400" y="2571750"/>
            <a:ext cx="2895600" cy="762000"/>
          </a:xfrm>
        </p:spPr>
        <p:txBody>
          <a:bodyPr/>
          <a:lstStyle/>
          <a:p>
            <a:r>
              <a:rPr lang="en-US" dirty="0"/>
              <a:t>Course Outline</a:t>
            </a:r>
          </a:p>
        </p:txBody>
      </p:sp>
    </p:spTree>
    <p:extLst>
      <p:ext uri="{BB962C8B-B14F-4D97-AF65-F5344CB8AC3E}">
        <p14:creationId xmlns:p14="http://schemas.microsoft.com/office/powerpoint/2010/main" val="1106468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EAA4A0E-6402-4C35-8E94-A4609374E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Outline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97F44FD-A5D4-4775-ABF5-22A0D8DB6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514350"/>
            <a:ext cx="8662989" cy="3886200"/>
          </a:xfrm>
        </p:spPr>
        <p:txBody>
          <a:bodyPr lIns="182880"/>
          <a:lstStyle/>
          <a:p>
            <a:pPr fontAlgn="t"/>
            <a:r>
              <a:rPr lang="en-US" dirty="0"/>
              <a:t>Introduction to Digital Design + Introduction to Verilog + Introduction to the Tools with a Demo</a:t>
            </a:r>
          </a:p>
          <a:p>
            <a:pPr fontAlgn="t"/>
            <a:r>
              <a:rPr lang="en-US" dirty="0"/>
              <a:t>Combinational Logic + Combinational Logic Exercises</a:t>
            </a:r>
          </a:p>
          <a:p>
            <a:pPr fontAlgn="t"/>
            <a:r>
              <a:rPr lang="en-US" dirty="0"/>
              <a:t>Sequential Logic + Sequential Logic Exercises</a:t>
            </a:r>
          </a:p>
          <a:p>
            <a:pPr fontAlgn="t"/>
            <a:r>
              <a:rPr lang="en-US" dirty="0"/>
              <a:t>Computer Architecture + RISCV Architecture</a:t>
            </a:r>
          </a:p>
          <a:p>
            <a:pPr fontAlgn="t"/>
            <a:r>
              <a:rPr lang="en-US" dirty="0"/>
              <a:t>Combinational Logic + Sequential Logic Exercises</a:t>
            </a:r>
          </a:p>
          <a:p>
            <a:pPr fontAlgn="t"/>
            <a:r>
              <a:rPr lang="en-US" dirty="0"/>
              <a:t>RISCV Implementation</a:t>
            </a:r>
          </a:p>
          <a:p>
            <a:pPr fontAlgn="t"/>
            <a:r>
              <a:rPr lang="en-US" dirty="0"/>
              <a:t>Introduction to Software + Software Exercises</a:t>
            </a:r>
          </a:p>
        </p:txBody>
      </p:sp>
    </p:spTree>
    <p:extLst>
      <p:ext uri="{BB962C8B-B14F-4D97-AF65-F5344CB8AC3E}">
        <p14:creationId xmlns:p14="http://schemas.microsoft.com/office/powerpoint/2010/main" val="1367063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MAI">
  <a:themeElements>
    <a:clrScheme name="MAI">
      <a:dk1>
        <a:srgbClr val="000000"/>
      </a:dk1>
      <a:lt1>
        <a:srgbClr val="FFFFFF"/>
      </a:lt1>
      <a:dk2>
        <a:srgbClr val="FF0000"/>
      </a:dk2>
      <a:lt2>
        <a:srgbClr val="808080"/>
      </a:lt2>
      <a:accent1>
        <a:srgbClr val="808080"/>
      </a:accent1>
      <a:accent2>
        <a:srgbClr val="AEAEAE"/>
      </a:accent2>
      <a:accent3>
        <a:srgbClr val="117788"/>
      </a:accent3>
      <a:accent4>
        <a:srgbClr val="404040"/>
      </a:accent4>
      <a:accent5>
        <a:srgbClr val="FF0000"/>
      </a:accent5>
      <a:accent6>
        <a:srgbClr val="32B4CE"/>
      </a:accent6>
      <a:hlink>
        <a:srgbClr val="DE0000"/>
      </a:hlink>
      <a:folHlink>
        <a:srgbClr val="AAAAAA"/>
      </a:folHlink>
    </a:clrScheme>
    <a:fontScheme name="FinalPower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FinalPowerpoint 1">
        <a:dk1>
          <a:srgbClr val="000000"/>
        </a:dk1>
        <a:lt1>
          <a:srgbClr val="FFFFFF"/>
        </a:lt1>
        <a:dk2>
          <a:srgbClr val="FF0000"/>
        </a:dk2>
        <a:lt2>
          <a:srgbClr val="808080"/>
        </a:lt2>
        <a:accent1>
          <a:srgbClr val="AAAAAA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D2D2D2"/>
        </a:accent5>
        <a:accent6>
          <a:srgbClr val="000000"/>
        </a:accent6>
        <a:hlink>
          <a:srgbClr val="FF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nalPowerpoint 2">
        <a:dk1>
          <a:srgbClr val="AAAAAA"/>
        </a:dk1>
        <a:lt1>
          <a:srgbClr val="FFFFFF"/>
        </a:lt1>
        <a:dk2>
          <a:srgbClr val="000000"/>
        </a:dk2>
        <a:lt2>
          <a:srgbClr val="FFFFFF"/>
        </a:lt2>
        <a:accent1>
          <a:srgbClr val="AAAAAA"/>
        </a:accent1>
        <a:accent2>
          <a:srgbClr val="FFFFFF"/>
        </a:accent2>
        <a:accent3>
          <a:srgbClr val="AAAAAA"/>
        </a:accent3>
        <a:accent4>
          <a:srgbClr val="DADADA"/>
        </a:accent4>
        <a:accent5>
          <a:srgbClr val="D2D2D2"/>
        </a:accent5>
        <a:accent6>
          <a:srgbClr val="E7E7E7"/>
        </a:accent6>
        <a:hlink>
          <a:srgbClr val="AAAAAA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3">
        <a:dk1>
          <a:srgbClr val="808080"/>
        </a:dk1>
        <a:lt1>
          <a:srgbClr val="FFFFFF"/>
        </a:lt1>
        <a:dk2>
          <a:srgbClr val="AAAAAA"/>
        </a:dk2>
        <a:lt2>
          <a:srgbClr val="000000"/>
        </a:lt2>
        <a:accent1>
          <a:srgbClr val="000000"/>
        </a:accent1>
        <a:accent2>
          <a:srgbClr val="AAAAAA"/>
        </a:accent2>
        <a:accent3>
          <a:srgbClr val="D2D2D2"/>
        </a:accent3>
        <a:accent4>
          <a:srgbClr val="DADADA"/>
        </a:accent4>
        <a:accent5>
          <a:srgbClr val="AAAAAA"/>
        </a:accent5>
        <a:accent6>
          <a:srgbClr val="9A9A9A"/>
        </a:accent6>
        <a:hlink>
          <a:srgbClr val="FF00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inalPowerpoint 4">
        <a:dk1>
          <a:srgbClr val="000000"/>
        </a:dk1>
        <a:lt1>
          <a:srgbClr val="FF0000"/>
        </a:lt1>
        <a:dk2>
          <a:srgbClr val="FFFFFF"/>
        </a:dk2>
        <a:lt2>
          <a:srgbClr val="000000"/>
        </a:lt2>
        <a:accent1>
          <a:srgbClr val="AAAAAA"/>
        </a:accent1>
        <a:accent2>
          <a:srgbClr val="FFFFFF"/>
        </a:accent2>
        <a:accent3>
          <a:srgbClr val="FFAAAA"/>
        </a:accent3>
        <a:accent4>
          <a:srgbClr val="000000"/>
        </a:accent4>
        <a:accent5>
          <a:srgbClr val="D2D2D2"/>
        </a:accent5>
        <a:accent6>
          <a:srgbClr val="E7E7E7"/>
        </a:accent6>
        <a:hlink>
          <a:srgbClr val="000000"/>
        </a:hlink>
        <a:folHlink>
          <a:srgbClr val="AAAAA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F15F4BC6A84D4F91CEE5EDD3ABC43C" ma:contentTypeVersion="0" ma:contentTypeDescription="Create a new document." ma:contentTypeScope="" ma:versionID="71131cee08608370b14eaa797b04960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64490b4aec6201516c3a874156f37b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1B5F44C-C810-4EA6-AA3C-359CE69AD3A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E55493B-A5B4-4EB8-9234-7DCB8E1A76AE}">
  <ds:schemaRefs>
    <ds:schemaRef ds:uri="http://www.w3.org/XML/1998/namespace"/>
    <ds:schemaRef ds:uri="http://schemas.microsoft.com/office/infopath/2007/PartnerControl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9DCEFEB-035D-41A8-BCB1-1848968B60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173097</TotalTime>
  <Words>115</Words>
  <Application>Microsoft Office PowerPoint</Application>
  <PresentationFormat>On-screen Show (16:9)</PresentationFormat>
  <Paragraphs>14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Bahnschrift SemiBold SemiConden</vt:lpstr>
      <vt:lpstr>Calibri</vt:lpstr>
      <vt:lpstr>Calibri Light</vt:lpstr>
      <vt:lpstr>Verdana</vt:lpstr>
      <vt:lpstr>MAI</vt:lpstr>
      <vt:lpstr>Custom Design</vt:lpstr>
      <vt:lpstr>1_Custom Design</vt:lpstr>
      <vt:lpstr>PowerPoint Presentation</vt:lpstr>
      <vt:lpstr>Course Outline</vt:lpstr>
    </vt:vector>
  </TitlesOfParts>
  <Company>Texas Instruments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1-Intro-Systems-MON</dc:title>
  <dc:creator>ericw@mindshareadvantage.com</dc:creator>
  <cp:lastModifiedBy>Tangudu, Jawaharlal</cp:lastModifiedBy>
  <cp:revision>4421</cp:revision>
  <cp:lastPrinted>2017-02-17T23:34:40Z</cp:lastPrinted>
  <dcterms:created xsi:type="dcterms:W3CDTF">2007-12-19T20:51:45Z</dcterms:created>
  <dcterms:modified xsi:type="dcterms:W3CDTF">2024-06-23T05:55:22Z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0x0101006BF15F4BC6A84D4F91CEE5EDD3ABC43C</vt:lpwstr>
  </property>
</Properties>
</file>